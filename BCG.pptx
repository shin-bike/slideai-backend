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9.png" ContentType="image/png"/>
  <Override PartName="/ppt/media/image10.jpeg" ContentType="image/jpeg"/>
  <Override PartName="/ppt/media/image18.png" ContentType="image/png"/>
  <Override PartName="/ppt/media/image13.jpeg" ContentType="image/jpeg"/>
  <Override PartName="/ppt/media/image8.jpeg" ContentType="image/jpeg"/>
  <Override PartName="/ppt/media/image17.png" ContentType="image/png"/>
  <Override PartName="/ppt/media/image15.jpeg" ContentType="image/jpeg"/>
  <Override PartName="/ppt/media/image14.jpeg" ContentType="image/jpeg"/>
  <Override PartName="/ppt/media/image2.wmf" ContentType="image/x-wmf"/>
  <Override PartName="/ppt/media/image3.wmf" ContentType="image/x-wmf"/>
  <Override PartName="/ppt/media/image4.jpeg" ContentType="image/jpeg"/>
  <Override PartName="/ppt/media/image1.wmf" ContentType="image/x-wmf"/>
  <Override PartName="/ppt/media/image5.jpeg" ContentType="image/jpeg"/>
  <Override PartName="/ppt/media/image6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1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45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5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57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54.xml.rels" ContentType="application/vnd.openxmlformats-package.relationships+xml"/>
  <Override PartName="/ppt/slides/_rels/slide17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46.xml.rels" ContentType="application/vnd.openxmlformats-package.relationships+xml"/>
  <Override PartName="/ppt/slides/_rels/slide28.xml.rels" ContentType="application/vnd.openxmlformats-package.relationships+xml"/>
  <Override PartName="/ppt/slides/_rels/slide62.xml.rels" ContentType="application/vnd.openxmlformats-package.relationships+xml"/>
  <Override PartName="/ppt/slides/_rels/slide64.xml.rels" ContentType="application/vnd.openxmlformats-package.relationships+xml"/>
  <Override PartName="/ppt/slides/_rels/slide27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3.xml.rels" ContentType="application/vnd.openxmlformats-package.relationships+xml"/>
  <Override PartName="/ppt/slides/_rels/slide14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_rels/notesSlide30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27.xml.rels" ContentType="application/vnd.openxmlformats-package.relationships+xml"/>
  <Override PartName="/ppt/notesSlides/notesSlide5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</p:sldIdLst>
  <p:sldSz cx="9907588" cy="6858000"/>
  <p:notesSz cx="6897688" cy="10033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6897600" cy="10033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hdr"/>
          </p:nvPr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"/>
          </p:nvPr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Img"/>
          </p:nvPr>
        </p:nvSpPr>
        <p:spPr>
          <a:xfrm>
            <a:off x="689040" y="741240"/>
            <a:ext cx="5470560" cy="3787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</a:rPr>
              <a:t>Click to move the slide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902880" y="4776480"/>
            <a:ext cx="5040360" cy="45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2"/>
          </p:nvPr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3"/>
          </p:nvPr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98F7FA-7DF4-4F3F-A9AE-6E03A85845C6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8F7BE5-0FF9-4E1E-8AAB-32290E8FF991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9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0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1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2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53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665317-BD7E-4775-A7EC-25A8FEFF94B0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5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6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7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8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59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PlaceHolder 1"/>
          <p:cNvSpPr>
            <a:spLocks noGrp="1"/>
          </p:cNvSpPr>
          <p:nvPr>
            <p:ph type="sldImg"/>
          </p:nvPr>
        </p:nvSpPr>
        <p:spPr>
          <a:xfrm>
            <a:off x="690480" y="739800"/>
            <a:ext cx="5470560" cy="3787920"/>
          </a:xfrm>
          <a:prstGeom prst="rect">
            <a:avLst/>
          </a:prstGeom>
          <a:ln w="0">
            <a:noFill/>
          </a:ln>
        </p:spPr>
      </p:sp>
      <p:sp>
        <p:nvSpPr>
          <p:cNvPr id="2861" name="PlaceHolder 2"/>
          <p:cNvSpPr>
            <a:spLocks noGrp="1"/>
          </p:cNvSpPr>
          <p:nvPr>
            <p:ph type="body"/>
          </p:nvPr>
        </p:nvSpPr>
        <p:spPr>
          <a:xfrm>
            <a:off x="905040" y="4776840"/>
            <a:ext cx="5038560" cy="452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Used accent colors plus purple (at bottom) and light blue (Sara Lee).  Also used black.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98588D-B806-4FD9-BE1D-60E415E697E8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3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4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5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6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67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B6A0CC-6578-48E5-BE70-6E554B3E5E94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9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0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1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2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73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806C76-7A76-45D6-AF4C-5013C40FDE27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5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6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7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8" name="PlaceHolder 1"/>
          <p:cNvSpPr>
            <a:spLocks noGrp="1"/>
          </p:cNvSpPr>
          <p:nvPr>
            <p:ph type="sldImg"/>
          </p:nvPr>
        </p:nvSpPr>
        <p:spPr>
          <a:xfrm>
            <a:off x="735120" y="752400"/>
            <a:ext cx="5437080" cy="3764160"/>
          </a:xfrm>
          <a:prstGeom prst="rect">
            <a:avLst/>
          </a:prstGeom>
          <a:ln w="0">
            <a:noFill/>
          </a:ln>
        </p:spPr>
      </p:sp>
      <p:sp>
        <p:nvSpPr>
          <p:cNvPr id="2879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8A29EB-FF65-4BDA-96BF-27DB5666407C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1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2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3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4" name="PlaceHolder 1"/>
          <p:cNvSpPr>
            <a:spLocks noGrp="1"/>
          </p:cNvSpPr>
          <p:nvPr>
            <p:ph type="sldImg"/>
          </p:nvPr>
        </p:nvSpPr>
        <p:spPr>
          <a:xfrm>
            <a:off x="733320" y="75096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85" name="PlaceHolder 2"/>
          <p:cNvSpPr>
            <a:spLocks noGrp="1"/>
          </p:cNvSpPr>
          <p:nvPr>
            <p:ph type="body"/>
          </p:nvPr>
        </p:nvSpPr>
        <p:spPr>
          <a:xfrm>
            <a:off x="919080" y="4765680"/>
            <a:ext cx="5058000" cy="451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3D96EF-F043-427C-928D-333F91BCA595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7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8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9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0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891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27478B-7767-4D7A-B94E-283296DFD2D4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3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4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5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6" name="PlaceHolder 1"/>
          <p:cNvSpPr>
            <a:spLocks noGrp="1"/>
          </p:cNvSpPr>
          <p:nvPr>
            <p:ph type="sldImg"/>
          </p:nvPr>
        </p:nvSpPr>
        <p:spPr>
          <a:xfrm>
            <a:off x="735120" y="752400"/>
            <a:ext cx="5437080" cy="3764160"/>
          </a:xfrm>
          <a:prstGeom prst="rect">
            <a:avLst/>
          </a:prstGeom>
          <a:ln w="0">
            <a:noFill/>
          </a:ln>
        </p:spPr>
      </p:sp>
      <p:sp>
        <p:nvSpPr>
          <p:cNvPr id="2897" name="PlaceHolder 2"/>
          <p:cNvSpPr>
            <a:spLocks noGrp="1"/>
          </p:cNvSpPr>
          <p:nvPr>
            <p:ph type="body"/>
          </p:nvPr>
        </p:nvSpPr>
        <p:spPr>
          <a:xfrm>
            <a:off x="919080" y="4766760"/>
            <a:ext cx="5058000" cy="4513320"/>
          </a:xfrm>
          <a:prstGeom prst="rect">
            <a:avLst/>
          </a:prstGeom>
          <a:noFill/>
          <a:ln w="0">
            <a:noFill/>
          </a:ln>
        </p:spPr>
        <p:txBody>
          <a:bodyPr lIns="94320" rIns="94320" tIns="47160" bIns="4716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Old process involved many interactions between different parties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The initial customer request often required a lot of to and fro (rework) to get the right information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Interaction with sub-contractors was also complex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Data was being re-entered several times during the process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1AAA69-BCE0-49D5-8778-700DD90D16E9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9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0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1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2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903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1226A0-7EC3-4666-98D5-5F2CEAED43D1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5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6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7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8" name="PlaceHolder 1"/>
          <p:cNvSpPr>
            <a:spLocks noGrp="1"/>
          </p:cNvSpPr>
          <p:nvPr>
            <p:ph type="sldImg"/>
          </p:nvPr>
        </p:nvSpPr>
        <p:spPr>
          <a:xfrm>
            <a:off x="744480" y="762120"/>
            <a:ext cx="5407200" cy="3743280"/>
          </a:xfrm>
          <a:prstGeom prst="rect">
            <a:avLst/>
          </a:prstGeom>
          <a:ln w="0">
            <a:noFill/>
          </a:ln>
        </p:spPr>
      </p:sp>
      <p:sp>
        <p:nvSpPr>
          <p:cNvPr id="2909" name="PlaceHolder 2"/>
          <p:cNvSpPr>
            <a:spLocks noGrp="1"/>
          </p:cNvSpPr>
          <p:nvPr>
            <p:ph type="body"/>
          </p:nvPr>
        </p:nvSpPr>
        <p:spPr>
          <a:xfrm>
            <a:off x="920880" y="4766760"/>
            <a:ext cx="5054400" cy="453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22E1FC-7EAA-4062-BD3D-966C01902EDC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1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2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3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4" name="PlaceHolder 1"/>
          <p:cNvSpPr>
            <a:spLocks noGrp="1"/>
          </p:cNvSpPr>
          <p:nvPr>
            <p:ph type="sldImg"/>
          </p:nvPr>
        </p:nvSpPr>
        <p:spPr>
          <a:xfrm>
            <a:off x="733320" y="75096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915" name="PlaceHolder 2"/>
          <p:cNvSpPr>
            <a:spLocks noGrp="1"/>
          </p:cNvSpPr>
          <p:nvPr>
            <p:ph type="body"/>
          </p:nvPr>
        </p:nvSpPr>
        <p:spPr>
          <a:xfrm>
            <a:off x="919080" y="4765680"/>
            <a:ext cx="5058000" cy="451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604813-A43D-4F4F-BD8E-652FBC1D6BF3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7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8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9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0" name="PlaceHolder 1"/>
          <p:cNvSpPr>
            <a:spLocks noGrp="1"/>
          </p:cNvSpPr>
          <p:nvPr>
            <p:ph type="sldImg"/>
          </p:nvPr>
        </p:nvSpPr>
        <p:spPr>
          <a:xfrm>
            <a:off x="731880" y="75096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921" name="PlaceHolder 2"/>
          <p:cNvSpPr>
            <a:spLocks noGrp="1"/>
          </p:cNvSpPr>
          <p:nvPr>
            <p:ph type="body"/>
          </p:nvPr>
        </p:nvSpPr>
        <p:spPr>
          <a:xfrm>
            <a:off x="919080" y="4765680"/>
            <a:ext cx="5058000" cy="451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A57756-5B90-43C8-AB31-02C133F568A8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3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4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5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6" name="PlaceHolder 1"/>
          <p:cNvSpPr>
            <a:spLocks noGrp="1"/>
          </p:cNvSpPr>
          <p:nvPr>
            <p:ph type="sldImg"/>
          </p:nvPr>
        </p:nvSpPr>
        <p:spPr>
          <a:xfrm>
            <a:off x="731880" y="75096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927" name="PlaceHolder 2"/>
          <p:cNvSpPr>
            <a:spLocks noGrp="1"/>
          </p:cNvSpPr>
          <p:nvPr>
            <p:ph type="body"/>
          </p:nvPr>
        </p:nvSpPr>
        <p:spPr>
          <a:xfrm>
            <a:off x="919080" y="4765680"/>
            <a:ext cx="5058000" cy="451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33E9DC-FF7F-4250-AE33-D716397C270A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9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0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1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2" name="PlaceHolder 1"/>
          <p:cNvSpPr>
            <a:spLocks noGrp="1"/>
          </p:cNvSpPr>
          <p:nvPr>
            <p:ph type="sldImg"/>
          </p:nvPr>
        </p:nvSpPr>
        <p:spPr>
          <a:xfrm>
            <a:off x="731880" y="752400"/>
            <a:ext cx="5438880" cy="3765600"/>
          </a:xfrm>
          <a:prstGeom prst="rect">
            <a:avLst/>
          </a:prstGeom>
          <a:ln w="0">
            <a:noFill/>
          </a:ln>
        </p:spPr>
      </p:sp>
      <p:sp>
        <p:nvSpPr>
          <p:cNvPr id="2933" name="PlaceHolder 2"/>
          <p:cNvSpPr>
            <a:spLocks noGrp="1"/>
          </p:cNvSpPr>
          <p:nvPr>
            <p:ph type="body"/>
          </p:nvPr>
        </p:nvSpPr>
        <p:spPr>
          <a:xfrm>
            <a:off x="919080" y="4765320"/>
            <a:ext cx="5058000" cy="45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"/>
          <p:cNvSpPr txBox="1"/>
          <p:nvPr/>
        </p:nvSpPr>
        <p:spPr>
          <a:xfrm>
            <a:off x="3911760" y="9551880"/>
            <a:ext cx="300960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A6C39E-F8CF-4C39-95E9-4F2EE44E8886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5" name=""/>
          <p:cNvSpPr txBox="1"/>
          <p:nvPr/>
        </p:nvSpPr>
        <p:spPr>
          <a:xfrm>
            <a:off x="0" y="9551880"/>
            <a:ext cx="3008160" cy="495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6" name=""/>
          <p:cNvSpPr txBox="1"/>
          <p:nvPr/>
        </p:nvSpPr>
        <p:spPr>
          <a:xfrm>
            <a:off x="0" y="-360"/>
            <a:ext cx="300816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&lt;header&gt;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7" name=""/>
          <p:cNvSpPr txBox="1"/>
          <p:nvPr/>
        </p:nvSpPr>
        <p:spPr>
          <a:xfrm>
            <a:off x="3911760" y="-360"/>
            <a:ext cx="3009600" cy="49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  <a:ea typeface="宋体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8" name="PlaceHolder 1"/>
          <p:cNvSpPr>
            <a:spLocks noGrp="1"/>
          </p:cNvSpPr>
          <p:nvPr>
            <p:ph type="sldImg"/>
          </p:nvPr>
        </p:nvSpPr>
        <p:spPr>
          <a:xfrm>
            <a:off x="735120" y="749160"/>
            <a:ext cx="5433840" cy="3762360"/>
          </a:xfrm>
          <a:prstGeom prst="rect">
            <a:avLst/>
          </a:prstGeom>
          <a:ln w="0">
            <a:noFill/>
          </a:ln>
        </p:spPr>
      </p:sp>
      <p:sp>
        <p:nvSpPr>
          <p:cNvPr id="2939" name="PlaceHolder 2"/>
          <p:cNvSpPr>
            <a:spLocks noGrp="1"/>
          </p:cNvSpPr>
          <p:nvPr>
            <p:ph type="body"/>
          </p:nvPr>
        </p:nvSpPr>
        <p:spPr>
          <a:xfrm>
            <a:off x="690480" y="4765680"/>
            <a:ext cx="551520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Font: Arial bold 14pt, for week number boxes: Arial 12pt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spacing: 1, 0, 0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Text settings: Middle aligned, Word wrap on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Ruler settings: -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Internal margins: L 0.1", R: 0.1", T: 0.05", B: 0.05"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Fill color: mapped Follow Title Scheme color (dark green)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color: mapped Follow Background Scheme color (white)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style: 0.75pt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Grayscale setting: Grayscale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Text boxes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Text color: mapped Follow Text and Lines Scheme color (black)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Font main point: Arial bold 12pt 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Font bullet points: Arial 12pt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spacing: 1, 0, 0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Text settings: Top-left aligned, Word wrap on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Ruler settings: 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Internal margins: L 0.1", R: 0.1", T: 0.1", B: 0.05"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Fill color: mapped Follow Fills Scheme color (light gray)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color: mapped Follow Background Scheme color (white)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style: 0.75pt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Grayscale setting: Grayscale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Timeline boxes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Fill color boxes: Accent and Followed Hyperlink scheme color (middle green)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color boxes: Accent and Followed Hyperlink scheme color (middle green)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Line style: 0.75pt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Triangle, diamond and circle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Fill color: Shadows scheme color (dark gray)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914400">
              <a:spcBef>
                <a:spcPts val="264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  <a:ea typeface="宋体"/>
              </a:rPr>
              <a:t>No line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26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26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6840" y="1506600"/>
            <a:ext cx="8991720" cy="45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6840" y="1506600"/>
            <a:ext cx="8991720" cy="45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</a:rPr>
              <a:t>Click to edit the title text format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6840" y="1506600"/>
            <a:ext cx="8991720" cy="45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spcBef>
                <a:spcPts val="400"/>
              </a:spcBef>
              <a:buClr>
                <a:srgbClr val="177b57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914400" indent="-228600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376280" indent="-233280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058840" indent="-230040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058840" indent="-230040"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2058840" indent="-230040"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9258480" y="6673680"/>
            <a:ext cx="19044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8C88FE-2EB6-4CB0-87D5-0E4F5FFCC6A2}" type="slidenum"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FooterSimple"/>
          <p:cNvSpPr/>
          <p:nvPr/>
        </p:nvSpPr>
        <p:spPr>
          <a:xfrm>
            <a:off x="458640" y="6700680"/>
            <a:ext cx="844920" cy="1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700" spc="-1" strike="noStrike">
                <a:solidFill>
                  <a:srgbClr val="808080"/>
                </a:solidFill>
                <a:latin typeface="Arial"/>
                <a:ea typeface="宋体"/>
              </a:rPr>
              <a:t>A4 Sample Slides.ppt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 flipH="1">
            <a:off x="-360" y="1003320"/>
            <a:ext cx="9906120" cy="0"/>
          </a:xfrm>
          <a:prstGeom prst="line">
            <a:avLst/>
          </a:prstGeom>
          <a:ln w="2844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3917880" y="6675480"/>
            <a:ext cx="2070000" cy="125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5060880"/>
            <a:ext cx="9906120" cy="1800360"/>
          </a:xfrm>
          <a:prstGeom prst="rect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485640" y="677880"/>
            <a:ext cx="1619280" cy="67320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3"/>
          <a:stretch/>
        </p:blipFill>
        <p:spPr>
          <a:xfrm>
            <a:off x="2863800" y="5840280"/>
            <a:ext cx="4178520" cy="25272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95360" y="273600"/>
            <a:ext cx="89161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</a:rPr>
              <a:t>Click to edit the title text format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95360" y="1604520"/>
            <a:ext cx="89161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114480" indent="11412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228600" algn="ctr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00280" indent="342720" algn="ctr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1828800" algn="ctr">
              <a:spcBef>
                <a:spcPts val="400"/>
              </a:spcBef>
              <a:buClr>
                <a:srgbClr val="177b57"/>
              </a:buClr>
              <a:buFont typeface="Arial"/>
              <a:buChar char="–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1828800"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1828800"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propper.barbara@bcg.com" TargetMode="External"/><Relationship Id="rId2" Type="http://schemas.openxmlformats.org/officeDocument/2006/relationships/hyperlink" Target="mailto:kossmann.ines@bcg.com" TargetMode="External"/><Relationship Id="rId3" Type="http://schemas.openxmlformats.org/officeDocument/2006/relationships/hyperlink" Target="mailto:laubach.friedemann@bcg.com" TargetMode="External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://www.theworld.org/worldfeature/malaria/malaria03.pdf" TargetMode="External"/><Relationship Id="rId2" Type="http://schemas.openxmlformats.org/officeDocument/2006/relationships/image" Target="../media/image4.jpeg"/><Relationship Id="rId3" Type="http://schemas.openxmlformats.org/officeDocument/2006/relationships/hyperlink" Target="http://www.theworld.org/worldfeature/malaria/malaria03.pdf" TargetMode="External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5.bin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3" Type="http://schemas.openxmlformats.org/officeDocument/2006/relationships/oleObject" Target="../embeddings/oleObject2.bin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5.bin"/><Relationship Id="rId6" Type="http://schemas.openxmlformats.org/officeDocument/2006/relationships/slideLayout" Target="../slideLayouts/slideLayout2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457200" y="1924200"/>
            <a:ext cx="86900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pc="-1" strike="noStrike">
                <a:solidFill>
                  <a:srgbClr val="4d4d4d"/>
                </a:solidFill>
                <a:latin typeface="Arial"/>
                <a:ea typeface="宋体"/>
              </a:rPr>
              <a:t>Sample Slides in the New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57200" y="4432320"/>
            <a:ext cx="86900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4d4d4d"/>
                </a:solidFill>
                <a:latin typeface="Arial"/>
                <a:ea typeface="宋体"/>
              </a:rPr>
              <a:t>September 2007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Adding your slide to this collection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6840" y="1506600"/>
            <a:ext cx="8991720" cy="458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Send your slide via e-mail to one of the following addresses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spcBef>
                <a:spcPts val="400"/>
              </a:spcBef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 u="sng">
                <a:solidFill>
                  <a:srgbClr val="5bad82"/>
                </a:solidFill>
                <a:uFillTx/>
                <a:latin typeface="Arial"/>
                <a:ea typeface="宋体"/>
                <a:hlinkClick r:id="rId1"/>
              </a:rPr>
              <a:t>propper.barbara@bcg.com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spcBef>
                <a:spcPts val="400"/>
              </a:spcBef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 u="sng">
                <a:solidFill>
                  <a:srgbClr val="5bad82"/>
                </a:solidFill>
                <a:uFillTx/>
                <a:latin typeface="Arial"/>
                <a:ea typeface="宋体"/>
                <a:hlinkClick r:id="rId2"/>
              </a:rPr>
              <a:t>kossmann.ines@bcg.com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28600">
              <a:spcBef>
                <a:spcPts val="400"/>
              </a:spcBef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 u="sng">
                <a:solidFill>
                  <a:srgbClr val="5bad82"/>
                </a:solidFill>
                <a:uFillTx/>
                <a:latin typeface="Arial"/>
                <a:ea typeface="宋体"/>
                <a:hlinkClick r:id="rId3"/>
              </a:rPr>
              <a:t>laubach.friedemann@bcg.com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0">
              <a:spcBef>
                <a:spcPts val="4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0">
              <a:spcBef>
                <a:spcPts val="4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Thank you! </a:t>
            </a: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0">
              <a:spcBef>
                <a:spcPts val="4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Five types of slides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1577880"/>
            <a:ext cx="9906120" cy="37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77b57"/>
                </a:solidFill>
                <a:latin typeface="Arial"/>
                <a:ea typeface="宋体"/>
              </a:rPr>
              <a:t>Text and columns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77b57"/>
                </a:solidFill>
                <a:latin typeface="Arial"/>
                <a:ea typeface="宋体"/>
              </a:rPr>
              <a:t>Graphs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77b57"/>
                </a:solidFill>
                <a:latin typeface="Arial"/>
                <a:ea typeface="宋体"/>
              </a:rPr>
              <a:t>Tables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77b57"/>
                </a:solidFill>
                <a:latin typeface="Arial"/>
                <a:ea typeface="宋体"/>
              </a:rPr>
              <a:t>Diagrams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77b57"/>
                </a:solidFill>
                <a:latin typeface="Arial"/>
                <a:ea typeface="宋体"/>
              </a:rPr>
              <a:t>Maps and timelines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3051000"/>
            <a:ext cx="9906120" cy="7624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宋体"/>
              </a:rPr>
              <a:t>Text and columns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We recommend entering this market segment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High growth and synergy with existing business make this an attractive opportunity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455760" y="1611360"/>
            <a:ext cx="411300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Attractive, high growth market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55760" y="2038320"/>
            <a:ext cx="411300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Moderately sized market, but growing fast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$5B in revenue in 2006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25% growth projected through 2010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Fragmented market that is ripe for consolidation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Top-15 players only account for 20% 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of the market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Marketing experience and owning the channel will be key to success in future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Existing players have limited marketing capabilities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Currently, no clear market leader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337000" y="1611360"/>
            <a:ext cx="411336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Need to determine entry strategy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337000" y="2038320"/>
            <a:ext cx="411336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Prioritize portfolio of growth opportunities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Compare options to other growth areas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Evaluate impact of entry into this market on financial flexibility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Determine market entry strategy—organic versus acquisition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Can leverage existing capabilities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Well priced acquisition would be faster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Begin to identify acquisition targets and conduct strategic due diligence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Evaluate investment requirements and optimal structuring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Explore synergies with current business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Speed is critical in this fast moving market segment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 rot="5400000">
            <a:off x="3200040" y="3752640"/>
            <a:ext cx="3504960" cy="26676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2480" rIns="42480" tIns="90000" bIns="90000" anchor="ctr" anchorCtr="1" vert="eaVert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455760" y="1892160"/>
            <a:ext cx="4113000" cy="15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Company consisted of multiple business units in such diverse fields as automotive supply, engineering and specialty chemicals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Capital markets had placed a conglomerate discount on the company that had also accumulated a significant amount of debt through acquisitions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Enormous pressure from analysts, investors and supervisory board members to overhaul the overall strategy and structure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Aim: reduction of value-reducing factors and significant improvement of capital structure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337000" y="1892160"/>
            <a:ext cx="4113360" cy="15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Based on our analysis, the company decided to divest the highly profitable specialty chemicals division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High expected exit value given strong cash-flows from businesses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Limited organic growth opportunities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Limited inherent portfolio logic of different businesses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 core allows for release of significant value potential (share price improvement over the course of the project of 50%)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Abolishment of current holding structure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Reduction of net debt to almost zero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Significant growth potential (organic and by M&amp;A)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Portfolio review at €5B industrial conglomerate 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resulting in split of company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55760" y="1526040"/>
            <a:ext cx="411300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Context and challenges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337000" y="1526040"/>
            <a:ext cx="411336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Results and impact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337000" y="4053600"/>
            <a:ext cx="411336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Why the client choose BCG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337000" y="4419720"/>
            <a:ext cx="411336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BCG had performed another portfolio analysis for the client two years earlier that was highly acclaimed by the then CEO for its rigorosity, clarity, and independence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 this crucial moment of change, the new CEO relied 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Our proven methodology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Our ability to integrate different industry experts in our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Our knowledge of the company, and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Our ability to seamlessly cooperate with an investment bank hired to support the upcoming exit of one of the main divisions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455760" y="4053600"/>
            <a:ext cx="411300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BCG approach: what we did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55760" y="4419720"/>
            <a:ext cx="411300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Rigorous, fact-based portfolio analysis based on BCG's proven traffic-light portfolio approach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Analysis of strategic quality of portfolio: market attractiveness and competitive position of BUs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Analysis of growth and value-creation opportunities by BU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Development of potential future portfolios of the company based on different options for the core—including equity stories and M&amp;A buying lists for each option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Evaluation of portfolio options based on wide set of criteria, including strategic, financial and capital-market related aspects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Project examples in corporate strategy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case database 2005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57200" y="1648080"/>
            <a:ext cx="100008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57200" y="2044800"/>
            <a:ext cx="100008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2004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689120" y="1434600"/>
            <a:ext cx="13111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Region/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count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689120" y="2044800"/>
            <a:ext cx="131112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Europe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Asia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Americas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Europe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Europe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Americas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Asia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Americ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233880" y="1648080"/>
            <a:ext cx="130968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Topic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233880" y="2044800"/>
            <a:ext cx="130968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Strategy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Portfolio</a:t>
            </a:r>
            <a:br>
              <a:rPr sz="1200"/>
            </a:b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Portfolio/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Growth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Growth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Growth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Transformation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Transformation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Portfolio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776840" y="1648080"/>
            <a:ext cx="46688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Project 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776840" y="2044800"/>
            <a:ext cx="4668840" cy="34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Defined a global strategy for the ice cream business of a major global consumer goods company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Conducted an portfolio diversification project for a major international airline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Developed a portfolio and growth strategy for a conglomerate in beverage and snack-food manufacturing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Developed growth strategy for subsidiary of a major European airline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Global growth strategy for the wireless internet services of a major mobile telecommunication company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Developed transformation growth and financial strategy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Transformation strategy for an automotive player in India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Portfolio shareholder value strategy for a global oil corporation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Increased demand has stressed Artemisinin supply chain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55760" y="1367640"/>
            <a:ext cx="411300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Expanded cultivation but</a:t>
            </a:r>
            <a:br>
              <a:rPr sz="1600"/>
            </a:b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issues persist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55760" y="2038320"/>
            <a:ext cx="411300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Increased demand led to expansion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Acreage more than doubled over past years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Expanding from China and Vietnam to other continents, including Africa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Despite expansion, still supply-demand mismatch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Difficult to obtain reliable demand forecasts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Manufacturing capacity needs to be committed early due to long production cycle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Supply-demand mismatch has had negative consequences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Price hikes for Artemisinin and its derivatives, limiting access to 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Prices of ACTs (co-blister or fixed dose combination) well above monotherapies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337000" y="1367640"/>
            <a:ext cx="411336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High prices provide incentive</a:t>
            </a:r>
            <a:br>
              <a:rPr sz="1600"/>
            </a:b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for counterfeiting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337000" y="2038320"/>
            <a:ext cx="411336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Study found average of 38% of artesunate bought in SE Asia shops did not contain active drug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Counterfeiters getting increasingly sophisticated, e.g., holograms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2" name=""/>
          <p:cNvGraphicFramePr/>
          <p:nvPr/>
        </p:nvGraphicFramePr>
        <p:xfrm>
          <a:off x="6067440" y="2865600"/>
          <a:ext cx="2657160" cy="1309680"/>
        </p:xfrm>
        <a:graphic>
          <a:graphicData uri="http://schemas.openxmlformats.org/drawingml/2006/table">
            <a:tbl>
              <a:tblPr/>
              <a:tblGrid>
                <a:gridCol w="1438200"/>
                <a:gridCol w="1218960"/>
              </a:tblGrid>
              <a:tr h="262080">
                <a:tc>
                  <a:txBody>
                    <a:bodyPr lIns="90000" rIns="90000" tIns="18360" bIns="1836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Vietnam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ctr">
                      <a:noAutofit/>
                    </a:bodyPr>
                    <a:p>
                      <a:pPr algn="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64%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1720">
                <a:tc>
                  <a:txBody>
                    <a:bodyPr lIns="90000" rIns="90000" tIns="18360" bIns="1836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Myanmar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18360" bIns="18360" anchor="ctr">
                      <a:noAutofit/>
                    </a:bodyPr>
                    <a:p>
                      <a:pPr algn="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40%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262080">
                <a:tc>
                  <a:txBody>
                    <a:bodyPr lIns="90000" rIns="90000" tIns="18360" bIns="1836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Laos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ctr">
                      <a:noAutofit/>
                    </a:bodyPr>
                    <a:p>
                      <a:pPr algn="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080">
                <a:tc>
                  <a:txBody>
                    <a:bodyPr lIns="90000" rIns="90000" tIns="18360" bIns="1836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Cambodia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18360" bIns="18360" anchor="ctr">
                      <a:noAutofit/>
                    </a:bodyPr>
                    <a:p>
                      <a:pPr algn="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261720">
                <a:tc>
                  <a:txBody>
                    <a:bodyPr lIns="90000" rIns="90000" tIns="18360" bIns="1836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Thailand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ctr">
                      <a:noAutofit/>
                    </a:bodyPr>
                    <a:p>
                      <a:pPr algn="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11%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3" name=""/>
          <p:cNvGrpSpPr/>
          <p:nvPr/>
        </p:nvGrpSpPr>
        <p:grpSpPr>
          <a:xfrm>
            <a:off x="6058080" y="4751280"/>
            <a:ext cx="2658960" cy="1306800"/>
            <a:chOff x="6058080" y="4751280"/>
            <a:chExt cx="2658960" cy="1306800"/>
          </a:xfrm>
        </p:grpSpPr>
        <p:pic>
          <p:nvPicPr>
            <p:cNvPr id="64" name="" descr="">
              <a:hlinkClick r:id="rId1"/>
            </p:cNvPr>
            <p:cNvPicPr/>
            <p:nvPr/>
          </p:nvPicPr>
          <p:blipFill>
            <a:blip r:embed="rId2"/>
            <a:srcRect l="1112" t="862" r="1112" b="862"/>
            <a:stretch/>
          </p:blipFill>
          <p:spPr>
            <a:xfrm>
              <a:off x="6067440" y="4978440"/>
              <a:ext cx="1162080" cy="1079640"/>
            </a:xfrm>
            <a:prstGeom prst="rect">
              <a:avLst/>
            </a:prstGeom>
            <a:ln w="9360">
              <a:solidFill>
                <a:srgbClr val="808080"/>
              </a:solidFill>
              <a:miter/>
            </a:ln>
          </p:spPr>
        </p:pic>
        <p:pic>
          <p:nvPicPr>
            <p:cNvPr id="65" name="" descr="">
              <a:hlinkClick r:id="rId3"/>
            </p:cNvPr>
            <p:cNvPicPr/>
            <p:nvPr/>
          </p:nvPicPr>
          <p:blipFill>
            <a:blip r:embed="rId4"/>
            <a:srcRect l="823" t="862" r="823" b="862"/>
            <a:stretch/>
          </p:blipFill>
          <p:spPr>
            <a:xfrm>
              <a:off x="7545240" y="4978440"/>
              <a:ext cx="1170000" cy="1079640"/>
            </a:xfrm>
            <a:prstGeom prst="rect">
              <a:avLst/>
            </a:prstGeom>
            <a:ln w="9360">
              <a:solidFill>
                <a:srgbClr val="808080"/>
              </a:solidFill>
              <a:miter/>
            </a:ln>
          </p:spPr>
        </p:pic>
        <p:sp>
          <p:nvSpPr>
            <p:cNvPr id="66" name=""/>
            <p:cNvSpPr/>
            <p:nvPr/>
          </p:nvSpPr>
          <p:spPr>
            <a:xfrm>
              <a:off x="6058080" y="4751280"/>
              <a:ext cx="117144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1440" bIns="91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000" spc="-1" strike="noStrike">
                  <a:solidFill>
                    <a:srgbClr val="000000"/>
                  </a:solidFill>
                  <a:latin typeface="Arial"/>
                  <a:ea typeface="宋体"/>
                </a:rPr>
                <a:t>Genuine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45240" y="4751280"/>
              <a:ext cx="117180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1440" bIns="91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000" spc="-1" strike="noStrike">
                  <a:solidFill>
                    <a:srgbClr val="000000"/>
                  </a:solidFill>
                  <a:latin typeface="Arial"/>
                  <a:ea typeface="宋体"/>
                </a:rPr>
                <a:t>Counterfeit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8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WHO factsheet on counterfeit medicines, May 2005; “Fake artesunate in southeast Asia”, The Lancet, June 16, 2001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Different organizational models may be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appropriate for different retailers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55760" y="1641600"/>
            <a:ext cx="203832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Merchant as muscle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5760" y="4038480"/>
            <a:ext cx="203832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Merchant acts as supply chain 'quarterback'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 decision authority across chain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 P&amp;L accountability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Merchant and inventory manager do most supply chain activities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778120" y="1641600"/>
            <a:ext cx="203832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Merchant as GM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778120" y="4038480"/>
            <a:ext cx="203832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Merchant accountable for delivering numbers and coordinating across supply chain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Seen as 'mini-GM'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Functional specialties make decisions in respective areas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Look to merchant to make tradeoffs and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set priorities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091120" y="1428120"/>
            <a:ext cx="20383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Coordinated specialists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091120" y="4038480"/>
            <a:ext cx="203832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Co-located cross-functional team managed by rigid timeline and well-defined meetings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Highly specialized functional activities and deep areas of expertise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No clear functional 'leader';  rigorous process orchestrates supply chain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412040" y="1428120"/>
            <a:ext cx="20383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Functional 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assembly 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412040" y="4038480"/>
            <a:ext cx="203832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Highly autonomous functions work independently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Focused, defined responsibilities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Handoffs made along very regimented process with clear accounta-bilities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No real merchant role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" name=""/>
          <p:cNvGrpSpPr/>
          <p:nvPr/>
        </p:nvGrpSpPr>
        <p:grpSpPr>
          <a:xfrm>
            <a:off x="5176800" y="2209680"/>
            <a:ext cx="1865520" cy="1828800"/>
            <a:chOff x="5176800" y="2209680"/>
            <a:chExt cx="1865520" cy="1828800"/>
          </a:xfrm>
        </p:grpSpPr>
        <p:sp>
          <p:nvSpPr>
            <p:cNvPr id="79" name=""/>
            <p:cNvSpPr/>
            <p:nvPr/>
          </p:nvSpPr>
          <p:spPr>
            <a:xfrm>
              <a:off x="5835600" y="2895480"/>
              <a:ext cx="457200" cy="457200"/>
            </a:xfrm>
            <a:prstGeom prst="ellipse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PD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process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658512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Planning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analyst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531040" y="3733920"/>
              <a:ext cx="45720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Proc.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6140520" y="3733920"/>
              <a:ext cx="45720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Inv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810400" y="220968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Merchant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176800" y="266688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Design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6445440" y="2590920"/>
              <a:ext cx="45720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Merchant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5176800" y="3276720"/>
              <a:ext cx="45720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Textiles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6445440" y="335268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Order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8" name=""/>
            <p:cNvCxnSpPr>
              <a:stCxn id="84" idx="0"/>
              <a:endCxn id="83" idx="1"/>
            </p:cNvCxnSpPr>
            <p:nvPr/>
          </p:nvCxnSpPr>
          <p:spPr>
            <a:xfrm flipH="1" flipV="1" rot="5400000">
              <a:off x="5455080" y="2311560"/>
              <a:ext cx="305280" cy="405720"/>
            </a:xfrm>
            <a:prstGeom prst="curvedConnector2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89" name=""/>
            <p:cNvCxnSpPr>
              <a:stCxn id="83" idx="2"/>
              <a:endCxn id="79" idx="0"/>
            </p:cNvCxnSpPr>
            <p:nvPr/>
          </p:nvCxnSpPr>
          <p:spPr>
            <a:xfrm>
              <a:off x="6039000" y="2514600"/>
              <a:ext cx="25920" cy="3816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0" name=""/>
            <p:cNvCxnSpPr>
              <a:stCxn id="85" idx="1"/>
              <a:endCxn id="79" idx="7"/>
            </p:cNvCxnSpPr>
            <p:nvPr/>
          </p:nvCxnSpPr>
          <p:spPr>
            <a:xfrm flipH="1">
              <a:off x="6225480" y="2742840"/>
              <a:ext cx="219960" cy="21996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1" name=""/>
            <p:cNvCxnSpPr>
              <a:stCxn id="80" idx="1"/>
              <a:endCxn id="79" idx="6"/>
            </p:cNvCxnSpPr>
            <p:nvPr/>
          </p:nvCxnSpPr>
          <p:spPr>
            <a:xfrm flipH="1">
              <a:off x="6292440" y="3123720"/>
              <a:ext cx="29304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2" name=""/>
            <p:cNvCxnSpPr>
              <a:stCxn id="87" idx="1"/>
              <a:endCxn id="79" idx="5"/>
            </p:cNvCxnSpPr>
            <p:nvPr/>
          </p:nvCxnSpPr>
          <p:spPr>
            <a:xfrm flipH="1" flipV="1">
              <a:off x="6225480" y="3285360"/>
              <a:ext cx="219960" cy="21996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3" name=""/>
            <p:cNvCxnSpPr>
              <a:stCxn id="79" idx="4"/>
              <a:endCxn id="81" idx="0"/>
            </p:cNvCxnSpPr>
            <p:nvPr/>
          </p:nvCxnSpPr>
          <p:spPr>
            <a:xfrm flipH="1">
              <a:off x="5759280" y="3352320"/>
              <a:ext cx="305280" cy="38196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4" name=""/>
            <p:cNvCxnSpPr>
              <a:stCxn id="79" idx="4"/>
              <a:endCxn id="82" idx="0"/>
            </p:cNvCxnSpPr>
            <p:nvPr/>
          </p:nvCxnSpPr>
          <p:spPr>
            <a:xfrm>
              <a:off x="6063840" y="3352320"/>
              <a:ext cx="305640" cy="38196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5" name=""/>
            <p:cNvCxnSpPr>
              <a:stCxn id="79" idx="3"/>
              <a:endCxn id="86" idx="3"/>
            </p:cNvCxnSpPr>
            <p:nvPr/>
          </p:nvCxnSpPr>
          <p:spPr>
            <a:xfrm flipH="1">
              <a:off x="5633640" y="3285720"/>
              <a:ext cx="269280" cy="14364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96" name=""/>
            <p:cNvCxnSpPr>
              <a:stCxn id="79" idx="1"/>
              <a:endCxn id="84" idx="3"/>
            </p:cNvCxnSpPr>
            <p:nvPr/>
          </p:nvCxnSpPr>
          <p:spPr>
            <a:xfrm flipH="1" flipV="1">
              <a:off x="5633640" y="2818800"/>
              <a:ext cx="269280" cy="14364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</p:grpSp>
      <p:grpSp>
        <p:nvGrpSpPr>
          <p:cNvPr id="97" name=""/>
          <p:cNvGrpSpPr/>
          <p:nvPr/>
        </p:nvGrpSpPr>
        <p:grpSpPr>
          <a:xfrm>
            <a:off x="2959200" y="2514600"/>
            <a:ext cx="1676160" cy="1219320"/>
            <a:chOff x="2959200" y="2514600"/>
            <a:chExt cx="1676160" cy="1219320"/>
          </a:xfrm>
        </p:grpSpPr>
        <p:sp>
          <p:nvSpPr>
            <p:cNvPr id="98" name=""/>
            <p:cNvSpPr/>
            <p:nvPr/>
          </p:nvSpPr>
          <p:spPr>
            <a:xfrm>
              <a:off x="295920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Pre-pro-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duction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356868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Merchant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17816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Planning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187800" y="34290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Pro-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duction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949560" y="34290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Distri-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bution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3187800" y="25146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Design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3949560" y="25146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Marketing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 flipV="1">
              <a:off x="3568680" y="2819160"/>
              <a:ext cx="76320" cy="152280"/>
            </a:xfrm>
            <a:prstGeom prst="line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V="1">
              <a:off x="3949560" y="2819160"/>
              <a:ext cx="76320" cy="152280"/>
            </a:xfrm>
            <a:prstGeom prst="line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3568680" y="3276720"/>
              <a:ext cx="76320" cy="152280"/>
            </a:xfrm>
            <a:prstGeom prst="line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3949560" y="3276720"/>
              <a:ext cx="76320" cy="152280"/>
            </a:xfrm>
            <a:prstGeom prst="line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09" name=""/>
            <p:cNvCxnSpPr>
              <a:stCxn id="98" idx="3"/>
              <a:endCxn id="99" idx="1"/>
            </p:cNvCxnSpPr>
            <p:nvPr/>
          </p:nvCxnSpPr>
          <p:spPr>
            <a:xfrm>
              <a:off x="3416040" y="3123720"/>
              <a:ext cx="15300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110" name=""/>
            <p:cNvCxnSpPr>
              <a:stCxn id="100" idx="1"/>
              <a:endCxn id="99" idx="3"/>
            </p:cNvCxnSpPr>
            <p:nvPr/>
          </p:nvCxnSpPr>
          <p:spPr>
            <a:xfrm flipH="1">
              <a:off x="4025160" y="3123720"/>
              <a:ext cx="15300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sp>
          <p:nvSpPr>
            <p:cNvPr id="111" name=""/>
            <p:cNvSpPr/>
            <p:nvPr/>
          </p:nvSpPr>
          <p:spPr>
            <a:xfrm flipH="1" flipV="1" rot="5400000">
              <a:off x="3187080" y="2819160"/>
              <a:ext cx="303840" cy="30420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5400000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5400000"/>
                </a:path>
              </a:pathLst>
            </a:custGeom>
            <a:noFill/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 rot="16200000">
              <a:off x="3186720" y="3124440"/>
              <a:ext cx="303840" cy="30420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5400000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5400000"/>
                </a:path>
              </a:pathLst>
            </a:custGeom>
            <a:noFill/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 rot="5400000">
              <a:off x="4102200" y="3124440"/>
              <a:ext cx="303840" cy="30420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5400000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5400000"/>
                </a:path>
              </a:pathLst>
            </a:custGeom>
            <a:noFill/>
            <a:ln w="12600">
              <a:solidFill>
                <a:srgbClr val="80808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 rot="10800000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" name=""/>
          <p:cNvGrpSpPr/>
          <p:nvPr/>
        </p:nvGrpSpPr>
        <p:grpSpPr>
          <a:xfrm>
            <a:off x="636480" y="2514600"/>
            <a:ext cx="1676520" cy="1219320"/>
            <a:chOff x="636480" y="2514600"/>
            <a:chExt cx="1676520" cy="1219320"/>
          </a:xfrm>
        </p:grpSpPr>
        <p:cxnSp>
          <p:nvCxnSpPr>
            <p:cNvPr id="115" name=""/>
            <p:cNvCxnSpPr>
              <a:stCxn id="116" idx="2"/>
              <a:endCxn id="117" idx="0"/>
            </p:cNvCxnSpPr>
            <p:nvPr/>
          </p:nvCxnSpPr>
          <p:spPr>
            <a:xfrm flipH="1">
              <a:off x="864720" y="2819160"/>
              <a:ext cx="610560" cy="6102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118" name=""/>
            <p:cNvCxnSpPr>
              <a:stCxn id="116" idx="2"/>
              <a:endCxn id="119" idx="0"/>
            </p:cNvCxnSpPr>
            <p:nvPr/>
          </p:nvCxnSpPr>
          <p:spPr>
            <a:xfrm>
              <a:off x="1474560" y="2819160"/>
              <a:ext cx="610200" cy="6102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120" name=""/>
            <p:cNvCxnSpPr>
              <a:stCxn id="116" idx="2"/>
              <a:endCxn id="121" idx="0"/>
            </p:cNvCxnSpPr>
            <p:nvPr/>
          </p:nvCxnSpPr>
          <p:spPr>
            <a:xfrm>
              <a:off x="1474560" y="2819160"/>
              <a:ext cx="1080" cy="6102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sp>
          <p:nvSpPr>
            <p:cNvPr id="116" name=""/>
            <p:cNvSpPr/>
            <p:nvPr/>
          </p:nvSpPr>
          <p:spPr>
            <a:xfrm>
              <a:off x="1246320" y="25146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Merchant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63648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Sourcing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124632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Quality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1855800" y="29718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Inventory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mgt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636480" y="34290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Fabric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spec.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1246320" y="34290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Creative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1855800" y="3429000"/>
              <a:ext cx="45720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Design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25" name=""/>
            <p:cNvCxnSpPr>
              <a:stCxn id="116" idx="2"/>
              <a:endCxn id="123" idx="0"/>
            </p:cNvCxnSpPr>
            <p:nvPr/>
          </p:nvCxnSpPr>
          <p:spPr>
            <a:xfrm>
              <a:off x="1474560" y="2819160"/>
              <a:ext cx="1080" cy="15300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</a:ln>
          </p:spPr>
        </p:cxnSp>
        <p:cxnSp>
          <p:nvCxnSpPr>
            <p:cNvPr id="126" name=""/>
            <p:cNvCxnSpPr>
              <a:stCxn id="116" idx="2"/>
              <a:endCxn id="122" idx="0"/>
            </p:cNvCxnSpPr>
            <p:nvPr/>
          </p:nvCxnSpPr>
          <p:spPr>
            <a:xfrm flipH="1">
              <a:off x="864720" y="2819160"/>
              <a:ext cx="610560" cy="1530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  <p:cxnSp>
          <p:nvCxnSpPr>
            <p:cNvPr id="127" name=""/>
            <p:cNvCxnSpPr>
              <a:stCxn id="116" idx="2"/>
              <a:endCxn id="124" idx="0"/>
            </p:cNvCxnSpPr>
            <p:nvPr/>
          </p:nvCxnSpPr>
          <p:spPr>
            <a:xfrm>
              <a:off x="1474560" y="2819160"/>
              <a:ext cx="610200" cy="153000"/>
            </a:xfrm>
            <a:prstGeom prst="straightConnector1">
              <a:avLst/>
            </a:prstGeom>
            <a:ln w="12600">
              <a:solidFill>
                <a:srgbClr val="808080"/>
              </a:solidFill>
              <a:prstDash val="dash"/>
              <a:miter/>
            </a:ln>
          </p:spPr>
        </p:cxnSp>
      </p:grpSp>
      <p:grpSp>
        <p:nvGrpSpPr>
          <p:cNvPr id="128" name=""/>
          <p:cNvGrpSpPr/>
          <p:nvPr/>
        </p:nvGrpSpPr>
        <p:grpSpPr>
          <a:xfrm>
            <a:off x="7505640" y="2590920"/>
            <a:ext cx="1849320" cy="914400"/>
            <a:chOff x="7505640" y="2590920"/>
            <a:chExt cx="1849320" cy="914400"/>
          </a:xfrm>
        </p:grpSpPr>
        <p:sp>
          <p:nvSpPr>
            <p:cNvPr id="129" name=""/>
            <p:cNvSpPr/>
            <p:nvPr/>
          </p:nvSpPr>
          <p:spPr>
            <a:xfrm>
              <a:off x="7999200" y="3200400"/>
              <a:ext cx="38124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Fabric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7999200" y="2590920"/>
              <a:ext cx="38124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Proto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8491320" y="3200400"/>
              <a:ext cx="38124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Fin serv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unit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8491320" y="2590920"/>
              <a:ext cx="38124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Fore-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casting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8974080" y="3200400"/>
              <a:ext cx="380880" cy="30492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Sour-</a:t>
              </a: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cing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8974080" y="2590920"/>
              <a:ext cx="380880" cy="30456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QA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7505640" y="2590920"/>
              <a:ext cx="382680" cy="914400"/>
            </a:xfrm>
            <a:prstGeom prst="rect">
              <a:avLst/>
            </a:prstGeom>
            <a:solidFill>
              <a:srgbClr val="e2e2e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Design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br>
                <a:rPr sz="700"/>
              </a:b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Merch</a:t>
              </a:r>
              <a:br>
                <a:rPr sz="700"/>
              </a:b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000000"/>
                  </a:solidFill>
                  <a:latin typeface="Arial"/>
                  <a:ea typeface="宋体"/>
                </a:rPr>
                <a:t>Mktg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36" name=""/>
            <p:cNvCxnSpPr>
              <a:stCxn id="130" idx="3"/>
              <a:endCxn id="132" idx="1"/>
            </p:cNvCxnSpPr>
            <p:nvPr/>
          </p:nvCxnSpPr>
          <p:spPr>
            <a:xfrm>
              <a:off x="8380440" y="2742840"/>
              <a:ext cx="11160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  <p:cxnSp>
          <p:nvCxnSpPr>
            <p:cNvPr id="137" name=""/>
            <p:cNvCxnSpPr>
              <a:stCxn id="132" idx="3"/>
              <a:endCxn id="134" idx="1"/>
            </p:cNvCxnSpPr>
            <p:nvPr/>
          </p:nvCxnSpPr>
          <p:spPr>
            <a:xfrm>
              <a:off x="8872560" y="2742840"/>
              <a:ext cx="10224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  <p:cxnSp>
          <p:nvCxnSpPr>
            <p:cNvPr id="138" name=""/>
            <p:cNvCxnSpPr>
              <a:stCxn id="129" idx="3"/>
              <a:endCxn id="131" idx="1"/>
            </p:cNvCxnSpPr>
            <p:nvPr/>
          </p:nvCxnSpPr>
          <p:spPr>
            <a:xfrm>
              <a:off x="8380440" y="3352320"/>
              <a:ext cx="11160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  <p:cxnSp>
          <p:nvCxnSpPr>
            <p:cNvPr id="139" name=""/>
            <p:cNvCxnSpPr>
              <a:stCxn id="131" idx="3"/>
              <a:endCxn id="133" idx="1"/>
            </p:cNvCxnSpPr>
            <p:nvPr/>
          </p:nvCxnSpPr>
          <p:spPr>
            <a:xfrm>
              <a:off x="8872560" y="3352320"/>
              <a:ext cx="10224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  <p:cxnSp>
          <p:nvCxnSpPr>
            <p:cNvPr id="140" name=""/>
            <p:cNvCxnSpPr/>
            <p:nvPr/>
          </p:nvCxnSpPr>
          <p:spPr>
            <a:xfrm>
              <a:off x="7886160" y="2742840"/>
              <a:ext cx="11196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  <p:cxnSp>
          <p:nvCxnSpPr>
            <p:cNvPr id="141" name=""/>
            <p:cNvCxnSpPr/>
            <p:nvPr/>
          </p:nvCxnSpPr>
          <p:spPr>
            <a:xfrm>
              <a:off x="7886160" y="3352320"/>
              <a:ext cx="111960" cy="1080"/>
            </a:xfrm>
            <a:prstGeom prst="straightConnector1">
              <a:avLst/>
            </a:prstGeom>
            <a:ln w="12600">
              <a:solidFill>
                <a:srgbClr val="808080"/>
              </a:solidFill>
              <a:miter/>
              <a:tailEnd len="med" type="stealth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Additional requirements to sell through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catalogue sellers have to be met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376280" y="1431360"/>
            <a:ext cx="21463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Requirements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of catalogue sellers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376280" y="2152800"/>
            <a:ext cx="214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Delivery on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376280" y="2671920"/>
            <a:ext cx="214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Excellent packaging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376280" y="3192480"/>
            <a:ext cx="214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Provide catalogue-ready sales material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376280" y="3711600"/>
            <a:ext cx="214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Deliver larger quantities (several 100's)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376280" y="4232160"/>
            <a:ext cx="21463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376280" y="4753080"/>
            <a:ext cx="214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Deliver internationally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254560" y="1431360"/>
            <a:ext cx="32749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Importance to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catalogue sellers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254560" y="2152800"/>
            <a:ext cx="3274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Catalogue reseller cannot afford to 'say no'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254560" y="2671920"/>
            <a:ext cx="3274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Catalogue reseller cannot afford mistakes (costly and may lose the customer)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254560" y="3192480"/>
            <a:ext cx="3274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Requires different kind of sales material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254560" y="3711600"/>
            <a:ext cx="3274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Catalogues often have a wide circulation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254560" y="4232160"/>
            <a:ext cx="3274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Must be competitive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254560" y="4753080"/>
            <a:ext cx="3274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 service international catalogue resellers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710160" y="1431360"/>
            <a:ext cx="135720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Importance 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 sellers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230720" y="2190600"/>
            <a:ext cx="317520" cy="306360"/>
          </a:xfrm>
          <a:prstGeom prst="ellipse">
            <a:avLst/>
          </a:prstGeom>
          <a:solidFill>
            <a:srgbClr val="4d4d4d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230720" y="2709720"/>
            <a:ext cx="317520" cy="306360"/>
          </a:xfrm>
          <a:prstGeom prst="ellipse">
            <a:avLst/>
          </a:prstGeom>
          <a:solidFill>
            <a:srgbClr val="4d4d4d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4230720" y="3230640"/>
            <a:ext cx="317520" cy="306360"/>
            <a:chOff x="4230720" y="3230640"/>
            <a:chExt cx="317520" cy="306360"/>
          </a:xfrm>
        </p:grpSpPr>
        <p:sp>
          <p:nvSpPr>
            <p:cNvPr id="162" name=""/>
            <p:cNvSpPr/>
            <p:nvPr/>
          </p:nvSpPr>
          <p:spPr>
            <a:xfrm>
              <a:off x="4230720" y="3230640"/>
              <a:ext cx="317520" cy="3063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4232160" y="3230640"/>
              <a:ext cx="315720" cy="30456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16164954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16164954"/>
                </a:path>
              </a:pathLst>
            </a:custGeom>
            <a:solidFill>
              <a:srgbClr val="4d4d4d"/>
            </a:solidFill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"/>
          <p:cNvGrpSpPr/>
          <p:nvPr/>
        </p:nvGrpSpPr>
        <p:grpSpPr>
          <a:xfrm>
            <a:off x="4230720" y="3749760"/>
            <a:ext cx="317520" cy="306360"/>
            <a:chOff x="4230720" y="3749760"/>
            <a:chExt cx="317520" cy="306360"/>
          </a:xfrm>
        </p:grpSpPr>
        <p:sp>
          <p:nvSpPr>
            <p:cNvPr id="165" name=""/>
            <p:cNvSpPr/>
            <p:nvPr/>
          </p:nvSpPr>
          <p:spPr>
            <a:xfrm>
              <a:off x="4230720" y="3749760"/>
              <a:ext cx="317520" cy="3063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233960" y="3749760"/>
              <a:ext cx="313920" cy="30456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10793474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10793474"/>
                </a:path>
              </a:pathLst>
            </a:custGeom>
            <a:solidFill>
              <a:srgbClr val="4d4d4d"/>
            </a:solidFill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" name=""/>
          <p:cNvGrpSpPr/>
          <p:nvPr/>
        </p:nvGrpSpPr>
        <p:grpSpPr>
          <a:xfrm>
            <a:off x="4230720" y="4270320"/>
            <a:ext cx="317520" cy="306360"/>
            <a:chOff x="4230720" y="4270320"/>
            <a:chExt cx="317520" cy="306360"/>
          </a:xfrm>
        </p:grpSpPr>
        <p:sp>
          <p:nvSpPr>
            <p:cNvPr id="168" name=""/>
            <p:cNvSpPr/>
            <p:nvPr/>
          </p:nvSpPr>
          <p:spPr>
            <a:xfrm>
              <a:off x="4230720" y="4270320"/>
              <a:ext cx="317520" cy="3063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4233960" y="4270320"/>
              <a:ext cx="313920" cy="30456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10793474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10793474"/>
                </a:path>
              </a:pathLst>
            </a:custGeom>
            <a:solidFill>
              <a:srgbClr val="4d4d4d"/>
            </a:solidFill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"/>
          <p:cNvGrpSpPr/>
          <p:nvPr/>
        </p:nvGrpSpPr>
        <p:grpSpPr>
          <a:xfrm>
            <a:off x="4230720" y="4791240"/>
            <a:ext cx="317520" cy="306360"/>
            <a:chOff x="4230720" y="4791240"/>
            <a:chExt cx="317520" cy="306360"/>
          </a:xfrm>
        </p:grpSpPr>
        <p:sp>
          <p:nvSpPr>
            <p:cNvPr id="171" name=""/>
            <p:cNvSpPr/>
            <p:nvPr/>
          </p:nvSpPr>
          <p:spPr>
            <a:xfrm>
              <a:off x="4230720" y="4791240"/>
              <a:ext cx="317520" cy="3063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4233960" y="4791240"/>
              <a:ext cx="313920" cy="30456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10800" y="0"/>
                  </a:moveTo>
                  <a:arcTo wR="10800" hR="10800" stAng="-5400000" swAng="10793474"/>
                  <a:lnTo>
                    <a:pt x="10800" y="10800"/>
                  </a:lnTo>
                  <a:close/>
                </a:path>
                <a:path fill="none" w="21600" h="21600">
                  <a:moveTo>
                    <a:pt x="10800" y="0"/>
                  </a:moveTo>
                  <a:arcTo wR="10800" hR="10800" stAng="-5400000" swAng="10793474"/>
                </a:path>
              </a:pathLst>
            </a:custGeom>
            <a:solidFill>
              <a:srgbClr val="4d4d4d"/>
            </a:solidFill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3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Is client capable of meeting these requirements?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Interviews with catalogue sellers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3051000"/>
            <a:ext cx="9906120" cy="7624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宋体"/>
              </a:rPr>
              <a:t>Graphs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We win where we invest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55760" y="1367640"/>
            <a:ext cx="411300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Revenue growth driven by Korea, Taiwan, HK, and Singapore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337000" y="1367640"/>
            <a:ext cx="411336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This corresponds with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our investment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337000" y="2038320"/>
            <a:ext cx="411336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We have invested in Korea, Taiwan, HK, and Singapore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Allocated ~ 80% of additional BME and SG&amp;A spend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Reached #1 market position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Contributed over 100% of our revenue growth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We believe that we have a competitive advantage that is extendable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SG&amp;A investment is a key driver of results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Crucial to put in place a strong team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Our company  has window of opportunity to build a sustainable market leadership position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 flipV="1">
            <a:off x="2098800" y="2670120"/>
            <a:ext cx="523800" cy="7812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098800" y="4498920"/>
            <a:ext cx="523800" cy="28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62640" bIns="-626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2" name=""/>
          <p:cNvGraphicFramePr/>
          <p:nvPr/>
        </p:nvGraphicFramePr>
        <p:xfrm>
          <a:off x="527040" y="2260440"/>
          <a:ext cx="3351240" cy="313236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183" name=""/>
          <p:cNvSpPr/>
          <p:nvPr/>
        </p:nvSpPr>
        <p:spPr>
          <a:xfrm>
            <a:off x="1569960" y="3273480"/>
            <a:ext cx="1904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969840" y="5257800"/>
            <a:ext cx="1390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925720" y="2492280"/>
            <a:ext cx="2602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141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360520" y="5257800"/>
            <a:ext cx="1390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591000" y="3294000"/>
            <a:ext cx="74448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Korea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Taiwan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Hong Kong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Singapore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3591000" y="4765680"/>
            <a:ext cx="717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Rest of AP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63480" y="2176560"/>
            <a:ext cx="93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Revenue (B$)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flipV="1">
            <a:off x="3489480" y="4090680"/>
            <a:ext cx="961920" cy="11142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5651640" y="3862080"/>
            <a:ext cx="961920" cy="118116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3489480" y="5338440"/>
            <a:ext cx="961920" cy="44748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 flipV="1">
            <a:off x="5651640" y="2833560"/>
            <a:ext cx="961920" cy="16956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 flipV="1">
            <a:off x="5651640" y="3328920"/>
            <a:ext cx="961920" cy="144792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 flipV="1">
            <a:off x="5651640" y="5586120"/>
            <a:ext cx="961920" cy="3236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 flipV="1">
            <a:off x="3489480" y="5643360"/>
            <a:ext cx="961920" cy="28548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5651640" y="4462560"/>
            <a:ext cx="961920" cy="8762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 flipV="1">
            <a:off x="5651640" y="5062680"/>
            <a:ext cx="961920" cy="5810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 flipV="1">
            <a:off x="3489480" y="4776480"/>
            <a:ext cx="961920" cy="72396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3489480" y="5043600"/>
            <a:ext cx="961920" cy="5904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3489480" y="5910120"/>
            <a:ext cx="961920" cy="1526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61200" bIns="612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5651640" y="1956960"/>
            <a:ext cx="961920" cy="213372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 flipV="1">
            <a:off x="3489480" y="4528800"/>
            <a:ext cx="961920" cy="8478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6" name=""/>
          <p:cNvGraphicFramePr/>
          <p:nvPr/>
        </p:nvGraphicFramePr>
        <p:xfrm>
          <a:off x="1327320" y="1538280"/>
          <a:ext cx="7084800" cy="49608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207" name=""/>
          <p:cNvSpPr/>
          <p:nvPr/>
        </p:nvSpPr>
        <p:spPr>
          <a:xfrm>
            <a:off x="2884320" y="1325520"/>
            <a:ext cx="43340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flipV="1">
            <a:off x="2884320" y="1325520"/>
            <a:ext cx="0" cy="35654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218360" y="1325520"/>
            <a:ext cx="0" cy="31752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257560" y="5291280"/>
            <a:ext cx="98280" cy="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068960" y="57992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7,2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020000" y="171936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48,4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6132600" y="6351480"/>
            <a:ext cx="2171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2020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964640" y="2289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电力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964640" y="2975040"/>
            <a:ext cx="711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道路运输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964640" y="3489480"/>
            <a:ext cx="3553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化工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7964640" y="405612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钢铁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7964640" y="4656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水泥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964640" y="5218200"/>
            <a:ext cx="711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煤炭开发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964640" y="5799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其他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656240" y="1189080"/>
            <a:ext cx="788760" cy="272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+317%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960560" y="51847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3" name=""/>
          <p:cNvSpPr/>
          <p:nvPr/>
        </p:nvSpPr>
        <p:spPr>
          <a:xfrm>
            <a:off x="3036960" y="533232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4" name=""/>
          <p:cNvSpPr/>
          <p:nvPr/>
        </p:nvSpPr>
        <p:spPr>
          <a:xfrm>
            <a:off x="2432160" y="546084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5" name=""/>
          <p:cNvSpPr/>
          <p:nvPr/>
        </p:nvSpPr>
        <p:spPr>
          <a:xfrm>
            <a:off x="3036960" y="560376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6" name=""/>
          <p:cNvSpPr/>
          <p:nvPr/>
        </p:nvSpPr>
        <p:spPr>
          <a:xfrm>
            <a:off x="2432160" y="575136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7" name=""/>
          <p:cNvSpPr/>
          <p:nvPr/>
        </p:nvSpPr>
        <p:spPr>
          <a:xfrm>
            <a:off x="3036960" y="588960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228" name=""/>
          <p:cNvSpPr/>
          <p:nvPr/>
        </p:nvSpPr>
        <p:spPr>
          <a:xfrm>
            <a:off x="2432160" y="603720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685960" y="496728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11,6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798560" y="6351480"/>
            <a:ext cx="21718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2008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902120" y="42037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ffffff"/>
                </a:solidFill>
                <a:latin typeface="Arial"/>
                <a:ea typeface="Arial"/>
              </a:rPr>
              <a:t>5,0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902120" y="45464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902120" y="48038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068960" y="46562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902120" y="538488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902120" y="567072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902120" y="596124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4853160" y="385272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24,2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3970440" y="6351480"/>
            <a:ext cx="21621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2010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020000" y="228924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ffffff"/>
                </a:solidFill>
                <a:latin typeface="Arial"/>
                <a:ea typeface="Arial"/>
              </a:rPr>
              <a:t>10,0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4902120" y="50846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068960" y="348948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068960" y="40561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068960" y="521820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068960" y="29750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5,6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 flipV="1">
            <a:off x="3970440" y="4087440"/>
            <a:ext cx="0" cy="112068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>
            <a:off x="3932280" y="4091040"/>
            <a:ext cx="519120" cy="0"/>
          </a:xfrm>
          <a:prstGeom prst="line">
            <a:avLst/>
          </a:prstGeom>
          <a:ln w="64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489480" y="5205240"/>
            <a:ext cx="519120" cy="0"/>
          </a:xfrm>
          <a:prstGeom prst="line">
            <a:avLst/>
          </a:prstGeom>
          <a:ln w="64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575160" y="4564080"/>
            <a:ext cx="788760" cy="272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+109%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Health care spending increases with economic growth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Argentina, Australia, Belgium, Brazil, Canada, Chile, China, Colombia, Denmark, Finland, France, Germany, Greece, Hong Kong, India, Indonesia, Ireland, Italy, Japan, Malaysia, Mexico,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Netherlands, New Zealand, Norway, Philippines, Portugal, Singapore, South Africa, South Korea, Spain, Sweden, Switzerland, Taiwan, Thailand, Turkey, United Kingdom, United States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EIU;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690560" y="2076480"/>
            <a:ext cx="5962680" cy="3220920"/>
          </a:xfrm>
          <a:custGeom>
            <a:avLst/>
            <a:gdLst/>
            <a:ahLst/>
            <a:rect l="l" t="t" r="r" b="b"/>
            <a:pathLst>
              <a:path w="3000" h="1904">
                <a:moveTo>
                  <a:pt x="3000" y="0"/>
                </a:moveTo>
                <a:cubicBezTo>
                  <a:pt x="2899" y="44"/>
                  <a:pt x="2603" y="61"/>
                  <a:pt x="2392" y="256"/>
                </a:cubicBezTo>
                <a:cubicBezTo>
                  <a:pt x="2181" y="451"/>
                  <a:pt x="2013" y="932"/>
                  <a:pt x="1736" y="1168"/>
                </a:cubicBezTo>
                <a:cubicBezTo>
                  <a:pt x="1455" y="1386"/>
                  <a:pt x="1017" y="1549"/>
                  <a:pt x="728" y="1672"/>
                </a:cubicBezTo>
                <a:cubicBezTo>
                  <a:pt x="439" y="1795"/>
                  <a:pt x="152" y="1856"/>
                  <a:pt x="0" y="1904"/>
                </a:cubicBezTo>
              </a:path>
            </a:pathLst>
          </a:custGeom>
          <a:noFill/>
          <a:ln w="255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5" name=""/>
          <p:cNvGraphicFramePr/>
          <p:nvPr/>
        </p:nvGraphicFramePr>
        <p:xfrm>
          <a:off x="1285920" y="1990800"/>
          <a:ext cx="7286760" cy="37432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256" name=""/>
          <p:cNvSpPr/>
          <p:nvPr/>
        </p:nvSpPr>
        <p:spPr>
          <a:xfrm>
            <a:off x="2216880" y="3922560"/>
            <a:ext cx="476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pc="-1" strike="noStrike">
                <a:solidFill>
                  <a:srgbClr val="177b57"/>
                </a:solidFill>
                <a:latin typeface="Arial"/>
                <a:ea typeface="宋体"/>
              </a:rPr>
              <a:t>Indonesia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4051440" y="3959280"/>
            <a:ext cx="3970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Australia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4407480" y="3803760"/>
            <a:ext cx="357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Canada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5762160" y="3411360"/>
            <a:ext cx="4136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Denmark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4889160" y="4238640"/>
            <a:ext cx="3344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Finland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389400" y="4567320"/>
            <a:ext cx="3344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Greece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278240" y="4645080"/>
            <a:ext cx="511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Hong Kong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5754960" y="4067280"/>
            <a:ext cx="311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Ireland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4166640" y="4122720"/>
            <a:ext cx="186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Italy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5350680" y="3951360"/>
            <a:ext cx="2779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Japan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2299680" y="5165640"/>
            <a:ext cx="403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Malaysia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217240" y="4933800"/>
            <a:ext cx="3236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Mexico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5538240" y="3784680"/>
            <a:ext cx="5508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Netherlands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6582240" y="2925720"/>
            <a:ext cx="3466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Norway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866680" y="4422600"/>
            <a:ext cx="380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Portugal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129560" y="4802040"/>
            <a:ext cx="465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Singapore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057120" y="4962600"/>
            <a:ext cx="5677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South Korea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899880" y="4346640"/>
            <a:ext cx="2613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Spain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5086440" y="3618000"/>
            <a:ext cx="3693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Sweden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526440" y="2716200"/>
            <a:ext cx="528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Switzerland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2902680" y="4705200"/>
            <a:ext cx="3283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Taiwan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217600" y="4541760"/>
            <a:ext cx="4366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Argentina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2216520" y="4416480"/>
            <a:ext cx="25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Brazil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217600" y="4789440"/>
            <a:ext cx="2322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Chile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2217240" y="4048200"/>
            <a:ext cx="267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China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2216160" y="4170240"/>
            <a:ext cx="432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Colombia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2217600" y="4664160"/>
            <a:ext cx="555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South Africa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2217600" y="4294080"/>
            <a:ext cx="3924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Thailand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416840" y="3260880"/>
            <a:ext cx="3693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Belgium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467960" y="3384720"/>
            <a:ext cx="31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France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366080" y="3508200"/>
            <a:ext cx="419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Germany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057920" y="3137040"/>
            <a:ext cx="726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United Kingdom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2781720" y="5113440"/>
            <a:ext cx="311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Turkey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5477400" y="2238480"/>
            <a:ext cx="6134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United States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3472920" y="4179960"/>
            <a:ext cx="369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New</a:t>
            </a:r>
            <a:br>
              <a:rPr sz="800"/>
            </a:b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Zealand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 flipH="1">
            <a:off x="5321160" y="3849840"/>
            <a:ext cx="20664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2133720" y="4849920"/>
            <a:ext cx="54000" cy="2365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2036880" y="4726080"/>
            <a:ext cx="150840" cy="34740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1976400" y="4608360"/>
            <a:ext cx="211320" cy="50976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1919160" y="4479840"/>
            <a:ext cx="268560" cy="66060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1847880" y="4362480"/>
            <a:ext cx="339840" cy="8287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797120" y="4232160"/>
            <a:ext cx="390600" cy="9781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725480" y="4110120"/>
            <a:ext cx="462240" cy="111924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682640" y="3989520"/>
            <a:ext cx="505080" cy="12841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2101680" y="5234040"/>
            <a:ext cx="18576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 flipH="1">
            <a:off x="4807800" y="3201840"/>
            <a:ext cx="174600" cy="8161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 flipH="1">
            <a:off x="4807800" y="3330720"/>
            <a:ext cx="150840" cy="58104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 flipH="1">
            <a:off x="4807800" y="3456000"/>
            <a:ext cx="119160" cy="36972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 flipH="1">
            <a:off x="4807800" y="3573360"/>
            <a:ext cx="82440" cy="96840"/>
          </a:xfrm>
          <a:custGeom>
            <a:avLst/>
            <a:gdLst/>
            <a:ahLst/>
            <a:rect l="l" t="t" r="r" b="b"/>
            <a:pathLst>
              <a:path w="28" h="148">
                <a:moveTo>
                  <a:pt x="28" y="0"/>
                </a:moveTo>
                <a:lnTo>
                  <a:pt x="0" y="0"/>
                </a:lnTo>
                <a:lnTo>
                  <a:pt x="0" y="148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2001960" y="5172120"/>
            <a:ext cx="77472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7152480" y="5551560"/>
            <a:ext cx="1270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GDP per capita ($)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445040" y="1956600"/>
            <a:ext cx="1855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Expenditure per capita (K$)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969200" y="1575360"/>
            <a:ext cx="6122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Total expenditure on health vs. GDP—comparison across countries</a:t>
            </a:r>
            <a:r>
              <a:rPr b="0" lang="en-US" sz="14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1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 (2003)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 flipV="1">
            <a:off x="3489480" y="4090680"/>
            <a:ext cx="961920" cy="11142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 flipV="1">
            <a:off x="5651640" y="3862080"/>
            <a:ext cx="961920" cy="118116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 flipV="1">
            <a:off x="3489480" y="5338440"/>
            <a:ext cx="961920" cy="44748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 flipV="1">
            <a:off x="5651640" y="2833560"/>
            <a:ext cx="961920" cy="16956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 flipV="1">
            <a:off x="5651640" y="3328920"/>
            <a:ext cx="961920" cy="144792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 flipV="1">
            <a:off x="5651640" y="5586120"/>
            <a:ext cx="961920" cy="3236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 flipV="1">
            <a:off x="3489480" y="5643360"/>
            <a:ext cx="961920" cy="28548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 flipV="1">
            <a:off x="5651640" y="4462560"/>
            <a:ext cx="961920" cy="8762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 flipV="1">
            <a:off x="5651640" y="5062680"/>
            <a:ext cx="961920" cy="5810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 flipV="1">
            <a:off x="3489480" y="4776480"/>
            <a:ext cx="961920" cy="72396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 flipV="1">
            <a:off x="3489480" y="5043600"/>
            <a:ext cx="961920" cy="5904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 flipV="1">
            <a:off x="3489480" y="5910120"/>
            <a:ext cx="961920" cy="15264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61200" bIns="612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 flipV="1">
            <a:off x="5651640" y="1956960"/>
            <a:ext cx="961920" cy="213372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 flipV="1">
            <a:off x="3489480" y="4528800"/>
            <a:ext cx="961920" cy="847800"/>
          </a:xfrm>
          <a:prstGeom prst="line">
            <a:avLst/>
          </a:prstGeom>
          <a:ln w="3240">
            <a:solidFill>
              <a:srgbClr val="000000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4" name=""/>
          <p:cNvGraphicFramePr/>
          <p:nvPr/>
        </p:nvGraphicFramePr>
        <p:xfrm>
          <a:off x="1327320" y="1538280"/>
          <a:ext cx="7084800" cy="49608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325" name=""/>
          <p:cNvSpPr/>
          <p:nvPr/>
        </p:nvSpPr>
        <p:spPr>
          <a:xfrm>
            <a:off x="2884320" y="1325520"/>
            <a:ext cx="43340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 flipV="1">
            <a:off x="2884320" y="1325520"/>
            <a:ext cx="0" cy="35654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218360" y="1325520"/>
            <a:ext cx="0" cy="31752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2257560" y="5291280"/>
            <a:ext cx="98280" cy="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7068960" y="57992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7,2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7020000" y="171936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48,4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132600" y="6351480"/>
            <a:ext cx="2171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2020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964640" y="2289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电力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964640" y="2975040"/>
            <a:ext cx="711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道路运输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964640" y="3489480"/>
            <a:ext cx="3553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化工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7964640" y="405612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钢铁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964640" y="4656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水泥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7964640" y="5218200"/>
            <a:ext cx="711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煤炭开发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7964640" y="5799240"/>
            <a:ext cx="3553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其他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656240" y="1189080"/>
            <a:ext cx="788760" cy="272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+317%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1960560" y="51847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1" name=""/>
          <p:cNvSpPr/>
          <p:nvPr/>
        </p:nvSpPr>
        <p:spPr>
          <a:xfrm>
            <a:off x="3036960" y="533232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2" name=""/>
          <p:cNvSpPr/>
          <p:nvPr/>
        </p:nvSpPr>
        <p:spPr>
          <a:xfrm>
            <a:off x="2432160" y="546084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3" name=""/>
          <p:cNvSpPr/>
          <p:nvPr/>
        </p:nvSpPr>
        <p:spPr>
          <a:xfrm>
            <a:off x="3036960" y="560376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4" name=""/>
          <p:cNvSpPr/>
          <p:nvPr/>
        </p:nvSpPr>
        <p:spPr>
          <a:xfrm>
            <a:off x="2432160" y="575136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5" name=""/>
          <p:cNvSpPr/>
          <p:nvPr/>
        </p:nvSpPr>
        <p:spPr>
          <a:xfrm>
            <a:off x="3036960" y="588960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346" name=""/>
          <p:cNvSpPr/>
          <p:nvPr/>
        </p:nvSpPr>
        <p:spPr>
          <a:xfrm>
            <a:off x="2432160" y="6037200"/>
            <a:ext cx="296640" cy="212760"/>
          </a:xfrm>
          <a:prstGeom prst="rect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685960" y="496728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11,6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1798560" y="6351480"/>
            <a:ext cx="21718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2008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4902120" y="42037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ffffff"/>
                </a:solidFill>
                <a:latin typeface="Arial"/>
                <a:ea typeface="Arial"/>
              </a:rPr>
              <a:t>5,0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4902120" y="45464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4902120" y="48038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7068960" y="46562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902120" y="538488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902120" y="567072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4902120" y="596124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853160" y="385272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24,2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970440" y="6351480"/>
            <a:ext cx="21621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2010</a:t>
            </a: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7020000" y="2289240"/>
            <a:ext cx="395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ffffff"/>
                </a:solidFill>
                <a:latin typeface="Arial"/>
                <a:ea typeface="Arial"/>
              </a:rPr>
              <a:t>10,0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4902120" y="50846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3,4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7068960" y="3489480"/>
            <a:ext cx="2970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7068960" y="405612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7068960" y="521820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6,0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7068960" y="2975040"/>
            <a:ext cx="297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rIns="2556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5,6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3970440" y="4087440"/>
            <a:ext cx="0" cy="1120680"/>
          </a:xfrm>
          <a:prstGeom prst="line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>
            <a:off x="3932280" y="4091040"/>
            <a:ext cx="519120" cy="0"/>
          </a:xfrm>
          <a:prstGeom prst="line">
            <a:avLst/>
          </a:prstGeom>
          <a:ln w="64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489480" y="5205240"/>
            <a:ext cx="519120" cy="0"/>
          </a:xfrm>
          <a:prstGeom prst="line">
            <a:avLst/>
          </a:prstGeom>
          <a:ln w="64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575160" y="4564080"/>
            <a:ext cx="788760" cy="272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CN" sz="1400" spc="-1" strike="noStrike">
                <a:solidFill>
                  <a:srgbClr val="000000"/>
                </a:solidFill>
                <a:latin typeface="Arial"/>
                <a:ea typeface="Arial"/>
              </a:rPr>
              <a:t>+109%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Model predicts ~ $35M upfront payment for compound X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Regression omits Cephalon-Alkermes deal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deal database;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0" name=""/>
          <p:cNvGraphicFramePr/>
          <p:nvPr/>
        </p:nvGraphicFramePr>
        <p:xfrm>
          <a:off x="1285920" y="1990800"/>
          <a:ext cx="7324560" cy="37432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371" name=""/>
          <p:cNvSpPr/>
          <p:nvPr/>
        </p:nvSpPr>
        <p:spPr>
          <a:xfrm>
            <a:off x="6689160" y="5637240"/>
            <a:ext cx="1770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Projected peak sales (M$)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675440" y="1451520"/>
            <a:ext cx="6711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Biotech licensing payments: Correlation between upfront payments and peak sales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440360" y="1937520"/>
            <a:ext cx="1482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Upfront payment (M$)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677960" y="3894120"/>
            <a:ext cx="5546880" cy="1395360"/>
          </a:xfrm>
          <a:custGeom>
            <a:avLst/>
            <a:gdLst/>
            <a:ahLst/>
            <a:rect l="l" t="t" r="r" b="b"/>
            <a:pathLst>
              <a:path w="357" h="835">
                <a:moveTo>
                  <a:pt x="0" y="0"/>
                </a:moveTo>
                <a:lnTo>
                  <a:pt x="357" y="0"/>
                </a:lnTo>
                <a:lnTo>
                  <a:pt x="357" y="835"/>
                </a:lnTo>
              </a:path>
            </a:pathLst>
          </a:custGeom>
          <a:noFill/>
          <a:ln w="19080">
            <a:solidFill>
              <a:srgbClr val="dc6e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8550360" y="4929120"/>
            <a:ext cx="85680" cy="8244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1880" bIns="1188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Licensing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deals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6797520" y="2401920"/>
            <a:ext cx="1524240" cy="649080"/>
          </a:xfrm>
          <a:prstGeom prst="rect">
            <a:avLst/>
          </a:prstGeom>
          <a:solidFill>
            <a:srgbClr val="e2e2e2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1836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Compound 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$500M peak sales = $35M upfront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514520" y="5680080"/>
            <a:ext cx="3927600" cy="49356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4670280" y="5783400"/>
            <a:ext cx="727200" cy="2732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</a:t>
            </a:r>
            <a:r>
              <a:rPr b="0" lang="en-US" sz="10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2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 = 0.76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2327040" y="5730840"/>
            <a:ext cx="665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Upfront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payment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151080" y="5931000"/>
            <a:ext cx="86544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342600" y="5910120"/>
            <a:ext cx="426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12.1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3170160" y="5699160"/>
            <a:ext cx="819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Peak Sales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4002480" y="5791320"/>
            <a:ext cx="609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- $4.2M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2901240" y="5808600"/>
            <a:ext cx="2538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=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533600" y="5729400"/>
            <a:ext cx="869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Regression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Equation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6" name=""/>
          <p:cNvCxnSpPr>
            <a:stCxn id="376" idx="2"/>
            <a:endCxn id="374" idx="0"/>
          </p:cNvCxnSpPr>
          <p:nvPr/>
        </p:nvCxnSpPr>
        <p:spPr>
          <a:xfrm flipH="1">
            <a:off x="7224480" y="3051000"/>
            <a:ext cx="335520" cy="83448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Early phases of development are getting longer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455760" y="1611360"/>
            <a:ext cx="268740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Phase 1 (median)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3610080" y="1611360"/>
            <a:ext cx="268740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Phase 2 (median)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6754680" y="1611360"/>
            <a:ext cx="268776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Phase 3 (median)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Data for top 20 Pharma only. Phase duration is defined as time from starting one phase to the beginning the next phase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Pharmaprojects R&amp;D database;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914480" y="3178080"/>
            <a:ext cx="838080" cy="19987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18.4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(’01–’06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952560" y="3659040"/>
            <a:ext cx="838080" cy="1517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14.2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(’94–’00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94" name=""/>
          <p:cNvGraphicFramePr/>
          <p:nvPr/>
        </p:nvGraphicFramePr>
        <p:xfrm>
          <a:off x="509760" y="2260440"/>
          <a:ext cx="2581200" cy="335304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395" name=""/>
          <p:cNvSpPr/>
          <p:nvPr/>
        </p:nvSpPr>
        <p:spPr>
          <a:xfrm flipV="1">
            <a:off x="1150200" y="2729880"/>
            <a:ext cx="1402920" cy="37584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617840" y="2813040"/>
            <a:ext cx="466560" cy="2080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30%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4098960" y="3665520"/>
            <a:ext cx="839880" cy="15112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23.3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(’94–’00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5062680" y="3186000"/>
            <a:ext cx="838080" cy="199080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29.9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(’01–’06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99" name=""/>
          <p:cNvGraphicFramePr/>
          <p:nvPr/>
        </p:nvGraphicFramePr>
        <p:xfrm>
          <a:off x="3662280" y="2259000"/>
          <a:ext cx="2581200" cy="335268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sp>
        <p:nvSpPr>
          <p:cNvPr id="400" name=""/>
          <p:cNvSpPr/>
          <p:nvPr/>
        </p:nvSpPr>
        <p:spPr>
          <a:xfrm flipV="1">
            <a:off x="4285800" y="2729520"/>
            <a:ext cx="1404360" cy="37656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4754520" y="2813040"/>
            <a:ext cx="466920" cy="2080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28%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7245360" y="3597120"/>
            <a:ext cx="838080" cy="15796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36.5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(’94–’00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8209080" y="3478320"/>
            <a:ext cx="838080" cy="169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38.9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(’01–’06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median)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04" name=""/>
          <p:cNvGraphicFramePr/>
          <p:nvPr/>
        </p:nvGraphicFramePr>
        <p:xfrm>
          <a:off x="6807240" y="2260440"/>
          <a:ext cx="2581200" cy="3353040"/>
        </p:xfrm>
        <a:graphic>
          <a:graphicData uri="http://schemas.openxmlformats.org/presentationml/2006/ole">
            <p:oleObj r:id="rId3" spid="">
              <p:embed/>
            </p:oleObj>
          </a:graphicData>
        </a:graphic>
      </p:graphicFrame>
      <p:sp>
        <p:nvSpPr>
          <p:cNvPr id="405" name=""/>
          <p:cNvSpPr/>
          <p:nvPr/>
        </p:nvSpPr>
        <p:spPr>
          <a:xfrm>
            <a:off x="8047440" y="5548320"/>
            <a:ext cx="1174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Year of end of phase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 flipV="1">
            <a:off x="7446240" y="2729880"/>
            <a:ext cx="1402920" cy="37584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7913520" y="2813040"/>
            <a:ext cx="466920" cy="2080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66720" y="2234520"/>
            <a:ext cx="1012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Duration (Months)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3816360" y="2260080"/>
            <a:ext cx="1012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Duration (Months)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6961320" y="2234520"/>
            <a:ext cx="10126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Duration (Months)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Phase II trials are getting bigger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455760" y="1428120"/>
            <a:ext cx="411300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Mean patient enrollment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increasing faster than median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5337000" y="1428120"/>
            <a:ext cx="411336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Growing number of large 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Phase II studies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Data from top 20 pharma companies and top 10 biotechs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 www.clinicaltrials.gov;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16" name=""/>
          <p:cNvGraphicFramePr/>
          <p:nvPr/>
        </p:nvGraphicFramePr>
        <p:xfrm>
          <a:off x="527040" y="2260440"/>
          <a:ext cx="3608280" cy="333216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417" name=""/>
          <p:cNvSpPr/>
          <p:nvPr/>
        </p:nvSpPr>
        <p:spPr>
          <a:xfrm>
            <a:off x="3935520" y="2670120"/>
            <a:ext cx="315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3935520" y="3689280"/>
            <a:ext cx="414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Median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663480" y="2176560"/>
            <a:ext cx="188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Expected patient enrollment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20" name=""/>
          <p:cNvGraphicFramePr/>
          <p:nvPr/>
        </p:nvGraphicFramePr>
        <p:xfrm>
          <a:off x="5473800" y="2260440"/>
          <a:ext cx="3846240" cy="313236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sp>
        <p:nvSpPr>
          <p:cNvPr id="421" name=""/>
          <p:cNvSpPr/>
          <p:nvPr/>
        </p:nvSpPr>
        <p:spPr>
          <a:xfrm>
            <a:off x="5850000" y="5257800"/>
            <a:ext cx="4762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6326280" y="5257800"/>
            <a:ext cx="485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811920" y="5257800"/>
            <a:ext cx="4762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288200" y="5257800"/>
            <a:ext cx="485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7773840" y="5257800"/>
            <a:ext cx="4762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8250120" y="5257800"/>
            <a:ext cx="48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8736120" y="5257800"/>
            <a:ext cx="4762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2006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5613480" y="2176560"/>
            <a:ext cx="2989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Number of Phase II trials with &gt; 500 patients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99640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Emerging markets: a potential source of inexpensive labor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Desk research;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560600" y="2595600"/>
            <a:ext cx="1130040" cy="1554120"/>
          </a:xfrm>
          <a:custGeom>
            <a:avLst/>
            <a:gdLst>
              <a:gd name="textAreaLeft" fmla="*/ 73440 w 1130040"/>
              <a:gd name="textAreaRight" fmla="*/ 1056600 w 1130040"/>
              <a:gd name="textAreaTop" fmla="*/ 73440 h 1554120"/>
              <a:gd name="textAreaBottom" fmla="*/ 1480680 h 1554120"/>
            </a:gdLst>
            <a:ahLst/>
            <a:rect l="textAreaLeft" t="textAreaTop" r="textAreaRight" b="textAreaBottom"/>
            <a:pathLst>
              <a:path w="21600" h="29703">
                <a:moveTo>
                  <a:pt x="4809" y="0"/>
                </a:moveTo>
                <a:arcTo wR="4809" hR="4809" stAng="16200000" swAng="-5400000"/>
                <a:lnTo>
                  <a:pt x="0" y="24894"/>
                </a:lnTo>
                <a:arcTo wR="4809" hR="4809" stAng="10800000" swAng="-5400000"/>
                <a:lnTo>
                  <a:pt x="16791" y="29703"/>
                </a:lnTo>
                <a:arcTo wR="4809" hR="4809" stAng="5400000" swAng="-5400000"/>
                <a:lnTo>
                  <a:pt x="21600" y="4809"/>
                </a:lnTo>
                <a:arcTo wR="4809" hR="4809" stAng="0" swAng="-5400000"/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4622760" y="3809880"/>
            <a:ext cx="3046320" cy="1371600"/>
          </a:xfrm>
          <a:prstGeom prst="roundRect">
            <a:avLst>
              <a:gd name="adj" fmla="val 29514"/>
            </a:avLst>
          </a:pr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2727360" y="2705040"/>
            <a:ext cx="1488960" cy="2111400"/>
          </a:xfrm>
          <a:custGeom>
            <a:avLst/>
            <a:gdLst>
              <a:gd name="textAreaLeft" fmla="*/ 210960 w 1488960"/>
              <a:gd name="textAreaRight" fmla="*/ 1278000 w 1488960"/>
              <a:gd name="textAreaTop" fmla="*/ 210960 h 2111400"/>
              <a:gd name="textAreaBottom" fmla="*/ 1900440 h 2111400"/>
            </a:gdLst>
            <a:ahLst/>
            <a:rect l="textAreaLeft" t="textAreaTop" r="textAreaRight" b="textAreaBottom"/>
            <a:pathLst>
              <a:path w="21600" h="30627">
                <a:moveTo>
                  <a:pt x="10459" y="0"/>
                </a:moveTo>
                <a:arcTo wR="10459" hR="10459" stAng="16200000" swAng="-5400000"/>
                <a:lnTo>
                  <a:pt x="0" y="20168"/>
                </a:lnTo>
                <a:arcTo wR="10459" hR="10459" stAng="10800000" swAng="-5400000"/>
                <a:lnTo>
                  <a:pt x="11141" y="30627"/>
                </a:lnTo>
                <a:arcTo wR="10459" hR="10459" stAng="5400000" swAng="-5400000"/>
                <a:lnTo>
                  <a:pt x="21600" y="10459"/>
                </a:lnTo>
                <a:arcTo wR="10459" hR="10459" stAng="0" swAng="-5400000"/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36" name=""/>
          <p:cNvGraphicFramePr/>
          <p:nvPr/>
        </p:nvGraphicFramePr>
        <p:xfrm>
          <a:off x="1219320" y="2200320"/>
          <a:ext cx="7419960" cy="38862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437" name=""/>
          <p:cNvSpPr/>
          <p:nvPr/>
        </p:nvSpPr>
        <p:spPr>
          <a:xfrm>
            <a:off x="1385280" y="2066400"/>
            <a:ext cx="31431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Growth of industrial production in % (2001–05)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5531760" y="5765760"/>
            <a:ext cx="2914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Manufacturing compensation 2002 ($/hour)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1406520" y="5791320"/>
            <a:ext cx="325440" cy="315720"/>
          </a:xfrm>
          <a:prstGeom prst="ellipse">
            <a:avLst/>
          </a:prstGeom>
          <a:noFill/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0" bIns="0" anchor="ctr">
            <a:noAutofit/>
          </a:bodyPr>
          <a:p>
            <a:pPr marL="284040" indent="-28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Industrial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GDP $500B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1991160" y="2735280"/>
            <a:ext cx="389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China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2035080" y="3884760"/>
            <a:ext cx="4410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Russia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1926000" y="3360600"/>
            <a:ext cx="3391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India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2090880" y="3630600"/>
            <a:ext cx="5295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Thailand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2126160" y="3086280"/>
            <a:ext cx="5418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Malaysia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4637520" y="4371840"/>
            <a:ext cx="3009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Italy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4844520" y="4494240"/>
            <a:ext cx="2505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UK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5389920" y="3952800"/>
            <a:ext cx="4471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France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4840560" y="3811680"/>
            <a:ext cx="4914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Canada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996240" y="4211640"/>
            <a:ext cx="5616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Germany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485040" y="4622760"/>
            <a:ext cx="2505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US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603760" y="4313160"/>
            <a:ext cx="4032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Japan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2900880" y="3890880"/>
            <a:ext cx="4593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Taiwan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3208320" y="2768760"/>
            <a:ext cx="3970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Korea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3476880" y="4314960"/>
            <a:ext cx="3834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Spain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flipH="1">
            <a:off x="5243400" y="4067280"/>
            <a:ext cx="152640" cy="1476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2114640" y="3224160"/>
            <a:ext cx="587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Indonesia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1689120" y="3290760"/>
            <a:ext cx="434880" cy="55800"/>
          </a:xfrm>
          <a:custGeom>
            <a:avLst/>
            <a:gdLst/>
            <a:ahLst/>
            <a:rect l="l" t="t" r="r" b="b"/>
            <a:pathLst>
              <a:path w="266" h="35">
                <a:moveTo>
                  <a:pt x="266" y="35"/>
                </a:moveTo>
                <a:lnTo>
                  <a:pt x="35" y="35"/>
                </a:lnTo>
                <a:lnTo>
                  <a:pt x="0" y="0"/>
                </a:lnTo>
              </a:path>
            </a:pathLst>
          </a:custGeom>
          <a:noFill/>
          <a:ln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0080" bIns="1008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8" name=""/>
          <p:cNvCxnSpPr>
            <a:stCxn id="459" idx="1"/>
            <a:endCxn id="435" idx="3"/>
          </p:cNvCxnSpPr>
          <p:nvPr/>
        </p:nvCxnSpPr>
        <p:spPr>
          <a:xfrm flipH="1">
            <a:off x="4215600" y="3185640"/>
            <a:ext cx="381960" cy="57564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sp>
        <p:nvSpPr>
          <p:cNvPr id="460" name=""/>
          <p:cNvSpPr/>
          <p:nvPr/>
        </p:nvSpPr>
        <p:spPr>
          <a:xfrm>
            <a:off x="4597560" y="2244600"/>
            <a:ext cx="1892160" cy="509760"/>
          </a:xfrm>
          <a:prstGeom prst="rect">
            <a:avLst/>
          </a:prstGeom>
          <a:solidFill>
            <a:srgbClr val="d2e0e6"/>
          </a:solidFill>
          <a:ln w="936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Low cost, fast growth industrial GDP: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$1.1 trillion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4597560" y="2930400"/>
            <a:ext cx="1892160" cy="509760"/>
          </a:xfrm>
          <a:prstGeom prst="rect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Medium cost, solid growth industrial GDP: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$0.5 trillion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7072200" y="2921040"/>
            <a:ext cx="1892520" cy="509400"/>
          </a:xfrm>
          <a:prstGeom prst="rect">
            <a:avLst/>
          </a:prstGeom>
          <a:solidFill>
            <a:srgbClr val="f9efbd"/>
          </a:solidFill>
          <a:ln w="936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High cost &amp; low growth current industrial GDP: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$6.2 trillion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2" name=""/>
          <p:cNvCxnSpPr>
            <a:stCxn id="461" idx="2"/>
            <a:endCxn id="434" idx="0"/>
          </p:cNvCxnSpPr>
          <p:nvPr/>
        </p:nvCxnSpPr>
        <p:spPr>
          <a:xfrm flipH="1">
            <a:off x="6146280" y="3430440"/>
            <a:ext cx="1872720" cy="38016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463" name=""/>
          <p:cNvCxnSpPr>
            <a:stCxn id="460" idx="1"/>
            <a:endCxn id="433" idx="0"/>
          </p:cNvCxnSpPr>
          <p:nvPr/>
        </p:nvCxnSpPr>
        <p:spPr>
          <a:xfrm flipV="1" rot="10800000">
            <a:off x="2125080" y="2499120"/>
            <a:ext cx="2472480" cy="96120"/>
          </a:xfrm>
          <a:prstGeom prst="bentConnector2">
            <a:avLst/>
          </a:prstGeom>
          <a:ln w="9360">
            <a:solidFill>
              <a:srgbClr val="808080"/>
            </a:solidFill>
            <a:miter/>
          </a:ln>
        </p:spPr>
      </p:cxnSp>
      <p:sp>
        <p:nvSpPr>
          <p:cNvPr id="464" name=""/>
          <p:cNvSpPr/>
          <p:nvPr/>
        </p:nvSpPr>
        <p:spPr>
          <a:xfrm>
            <a:off x="2545560" y="1451520"/>
            <a:ext cx="4818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Low cost labor markets are showing rapid industrial growth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98056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Comparable product typically spend ~ $70M pre-launch 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Top-down estimate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graphicFrame>
        <p:nvGraphicFramePr>
          <p:cNvPr id="467" name=""/>
          <p:cNvGraphicFramePr/>
          <p:nvPr/>
        </p:nvGraphicFramePr>
        <p:xfrm>
          <a:off x="1968480" y="1625760"/>
          <a:ext cx="7264440" cy="31924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468" name=""/>
          <p:cNvSpPr/>
          <p:nvPr/>
        </p:nvSpPr>
        <p:spPr>
          <a:xfrm>
            <a:off x="2132280" y="1572480"/>
            <a:ext cx="15505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Pre-launch spend (M$)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2424240" y="1879560"/>
            <a:ext cx="776160" cy="220680"/>
          </a:xfrm>
          <a:prstGeom prst="rect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Symbol"/>
                <a:ea typeface="Symbol"/>
              </a:rPr>
              <a:t>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 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$70M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520560" y="2519280"/>
            <a:ext cx="1471680" cy="1146240"/>
          </a:xfrm>
          <a:custGeom>
            <a:avLst/>
            <a:gdLst>
              <a:gd name="textAreaLeft" fmla="*/ 0 w 1471680"/>
              <a:gd name="textAreaRight" fmla="*/ 1472040 w 1471680"/>
              <a:gd name="textAreaTop" fmla="*/ 0 h 1146240"/>
              <a:gd name="textAreaBottom" fmla="*/ 1146600 h 1146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995" y="0"/>
                </a:lnTo>
                <a:lnTo>
                  <a:pt x="21600" y="10800"/>
                </a:lnTo>
                <a:lnTo>
                  <a:pt x="1999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Adjusted pre-launch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spend (central + US)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for primary care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product with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99880" indent="-1854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$1B peak sales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99880" indent="-1854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 MoA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99880" indent="-1854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 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2801880" y="4925880"/>
            <a:ext cx="878040" cy="28764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4484520" y="4925880"/>
            <a:ext cx="878040" cy="28764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$7M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167520" y="4925880"/>
            <a:ext cx="877680" cy="28764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$29M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7840800" y="4925880"/>
            <a:ext cx="877680" cy="28764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$32M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1922760" y="4970520"/>
            <a:ext cx="7218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Average: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flipV="1">
            <a:off x="2560680" y="4738680"/>
            <a:ext cx="1360440" cy="12528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5040" bIns="-5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flipV="1">
            <a:off x="4243320" y="4738680"/>
            <a:ext cx="1359000" cy="12528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5040" bIns="-5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flipV="1">
            <a:off x="5925960" y="4738680"/>
            <a:ext cx="1360800" cy="12528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5040" bIns="-5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flipV="1">
            <a:off x="7599240" y="4738680"/>
            <a:ext cx="1360440" cy="12528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5040" bIns="-5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$2B+ launch, competitive with Vioxx, significant investment in un-branded promotion pre-launch to establish new MoA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Comparable defined as $1B peak sales, in new TA for company with new MoA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benchmark study, 2002; best practice, LLP benchmark report, 2004; Cutting Edge Information, Inc. benchmarking report, 2003;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1982880" y="5662440"/>
            <a:ext cx="5941800" cy="5320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For comparison: Celebrex estimated to have incurred</a:t>
            </a:r>
            <a:br>
              <a:rPr sz="1600"/>
            </a:b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~ $160M</a:t>
            </a:r>
            <a:r>
              <a:rPr b="1" lang="en-US" sz="1500" spc="-1" strike="noStrike" baseline="30000">
                <a:solidFill>
                  <a:srgbClr val="ffffff"/>
                </a:solidFill>
                <a:latin typeface="Arial"/>
                <a:ea typeface="宋体"/>
              </a:rPr>
              <a:t>1</a:t>
            </a: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 pre-launch spend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Agricultural input only small part 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of food value chain's value-added 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6527880" y="292104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7365960" y="219708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2346480" y="503568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3184560" y="500688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4022640" y="483552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4861080" y="4178160"/>
            <a:ext cx="314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5689440" y="4149720"/>
            <a:ext cx="31464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91440" bIns="-914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0" name=""/>
          <p:cNvGraphicFramePr/>
          <p:nvPr/>
        </p:nvGraphicFramePr>
        <p:xfrm>
          <a:off x="1117440" y="1825560"/>
          <a:ext cx="7351920" cy="351324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491" name=""/>
          <p:cNvSpPr/>
          <p:nvPr/>
        </p:nvSpPr>
        <p:spPr>
          <a:xfrm>
            <a:off x="1254240" y="1741320"/>
            <a:ext cx="1857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B$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6602400" y="5229360"/>
            <a:ext cx="934920" cy="612720"/>
          </a:xfrm>
          <a:custGeom>
            <a:avLst/>
            <a:gdLst>
              <a:gd name="textAreaLeft" fmla="*/ 0 w 934920"/>
              <a:gd name="textAreaRight" fmla="*/ 935280 w 934920"/>
              <a:gd name="textAreaTop" fmla="*/ 0 h 612720"/>
              <a:gd name="textAreaBottom" fmla="*/ 613080 h 612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8118" y="0"/>
                </a:lnTo>
                <a:lnTo>
                  <a:pt x="21600" y="10800"/>
                </a:lnTo>
                <a:lnTo>
                  <a:pt x="1811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5815080" y="5229360"/>
            <a:ext cx="934920" cy="612720"/>
          </a:xfrm>
          <a:custGeom>
            <a:avLst/>
            <a:gdLst>
              <a:gd name="textAreaLeft" fmla="*/ 0 w 934920"/>
              <a:gd name="textAreaRight" fmla="*/ 935280 w 934920"/>
              <a:gd name="textAreaTop" fmla="*/ 0 h 612720"/>
              <a:gd name="textAreaBottom" fmla="*/ 613080 h 612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8118" y="0"/>
                </a:lnTo>
                <a:lnTo>
                  <a:pt x="21600" y="10800"/>
                </a:lnTo>
                <a:lnTo>
                  <a:pt x="1811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4121280" y="5229360"/>
            <a:ext cx="1833480" cy="615960"/>
          </a:xfrm>
          <a:custGeom>
            <a:avLst/>
            <a:gdLst>
              <a:gd name="textAreaLeft" fmla="*/ 0 w 1833480"/>
              <a:gd name="textAreaRight" fmla="*/ 1833840 w 1833480"/>
              <a:gd name="textAreaTop" fmla="*/ 0 h 615960"/>
              <a:gd name="textAreaBottom" fmla="*/ 616320 h 615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97" y="0"/>
                </a:lnTo>
                <a:lnTo>
                  <a:pt x="21600" y="10800"/>
                </a:lnTo>
                <a:lnTo>
                  <a:pt x="1989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712880" y="5229360"/>
            <a:ext cx="2552760" cy="615960"/>
          </a:xfrm>
          <a:custGeom>
            <a:avLst/>
            <a:gdLst>
              <a:gd name="textAreaLeft" fmla="*/ 0 w 2552760"/>
              <a:gd name="textAreaRight" fmla="*/ 2552760 w 2552760"/>
              <a:gd name="textAreaTop" fmla="*/ 0 h 615960"/>
              <a:gd name="textAreaBottom" fmla="*/ 616320 h 615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0545" y="0"/>
                </a:lnTo>
                <a:lnTo>
                  <a:pt x="21600" y="10800"/>
                </a:lnTo>
                <a:lnTo>
                  <a:pt x="2054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7618320" y="5278320"/>
            <a:ext cx="652680" cy="493920"/>
          </a:xfrm>
          <a:prstGeom prst="ellipse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Symbol"/>
                <a:ea typeface="Symbol"/>
              </a:rPr>
              <a:t>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1712880" y="5537160"/>
            <a:ext cx="25462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 flipV="1">
            <a:off x="2612880" y="5541840"/>
            <a:ext cx="127080" cy="30024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 flipV="1">
            <a:off x="3355920" y="5541840"/>
            <a:ext cx="123840" cy="30024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flipV="1">
            <a:off x="5024520" y="5540040"/>
            <a:ext cx="125280" cy="30492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5149800" y="5537160"/>
            <a:ext cx="80496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432160" y="5268960"/>
            <a:ext cx="9126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Agricultural input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1746000" y="5533560"/>
            <a:ext cx="8647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Gene-modified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seed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2795400" y="5609880"/>
            <a:ext cx="464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Agchem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3569040" y="5609880"/>
            <a:ext cx="464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Farming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4473720" y="5268960"/>
            <a:ext cx="1100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Primary processing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5149800" y="5567400"/>
            <a:ext cx="6652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Food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ingredients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5962680" y="5289480"/>
            <a:ext cx="6652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Secondary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proc./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manufact.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6775560" y="5289480"/>
            <a:ext cx="6634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Retail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dis-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tribution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Deutsche Banc Alex. Brown research 1999; FAO statistical database 1997; CRB commodity yearbook 1997; BCG estimate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676520" y="1452960"/>
            <a:ext cx="6705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Global sales and value added of key steps in food and agro 2015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460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No clear champion can yet be identified across segments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515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UOBR has made a move to merge with BOA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DB/Tisco estimates; company data;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7" name=""/>
          <p:cNvGraphicFramePr/>
          <p:nvPr/>
        </p:nvGraphicFramePr>
        <p:xfrm>
          <a:off x="1185840" y="1743120"/>
          <a:ext cx="7238880" cy="37432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518" name=""/>
          <p:cNvSpPr/>
          <p:nvPr/>
        </p:nvSpPr>
        <p:spPr>
          <a:xfrm>
            <a:off x="1708200" y="3276720"/>
            <a:ext cx="2828880" cy="1771560"/>
          </a:xfrm>
          <a:prstGeom prst="rect">
            <a:avLst/>
          </a:prstGeom>
          <a:noFill/>
          <a:ln w="2844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8290080" y="4464360"/>
            <a:ext cx="9043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Corporate loans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8290440" y="3391200"/>
            <a:ext cx="6436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SME loans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8290080" y="2322720"/>
            <a:ext cx="9241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Consumer loans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4675320" y="2190600"/>
            <a:ext cx="2054160" cy="2095560"/>
          </a:xfrm>
          <a:prstGeom prst="rect">
            <a:avLst/>
          </a:prstGeom>
          <a:noFill/>
          <a:ln w="2844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6883560" y="1905120"/>
            <a:ext cx="1317600" cy="1152360"/>
          </a:xfrm>
          <a:prstGeom prst="rect">
            <a:avLst/>
          </a:prstGeom>
          <a:noFill/>
          <a:ln w="2844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4675320" y="5353200"/>
            <a:ext cx="205740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6881760" y="5353200"/>
            <a:ext cx="132084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1708200" y="5353200"/>
            <a:ext cx="283212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899400" y="5391000"/>
            <a:ext cx="1302120" cy="183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Consumer-focus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5264640" y="5391000"/>
            <a:ext cx="878400" cy="183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SME-focus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2486160" y="5391000"/>
            <a:ext cx="1276200" cy="183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Corporate-focus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Banks increasingly focused but none can be considered overall or segment champion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582360" y="1451520"/>
            <a:ext cx="2896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Loan portfolio by bank in 2004 (%)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471600" y="163080"/>
            <a:ext cx="898344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Opportunities exist in rapidly growing motorcycle market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455760" y="1428120"/>
            <a:ext cx="411300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Rapid growth in total registered motorcycles and penetration …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5337000" y="1428120"/>
            <a:ext cx="411336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…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and room for further penetration compared to more developed markets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Motorcycle registration divided by country population  2. Number of motorcycles in use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Motorcycle registration in Country A compiled by Honda; EIU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5507640" y="2243880"/>
            <a:ext cx="3767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Bikes per 100 pax in selected SE Asia countries (2005)</a:t>
            </a:r>
            <a:r>
              <a:rPr b="0" lang="en-US" sz="12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7" name=""/>
          <p:cNvGraphicFramePr/>
          <p:nvPr/>
        </p:nvGraphicFramePr>
        <p:xfrm>
          <a:off x="654120" y="2489040"/>
          <a:ext cx="3716280" cy="314172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538" name=""/>
          <p:cNvSpPr/>
          <p:nvPr/>
        </p:nvSpPr>
        <p:spPr>
          <a:xfrm>
            <a:off x="815400" y="2203920"/>
            <a:ext cx="15919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Registered motorcycles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(M vehicles)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3038760" y="2203920"/>
            <a:ext cx="1168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Motorcycle pene-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tration rate</a:t>
            </a:r>
            <a:r>
              <a:rPr b="0" lang="en-US" sz="12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(%)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 flipV="1">
            <a:off x="1216800" y="2603880"/>
            <a:ext cx="2560680" cy="111672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2160720" y="2955960"/>
            <a:ext cx="631800" cy="3524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CAGR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22%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2" name=""/>
          <p:cNvGraphicFramePr/>
          <p:nvPr/>
        </p:nvGraphicFramePr>
        <p:xfrm>
          <a:off x="5506920" y="2371680"/>
          <a:ext cx="3829320" cy="325764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Innovative production will increase uptake of 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Artemisinin based malaria therapy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455760" y="1428120"/>
            <a:ext cx="411300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Innovative production will lower 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cost of most therapy to under $1.00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5337000" y="1428120"/>
            <a:ext cx="411336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Leading to uptake in demand for ACT therapy for malaria in public sector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Product mix preliminary; worldwide demand view. Assumes blister packaging unless noted, 10% overhead allocation based on ex factory costs. Assumes biosynthetic Artemisinin launched in 2009 at cost of $100/kg and high-yield plants launch in 2010 at a cost of $100/kg. Scenario assumes biosynthetic Artemisinin available to all ACT manufacturers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analysis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7" name=""/>
          <p:cNvGraphicFramePr/>
          <p:nvPr/>
        </p:nvGraphicFramePr>
        <p:xfrm>
          <a:off x="5460840" y="2286000"/>
          <a:ext cx="3886200" cy="33624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548" name=""/>
          <p:cNvSpPr/>
          <p:nvPr/>
        </p:nvSpPr>
        <p:spPr>
          <a:xfrm>
            <a:off x="5605560" y="2242440"/>
            <a:ext cx="22557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Treatments (thousands)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9" name=""/>
          <p:cNvGraphicFramePr/>
          <p:nvPr/>
        </p:nvGraphicFramePr>
        <p:xfrm>
          <a:off x="333360" y="2230560"/>
          <a:ext cx="3965760" cy="342108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sp>
        <p:nvSpPr>
          <p:cNvPr id="550" name=""/>
          <p:cNvSpPr/>
          <p:nvPr/>
        </p:nvSpPr>
        <p:spPr>
          <a:xfrm>
            <a:off x="2375640" y="5494320"/>
            <a:ext cx="18385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Total cost per treatment ($)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 flipH="1">
            <a:off x="4145040" y="2416320"/>
            <a:ext cx="301680" cy="1918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1.70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 flipH="1">
            <a:off x="2423520" y="4962600"/>
            <a:ext cx="301320" cy="1918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0.45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 flipH="1">
            <a:off x="2855880" y="4716360"/>
            <a:ext cx="3016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0.51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 flipH="1">
            <a:off x="3135240" y="4460760"/>
            <a:ext cx="3016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0.79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 flipH="1">
            <a:off x="3208320" y="4203720"/>
            <a:ext cx="3016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0.85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 flipH="1">
            <a:off x="3298680" y="3949560"/>
            <a:ext cx="3016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0.94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 flipH="1">
            <a:off x="3467160" y="3693960"/>
            <a:ext cx="3016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1.04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 flipH="1">
            <a:off x="2748960" y="3436920"/>
            <a:ext cx="30132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1.09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 flipH="1">
            <a:off x="3485520" y="3182760"/>
            <a:ext cx="299880" cy="19224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 flipH="1">
            <a:off x="2836800" y="2927520"/>
            <a:ext cx="301680" cy="1918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1.19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 flipH="1">
            <a:off x="3827520" y="2671920"/>
            <a:ext cx="301680" cy="19188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1.46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554880" y="4034160"/>
            <a:ext cx="775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Non-MMV ACT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8110440" y="4415040"/>
            <a:ext cx="4824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Euartekin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6511680" y="4562640"/>
            <a:ext cx="438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Coartem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6973920" y="3867480"/>
            <a:ext cx="1713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CQ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7970760" y="3470400"/>
            <a:ext cx="153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8165880" y="3348360"/>
            <a:ext cx="89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Q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8271000" y="3208680"/>
            <a:ext cx="285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Other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 flipH="1">
            <a:off x="8445240" y="3038760"/>
            <a:ext cx="4669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CQ + PQ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7151760" y="3729240"/>
            <a:ext cx="145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 anchorCtr="1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Oz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7250040" y="3608280"/>
            <a:ext cx="6728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DB289/AQ13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3992400" y="2230560"/>
            <a:ext cx="594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New cost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142164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0.0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193284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0.5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244404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295668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346788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3980880" y="5297400"/>
            <a:ext cx="28404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596880" y="5737320"/>
            <a:ext cx="104760" cy="101520"/>
          </a:xfrm>
          <a:prstGeom prst="rect">
            <a:avLst/>
          </a:prstGeom>
          <a:solidFill>
            <a:srgbClr val="177b57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Overhead allocation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1887480" y="5737320"/>
            <a:ext cx="104760" cy="101520"/>
          </a:xfrm>
          <a:prstGeom prst="rect">
            <a:avLst/>
          </a:prstGeom>
          <a:solidFill>
            <a:srgbClr val="5bad8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Fill &amp; finish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2725560" y="5737320"/>
            <a:ext cx="105120" cy="101520"/>
          </a:xfrm>
          <a:prstGeom prst="rect">
            <a:avLst/>
          </a:prstGeom>
          <a:solidFill>
            <a:srgbClr val="8ec6a1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Combination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3668760" y="5737320"/>
            <a:ext cx="104760" cy="101520"/>
          </a:xfrm>
          <a:prstGeom prst="rect">
            <a:avLst/>
          </a:prstGeom>
          <a:solidFill>
            <a:srgbClr val="bcdec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Artemisinin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596880" y="5907240"/>
            <a:ext cx="104760" cy="101520"/>
          </a:xfrm>
          <a:prstGeom prst="rect">
            <a:avLst/>
          </a:prstGeom>
          <a:noFill/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Savings due to biosynthetic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Wide variability in shareholder returns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S&amp;P 400 packaged food and meat index  2. Yahoo! 22 Nov 2005, based on trailing twelve months; Nestle’s P/E estimate for 2005 by SG Cross Research  3. Total shareholder return (compounded annually 2000–2004) based on BCG Value Science Center research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Yahoo!, company 10k’s;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442880" y="1675440"/>
            <a:ext cx="4999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 anchorCtr="1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Relative stock prices of packaged food companies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8" name=""/>
          <p:cNvGraphicFramePr/>
          <p:nvPr/>
        </p:nvGraphicFramePr>
        <p:xfrm>
          <a:off x="492120" y="2090880"/>
          <a:ext cx="6566040" cy="358776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589" name=""/>
          <p:cNvSpPr/>
          <p:nvPr/>
        </p:nvSpPr>
        <p:spPr>
          <a:xfrm>
            <a:off x="584280" y="1944720"/>
            <a:ext cx="1108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Indexed (%)</a:t>
            </a:r>
            <a:r>
              <a:rPr b="0" lang="en-US" sz="12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0" name=""/>
          <p:cNvGrpSpPr/>
          <p:nvPr/>
        </p:nvGrpSpPr>
        <p:grpSpPr>
          <a:xfrm>
            <a:off x="979560" y="5272200"/>
            <a:ext cx="5941800" cy="52200"/>
            <a:chOff x="979560" y="5272200"/>
            <a:chExt cx="5941800" cy="52200"/>
          </a:xfrm>
        </p:grpSpPr>
        <p:sp>
          <p:nvSpPr>
            <p:cNvPr id="591" name=""/>
            <p:cNvSpPr/>
            <p:nvPr/>
          </p:nvSpPr>
          <p:spPr>
            <a:xfrm>
              <a:off x="979560" y="5272200"/>
              <a:ext cx="594180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97956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3" name=""/>
            <p:cNvSpPr/>
            <p:nvPr/>
          </p:nvSpPr>
          <p:spPr>
            <a:xfrm>
              <a:off x="195084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294480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5" name=""/>
            <p:cNvSpPr/>
            <p:nvPr/>
          </p:nvSpPr>
          <p:spPr>
            <a:xfrm>
              <a:off x="393696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6" name=""/>
            <p:cNvSpPr/>
            <p:nvPr/>
          </p:nvSpPr>
          <p:spPr>
            <a:xfrm>
              <a:off x="492912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5921280" y="5272200"/>
              <a:ext cx="0" cy="52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98" name=""/>
          <p:cNvSpPr/>
          <p:nvPr/>
        </p:nvSpPr>
        <p:spPr>
          <a:xfrm>
            <a:off x="7719840" y="2082960"/>
            <a:ext cx="70020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PE</a:t>
            </a:r>
            <a:r>
              <a:rPr b="0" lang="en-US" sz="10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(ttm)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8405640" y="1951920"/>
            <a:ext cx="7160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TSR</a:t>
            </a:r>
            <a:r>
              <a:rPr b="0" lang="en-US" sz="10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(00–04)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7156440" y="2655720"/>
            <a:ext cx="471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Hershey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7157520" y="3333600"/>
            <a:ext cx="4212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Wrigley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7156440" y="3602160"/>
            <a:ext cx="4212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Kellogg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7157160" y="3889440"/>
            <a:ext cx="561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Gen. Mills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7156440" y="4541760"/>
            <a:ext cx="323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Heinz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7156080" y="4708440"/>
            <a:ext cx="267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Kraft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7155720" y="4869000"/>
            <a:ext cx="512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Sara Lee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7156800" y="5129280"/>
            <a:ext cx="534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Campbell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7943040" y="265752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26.8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7943040" y="333684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29.0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7943040" y="360360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19.2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7943040" y="388944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14.6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7943040" y="454176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17.3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7943040" y="472932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7943040" y="488808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20.4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7943040" y="514836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18.1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8586000" y="2657520"/>
            <a:ext cx="358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20.9%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8586000" y="3336840"/>
            <a:ext cx="358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12.6%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8586000" y="3603600"/>
            <a:ext cx="358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11.2%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8659080" y="3889440"/>
            <a:ext cx="2887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9.7%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8659080" y="4541760"/>
            <a:ext cx="2887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5.3%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8775000" y="4729320"/>
            <a:ext cx="1760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n/a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8659080" y="4888080"/>
            <a:ext cx="2887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5.0%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8570880" y="5149800"/>
            <a:ext cx="372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(2.3%)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7139160" y="4056120"/>
            <a:ext cx="3589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Nestle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7943040" y="405612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18.0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8659080" y="4056120"/>
            <a:ext cx="2887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9.5%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7160040" y="4348080"/>
            <a:ext cx="384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Index</a:t>
            </a:r>
            <a:r>
              <a:rPr b="0" lang="en-US" sz="10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1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7943040" y="4349880"/>
            <a:ext cx="246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17.0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8659080" y="4349880"/>
            <a:ext cx="2887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8.9%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 rot="16200000">
            <a:off x="8895240" y="3130200"/>
            <a:ext cx="773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Clear winners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 rot="16200000">
            <a:off x="9025560" y="4020480"/>
            <a:ext cx="512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Next Tier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7093080" y="3809880"/>
            <a:ext cx="2347920" cy="0"/>
          </a:xfrm>
          <a:prstGeom prst="line">
            <a:avLst/>
          </a:prstGeom>
          <a:ln w="1260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7093080" y="4375080"/>
            <a:ext cx="2347920" cy="0"/>
          </a:xfrm>
          <a:prstGeom prst="line">
            <a:avLst/>
          </a:prstGeom>
          <a:ln w="1260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7818480" y="2297160"/>
            <a:ext cx="473040" cy="0"/>
          </a:xfrm>
          <a:prstGeom prst="line">
            <a:avLst/>
          </a:prstGeom>
          <a:ln w="1908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8528040" y="2297160"/>
            <a:ext cx="473040" cy="0"/>
          </a:xfrm>
          <a:prstGeom prst="line">
            <a:avLst/>
          </a:prstGeom>
          <a:ln w="1908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819840" y="2757600"/>
            <a:ext cx="2620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6800760" y="4152960"/>
            <a:ext cx="26352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6953400" y="4448160"/>
            <a:ext cx="12852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6819840" y="4659480"/>
            <a:ext cx="26208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6819840" y="4773600"/>
            <a:ext cx="19224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 flipV="1">
            <a:off x="6953400" y="4286160"/>
            <a:ext cx="0" cy="1620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 flipH="1">
            <a:off x="6777000" y="4286160"/>
            <a:ext cx="17640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3" name=""/>
          <p:cNvGrpSpPr/>
          <p:nvPr/>
        </p:nvGrpSpPr>
        <p:grpSpPr>
          <a:xfrm>
            <a:off x="6819840" y="4970520"/>
            <a:ext cx="261720" cy="258480"/>
            <a:chOff x="6819840" y="4970520"/>
            <a:chExt cx="261720" cy="258480"/>
          </a:xfrm>
        </p:grpSpPr>
        <p:sp>
          <p:nvSpPr>
            <p:cNvPr id="644" name=""/>
            <p:cNvSpPr/>
            <p:nvPr/>
          </p:nvSpPr>
          <p:spPr>
            <a:xfrm>
              <a:off x="6819840" y="4970520"/>
              <a:ext cx="8172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6901560" y="4970520"/>
              <a:ext cx="0" cy="25848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6901560" y="5229000"/>
              <a:ext cx="18000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7" name=""/>
          <p:cNvGrpSpPr/>
          <p:nvPr/>
        </p:nvGrpSpPr>
        <p:grpSpPr>
          <a:xfrm>
            <a:off x="6819840" y="4827600"/>
            <a:ext cx="261720" cy="166680"/>
            <a:chOff x="6819840" y="4827600"/>
            <a:chExt cx="261720" cy="166680"/>
          </a:xfrm>
        </p:grpSpPr>
        <p:sp>
          <p:nvSpPr>
            <p:cNvPr id="648" name=""/>
            <p:cNvSpPr/>
            <p:nvPr/>
          </p:nvSpPr>
          <p:spPr>
            <a:xfrm>
              <a:off x="6819840" y="4827600"/>
              <a:ext cx="13428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9" name=""/>
            <p:cNvSpPr/>
            <p:nvPr/>
          </p:nvSpPr>
          <p:spPr>
            <a:xfrm>
              <a:off x="6954120" y="4994280"/>
              <a:ext cx="12744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0" name=""/>
            <p:cNvSpPr/>
            <p:nvPr/>
          </p:nvSpPr>
          <p:spPr>
            <a:xfrm>
              <a:off x="6954120" y="4827600"/>
              <a:ext cx="0" cy="16668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51" name=""/>
          <p:cNvSpPr/>
          <p:nvPr/>
        </p:nvSpPr>
        <p:spPr>
          <a:xfrm>
            <a:off x="7012080" y="4827600"/>
            <a:ext cx="6984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7012080" y="4773600"/>
            <a:ext cx="0" cy="540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7200" bIns="72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3" name=""/>
          <p:cNvGrpSpPr/>
          <p:nvPr/>
        </p:nvGrpSpPr>
        <p:grpSpPr>
          <a:xfrm>
            <a:off x="6819840" y="3987720"/>
            <a:ext cx="261720" cy="101520"/>
            <a:chOff x="6819840" y="3987720"/>
            <a:chExt cx="261720" cy="101520"/>
          </a:xfrm>
        </p:grpSpPr>
        <p:sp>
          <p:nvSpPr>
            <p:cNvPr id="654" name=""/>
            <p:cNvSpPr/>
            <p:nvPr/>
          </p:nvSpPr>
          <p:spPr>
            <a:xfrm>
              <a:off x="6819840" y="4089240"/>
              <a:ext cx="13428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5" name=""/>
            <p:cNvSpPr/>
            <p:nvPr/>
          </p:nvSpPr>
          <p:spPr>
            <a:xfrm>
              <a:off x="6954120" y="3987720"/>
              <a:ext cx="12744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6" name=""/>
            <p:cNvSpPr/>
            <p:nvPr/>
          </p:nvSpPr>
          <p:spPr>
            <a:xfrm flipV="1">
              <a:off x="6954120" y="3987720"/>
              <a:ext cx="0" cy="10152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7" name=""/>
          <p:cNvGrpSpPr/>
          <p:nvPr/>
        </p:nvGrpSpPr>
        <p:grpSpPr>
          <a:xfrm>
            <a:off x="6819840" y="3711600"/>
            <a:ext cx="261720" cy="92160"/>
            <a:chOff x="6819840" y="3711600"/>
            <a:chExt cx="261720" cy="92160"/>
          </a:xfrm>
        </p:grpSpPr>
        <p:sp>
          <p:nvSpPr>
            <p:cNvPr id="658" name=""/>
            <p:cNvSpPr/>
            <p:nvPr/>
          </p:nvSpPr>
          <p:spPr>
            <a:xfrm>
              <a:off x="6819840" y="3803760"/>
              <a:ext cx="13428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9" name=""/>
            <p:cNvSpPr/>
            <p:nvPr/>
          </p:nvSpPr>
          <p:spPr>
            <a:xfrm>
              <a:off x="6954120" y="3711600"/>
              <a:ext cx="12744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"/>
            <p:cNvSpPr/>
            <p:nvPr/>
          </p:nvSpPr>
          <p:spPr>
            <a:xfrm flipV="1">
              <a:off x="6954120" y="3711600"/>
              <a:ext cx="0" cy="9216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360" bIns="453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1" name=""/>
          <p:cNvGrpSpPr/>
          <p:nvPr/>
        </p:nvGrpSpPr>
        <p:grpSpPr>
          <a:xfrm>
            <a:off x="6819840" y="3433680"/>
            <a:ext cx="261720" cy="187200"/>
            <a:chOff x="6819840" y="3433680"/>
            <a:chExt cx="261720" cy="187200"/>
          </a:xfrm>
        </p:grpSpPr>
        <p:sp>
          <p:nvSpPr>
            <p:cNvPr id="662" name=""/>
            <p:cNvSpPr/>
            <p:nvPr/>
          </p:nvSpPr>
          <p:spPr>
            <a:xfrm>
              <a:off x="6819840" y="3620880"/>
              <a:ext cx="13428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6954120" y="3433680"/>
              <a:ext cx="127440" cy="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4" name=""/>
            <p:cNvSpPr/>
            <p:nvPr/>
          </p:nvSpPr>
          <p:spPr>
            <a:xfrm flipV="1">
              <a:off x="6954120" y="3433680"/>
              <a:ext cx="0" cy="187200"/>
            </a:xfrm>
            <a:prstGeom prst="line">
              <a:avLst/>
            </a:prstGeom>
            <a:ln w="936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5" name=""/>
          <p:cNvSpPr/>
          <p:nvPr/>
        </p:nvSpPr>
        <p:spPr>
          <a:xfrm>
            <a:off x="1819440" y="5748480"/>
            <a:ext cx="6270480" cy="485640"/>
          </a:xfrm>
          <a:prstGeom prst="rect">
            <a:avLst/>
          </a:prstGeom>
          <a:solidFill>
            <a:srgbClr val="1082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What are the key differentiators of performance?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Tool illustration 2: ready-willing-able audit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graphicFrame>
        <p:nvGraphicFramePr>
          <p:cNvPr id="667" name=""/>
          <p:cNvGraphicFramePr/>
          <p:nvPr/>
        </p:nvGraphicFramePr>
        <p:xfrm>
          <a:off x="2436840" y="1943280"/>
          <a:ext cx="4873680" cy="41400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668" name=""/>
          <p:cNvSpPr/>
          <p:nvPr/>
        </p:nvSpPr>
        <p:spPr>
          <a:xfrm>
            <a:off x="2820960" y="2289240"/>
            <a:ext cx="129528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5792760" y="2405160"/>
            <a:ext cx="13716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6624720" y="3357720"/>
            <a:ext cx="146844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6745320" y="3852720"/>
            <a:ext cx="1252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5157720" y="5986440"/>
            <a:ext cx="11430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2033640" y="4324320"/>
            <a:ext cx="109224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1677960" y="4876920"/>
            <a:ext cx="1523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18  Appropriate resources to implement the merger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4925880" y="1728720"/>
            <a:ext cx="91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Merger rationale is understood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5153040" y="2154240"/>
            <a:ext cx="106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 Need for strategic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alignment is high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5867280" y="2428920"/>
            <a:ext cx="1373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3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The objectives and threats are clear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6172200" y="2703600"/>
            <a:ext cx="1371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4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Competitors will outperform us otherwise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6496200" y="3035160"/>
            <a:ext cx="1447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5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Need to merge and align organizations is high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6715080" y="3452760"/>
            <a:ext cx="1447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6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Merger will help to increase efficiency and effectiveness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6800760" y="3963960"/>
            <a:ext cx="1522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7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NewCo organization and strategic objectives are clear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6740640" y="4452840"/>
            <a:ext cx="1323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8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Shared view on urgency to realize integration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6032520" y="5504040"/>
            <a:ext cx="1587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11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 We will build a </a:t>
            </a:r>
            <a:br>
              <a:rPr sz="800"/>
            </a:b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common culture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5651640" y="5805360"/>
            <a:ext cx="1371600" cy="1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12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 sacred cows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5175360" y="6005520"/>
            <a:ext cx="111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13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Difficulties and constraints are clearly addressed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4343400" y="6005520"/>
            <a:ext cx="831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14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Full and active support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from mgmt.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2906640" y="5929200"/>
            <a:ext cx="134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15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Feel projects are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well structured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1892160" y="4386240"/>
            <a:ext cx="1143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19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Management has skills needed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1697040" y="3919680"/>
            <a:ext cx="129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20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Right organization culture to succeed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1854360" y="3452760"/>
            <a:ext cx="1218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21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Everybody knows how he can improve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2019240" y="3112920"/>
            <a:ext cx="1219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22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Sufficient measu-rement systems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2257560" y="2724120"/>
            <a:ext cx="1296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23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 Right support services to facilitate merger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2401920" y="2357280"/>
            <a:ext cx="1525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24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Appropriate long Term/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short term  actions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3784680" y="2090880"/>
            <a:ext cx="98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25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Quick and good decision making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8032320" y="1698480"/>
            <a:ext cx="13708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At project launch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At redesign launch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At implementation kick off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7775640" y="1790640"/>
            <a:ext cx="253800" cy="0"/>
          </a:xfrm>
          <a:prstGeom prst="line">
            <a:avLst/>
          </a:prstGeom>
          <a:ln w="3816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7775640" y="1906560"/>
            <a:ext cx="253800" cy="0"/>
          </a:xfrm>
          <a:prstGeom prst="line">
            <a:avLst/>
          </a:prstGeom>
          <a:ln w="3816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7775640" y="2023920"/>
            <a:ext cx="253800" cy="0"/>
          </a:xfrm>
          <a:prstGeom prst="line">
            <a:avLst/>
          </a:prstGeom>
          <a:ln w="38160">
            <a:solidFill>
              <a:srgbClr val="3d6e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493560" y="1698480"/>
            <a:ext cx="127332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Strongly disagree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2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Disagree somewhat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3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Uncertain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4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Agree somewhat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19044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5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Strongly agree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 flipH="1">
            <a:off x="2516040" y="4146480"/>
            <a:ext cx="2360880" cy="1936800"/>
          </a:xfrm>
          <a:prstGeom prst="line">
            <a:avLst/>
          </a:prstGeom>
          <a:ln w="284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4869000" y="4152960"/>
            <a:ext cx="3055680" cy="1351080"/>
          </a:xfrm>
          <a:prstGeom prst="line">
            <a:avLst/>
          </a:prstGeom>
          <a:ln w="284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 flipH="1" flipV="1">
            <a:off x="4868640" y="1599840"/>
            <a:ext cx="20520" cy="2568600"/>
          </a:xfrm>
          <a:prstGeom prst="line">
            <a:avLst/>
          </a:prstGeom>
          <a:ln w="284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2496960" y="5621400"/>
            <a:ext cx="129564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16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Organization is open and willing to change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6620040" y="4933800"/>
            <a:ext cx="1217520" cy="2192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2920" indent="-14292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9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Willing to redefine my own role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6327720" y="5230800"/>
            <a:ext cx="151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10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Willing to make </a:t>
            </a:r>
            <a:br>
              <a:rPr sz="800"/>
            </a:b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significant commitment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 flipH="1" flipV="1" rot="549600">
            <a:off x="1321920" y="3717360"/>
            <a:ext cx="2113920" cy="211284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3705" y="398"/>
                </a:moveTo>
                <a:arcTo wR="10800" hR="10800" stAng="-4463869" swAng="4085969"/>
                <a:lnTo>
                  <a:pt x="10800" y="10800"/>
                </a:lnTo>
                <a:close/>
              </a:path>
              <a:path fill="none" w="21600" h="21600">
                <a:moveTo>
                  <a:pt x="13705" y="398"/>
                </a:moveTo>
                <a:arcTo wR="10800" hR="10800" stAng="-4463869" swAng="4085969"/>
              </a:path>
            </a:pathLst>
          </a:custGeom>
          <a:noFill/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1028880" y="5172120"/>
            <a:ext cx="952200" cy="35856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 flipH="1" flipV="1" rot="9493800">
            <a:off x="4930200" y="1555560"/>
            <a:ext cx="2497320" cy="248220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5235" y="953"/>
                </a:moveTo>
                <a:arcTo wR="10800" hR="10800" stAng="-3945150" swAng="3572558"/>
                <a:lnTo>
                  <a:pt x="10800" y="10800"/>
                </a:lnTo>
                <a:close/>
              </a:path>
              <a:path fill="none" w="21600" h="21600">
                <a:moveTo>
                  <a:pt x="15235" y="953"/>
                </a:moveTo>
                <a:arcTo wR="10800" hR="10800" stAng="-3945150" swAng="3572558"/>
              </a:path>
            </a:pathLst>
          </a:custGeom>
          <a:noFill/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6353280" y="1641600"/>
            <a:ext cx="954000" cy="35856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Ready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 flipH="1" flipV="1" rot="16872000">
            <a:off x="5796720" y="3944160"/>
            <a:ext cx="2495880" cy="248220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3867" y="445"/>
                </a:moveTo>
                <a:arcTo wR="10800" hR="10800" stAng="-4410273" swAng="3520495"/>
                <a:lnTo>
                  <a:pt x="10800" y="10800"/>
                </a:lnTo>
                <a:close/>
              </a:path>
              <a:path fill="none" w="21600" h="21600">
                <a:moveTo>
                  <a:pt x="13867" y="445"/>
                </a:moveTo>
                <a:arcTo wR="10800" hR="10800" stAng="-4410273" swAng="3520495"/>
              </a:path>
            </a:pathLst>
          </a:custGeom>
          <a:noFill/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7288200" y="5958000"/>
            <a:ext cx="954000" cy="35856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Willing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2163600" y="5313240"/>
            <a:ext cx="1276560" cy="2192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90440" indent="-190440" algn="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17 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Right HR systems and competencies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"/>
          <p:cNvGrpSpPr/>
          <p:nvPr/>
        </p:nvGrpSpPr>
        <p:grpSpPr>
          <a:xfrm>
            <a:off x="1120680" y="2611440"/>
            <a:ext cx="7150320" cy="3625200"/>
            <a:chOff x="1120680" y="2611440"/>
            <a:chExt cx="7150320" cy="3625200"/>
          </a:xfrm>
        </p:grpSpPr>
        <p:sp>
          <p:nvSpPr>
            <p:cNvPr id="715" name=""/>
            <p:cNvSpPr/>
            <p:nvPr/>
          </p:nvSpPr>
          <p:spPr>
            <a:xfrm>
              <a:off x="1120680" y="280188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"/>
            <p:cNvSpPr/>
            <p:nvPr/>
          </p:nvSpPr>
          <p:spPr>
            <a:xfrm>
              <a:off x="1120680" y="299268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7" name=""/>
            <p:cNvSpPr/>
            <p:nvPr/>
          </p:nvSpPr>
          <p:spPr>
            <a:xfrm>
              <a:off x="1120680" y="318348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"/>
            <p:cNvSpPr/>
            <p:nvPr/>
          </p:nvSpPr>
          <p:spPr>
            <a:xfrm>
              <a:off x="1120680" y="3374280"/>
              <a:ext cx="7150320" cy="19116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9" name=""/>
            <p:cNvSpPr/>
            <p:nvPr/>
          </p:nvSpPr>
          <p:spPr>
            <a:xfrm>
              <a:off x="1120680" y="356544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0" name=""/>
            <p:cNvSpPr/>
            <p:nvPr/>
          </p:nvSpPr>
          <p:spPr>
            <a:xfrm>
              <a:off x="1120680" y="375624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1" name=""/>
            <p:cNvSpPr/>
            <p:nvPr/>
          </p:nvSpPr>
          <p:spPr>
            <a:xfrm>
              <a:off x="1120680" y="394704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2" name=""/>
            <p:cNvSpPr/>
            <p:nvPr/>
          </p:nvSpPr>
          <p:spPr>
            <a:xfrm>
              <a:off x="1120680" y="413784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"/>
            <p:cNvSpPr/>
            <p:nvPr/>
          </p:nvSpPr>
          <p:spPr>
            <a:xfrm>
              <a:off x="1120680" y="4328640"/>
              <a:ext cx="7150320" cy="19116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4" name=""/>
            <p:cNvSpPr/>
            <p:nvPr/>
          </p:nvSpPr>
          <p:spPr>
            <a:xfrm>
              <a:off x="1120680" y="451980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5" name=""/>
            <p:cNvSpPr/>
            <p:nvPr/>
          </p:nvSpPr>
          <p:spPr>
            <a:xfrm>
              <a:off x="1120680" y="471060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"/>
            <p:cNvSpPr/>
            <p:nvPr/>
          </p:nvSpPr>
          <p:spPr>
            <a:xfrm>
              <a:off x="1120680" y="490140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"/>
            <p:cNvSpPr/>
            <p:nvPr/>
          </p:nvSpPr>
          <p:spPr>
            <a:xfrm>
              <a:off x="1120680" y="509184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8" name=""/>
            <p:cNvSpPr/>
            <p:nvPr/>
          </p:nvSpPr>
          <p:spPr>
            <a:xfrm>
              <a:off x="1120680" y="5282640"/>
              <a:ext cx="7150320" cy="19116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9" name=""/>
            <p:cNvSpPr/>
            <p:nvPr/>
          </p:nvSpPr>
          <p:spPr>
            <a:xfrm>
              <a:off x="1120680" y="547416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"/>
            <p:cNvSpPr/>
            <p:nvPr/>
          </p:nvSpPr>
          <p:spPr>
            <a:xfrm>
              <a:off x="1120680" y="566460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1" name=""/>
            <p:cNvSpPr/>
            <p:nvPr/>
          </p:nvSpPr>
          <p:spPr>
            <a:xfrm>
              <a:off x="1120680" y="5855400"/>
              <a:ext cx="7150320" cy="190440"/>
            </a:xfrm>
            <a:prstGeom prst="rect">
              <a:avLst/>
            </a:prstGeom>
            <a:solidFill>
              <a:srgbClr val="e2e2e2"/>
            </a:solidFill>
            <a:ln w="9360">
              <a:solidFill>
                <a:srgbClr val="e2e2e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2" name=""/>
            <p:cNvSpPr/>
            <p:nvPr/>
          </p:nvSpPr>
          <p:spPr>
            <a:xfrm>
              <a:off x="1120680" y="604620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3" name=""/>
            <p:cNvSpPr/>
            <p:nvPr/>
          </p:nvSpPr>
          <p:spPr>
            <a:xfrm>
              <a:off x="1120680" y="2611440"/>
              <a:ext cx="7150320" cy="1904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Customer perspective compared to relative performance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Example of customer scorecard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4081320" y="1434240"/>
            <a:ext cx="462924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Scores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7794360" y="1868400"/>
            <a:ext cx="9403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Not important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Worst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4073760" y="1868400"/>
            <a:ext cx="10944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Highly important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Very good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6129720" y="1868400"/>
            <a:ext cx="631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Neutral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Medium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2591280" y="1868400"/>
            <a:ext cx="14248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Customer importance: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Performance: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 flipH="1">
            <a:off x="4614840" y="2540160"/>
            <a:ext cx="3672000" cy="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 flipV="1">
            <a:off x="8282160" y="2495160"/>
            <a:ext cx="0" cy="507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 flipV="1">
            <a:off x="7364520" y="2495160"/>
            <a:ext cx="0" cy="507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 flipV="1">
            <a:off x="6450120" y="2495160"/>
            <a:ext cx="0" cy="507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 flipV="1">
            <a:off x="5535720" y="2495160"/>
            <a:ext cx="0" cy="507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 flipV="1">
            <a:off x="4621320" y="2495160"/>
            <a:ext cx="0" cy="507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flipH="1">
            <a:off x="8142840" y="2206800"/>
            <a:ext cx="25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 flipH="1">
            <a:off x="7226640" y="2206800"/>
            <a:ext cx="25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 flipH="1">
            <a:off x="6321960" y="2206800"/>
            <a:ext cx="25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H="1">
            <a:off x="5397120" y="2206800"/>
            <a:ext cx="25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 flipH="1">
            <a:off x="4483440" y="2206800"/>
            <a:ext cx="251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4667400" y="2722680"/>
            <a:ext cx="2361960" cy="2031840"/>
          </a:xfrm>
          <a:custGeom>
            <a:avLst/>
            <a:gdLst/>
            <a:ahLst/>
            <a:rect l="l" t="t" r="r" b="b"/>
            <a:pathLst>
              <a:path w="1488" h="1280">
                <a:moveTo>
                  <a:pt x="0" y="0"/>
                </a:moveTo>
                <a:lnTo>
                  <a:pt x="0" y="122"/>
                </a:lnTo>
                <a:lnTo>
                  <a:pt x="29" y="245"/>
                </a:lnTo>
                <a:lnTo>
                  <a:pt x="85" y="358"/>
                </a:lnTo>
                <a:lnTo>
                  <a:pt x="132" y="480"/>
                </a:lnTo>
                <a:lnTo>
                  <a:pt x="151" y="602"/>
                </a:lnTo>
                <a:lnTo>
                  <a:pt x="179" y="734"/>
                </a:lnTo>
                <a:lnTo>
                  <a:pt x="273" y="828"/>
                </a:lnTo>
                <a:lnTo>
                  <a:pt x="330" y="960"/>
                </a:lnTo>
                <a:lnTo>
                  <a:pt x="450" y="1087"/>
                </a:lnTo>
                <a:lnTo>
                  <a:pt x="459" y="1096"/>
                </a:lnTo>
                <a:lnTo>
                  <a:pt x="640" y="1205"/>
                </a:lnTo>
                <a:lnTo>
                  <a:pt x="678" y="1280"/>
                </a:lnTo>
                <a:lnTo>
                  <a:pt x="1073" y="1205"/>
                </a:lnTo>
                <a:lnTo>
                  <a:pt x="1478" y="1082"/>
                </a:lnTo>
                <a:lnTo>
                  <a:pt x="490" y="960"/>
                </a:lnTo>
                <a:lnTo>
                  <a:pt x="565" y="838"/>
                </a:lnTo>
                <a:lnTo>
                  <a:pt x="1017" y="715"/>
                </a:lnTo>
                <a:lnTo>
                  <a:pt x="1245" y="600"/>
                </a:lnTo>
                <a:lnTo>
                  <a:pt x="1075" y="483"/>
                </a:lnTo>
                <a:lnTo>
                  <a:pt x="499" y="367"/>
                </a:lnTo>
                <a:lnTo>
                  <a:pt x="386" y="235"/>
                </a:lnTo>
                <a:lnTo>
                  <a:pt x="659" y="122"/>
                </a:lnTo>
                <a:lnTo>
                  <a:pt x="1488" y="0"/>
                </a:lnTo>
                <a:lnTo>
                  <a:pt x="0" y="0"/>
                </a:lnTo>
              </a:path>
            </a:pathLst>
          </a:custGeom>
          <a:solidFill>
            <a:srgbClr val="b1726b"/>
          </a:solidFill>
          <a:ln cap="rnd" w="12600">
            <a:solidFill>
              <a:srgbClr val="b17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5187960" y="4754520"/>
            <a:ext cx="2171520" cy="1420920"/>
          </a:xfrm>
          <a:custGeom>
            <a:avLst/>
            <a:gdLst/>
            <a:ahLst/>
            <a:rect l="l" t="t" r="r" b="b"/>
            <a:pathLst>
              <a:path w="1368" h="895">
                <a:moveTo>
                  <a:pt x="341" y="0"/>
                </a:moveTo>
                <a:lnTo>
                  <a:pt x="113" y="47"/>
                </a:lnTo>
                <a:lnTo>
                  <a:pt x="108" y="166"/>
                </a:lnTo>
                <a:lnTo>
                  <a:pt x="2" y="292"/>
                </a:lnTo>
                <a:lnTo>
                  <a:pt x="397" y="405"/>
                </a:lnTo>
                <a:lnTo>
                  <a:pt x="115" y="527"/>
                </a:lnTo>
                <a:lnTo>
                  <a:pt x="0" y="647"/>
                </a:lnTo>
                <a:lnTo>
                  <a:pt x="453" y="767"/>
                </a:lnTo>
                <a:lnTo>
                  <a:pt x="513" y="895"/>
                </a:lnTo>
                <a:lnTo>
                  <a:pt x="1368" y="887"/>
                </a:lnTo>
                <a:lnTo>
                  <a:pt x="692" y="766"/>
                </a:lnTo>
                <a:lnTo>
                  <a:pt x="614" y="649"/>
                </a:lnTo>
                <a:lnTo>
                  <a:pt x="520" y="527"/>
                </a:lnTo>
                <a:lnTo>
                  <a:pt x="455" y="421"/>
                </a:lnTo>
                <a:lnTo>
                  <a:pt x="446" y="407"/>
                </a:lnTo>
                <a:lnTo>
                  <a:pt x="425" y="282"/>
                </a:lnTo>
                <a:lnTo>
                  <a:pt x="405" y="164"/>
                </a:lnTo>
                <a:lnTo>
                  <a:pt x="369" y="47"/>
                </a:lnTo>
                <a:lnTo>
                  <a:pt x="354" y="5"/>
                </a:lnTo>
                <a:lnTo>
                  <a:pt x="341" y="0"/>
                </a:lnTo>
              </a:path>
            </a:pathLst>
          </a:custGeom>
          <a:solidFill>
            <a:srgbClr val="5bad82"/>
          </a:solidFill>
          <a:ln cap="rnd" w="12600">
            <a:solidFill>
              <a:srgbClr val="5bad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4675320" y="2724120"/>
            <a:ext cx="2693880" cy="3443400"/>
          </a:xfrm>
          <a:custGeom>
            <a:avLst/>
            <a:gdLst/>
            <a:ahLst/>
            <a:rect l="l" t="t" r="r" b="b"/>
            <a:pathLst>
              <a:path w="1697" h="2169">
                <a:moveTo>
                  <a:pt x="0" y="0"/>
                </a:moveTo>
                <a:lnTo>
                  <a:pt x="0" y="120"/>
                </a:lnTo>
                <a:lnTo>
                  <a:pt x="32" y="240"/>
                </a:lnTo>
                <a:lnTo>
                  <a:pt x="88" y="360"/>
                </a:lnTo>
                <a:lnTo>
                  <a:pt x="120" y="480"/>
                </a:lnTo>
                <a:lnTo>
                  <a:pt x="152" y="600"/>
                </a:lnTo>
                <a:lnTo>
                  <a:pt x="176" y="720"/>
                </a:lnTo>
                <a:lnTo>
                  <a:pt x="272" y="840"/>
                </a:lnTo>
                <a:lnTo>
                  <a:pt x="328" y="960"/>
                </a:lnTo>
                <a:lnTo>
                  <a:pt x="448" y="1088"/>
                </a:lnTo>
                <a:lnTo>
                  <a:pt x="640" y="1208"/>
                </a:lnTo>
                <a:lnTo>
                  <a:pt x="696" y="1328"/>
                </a:lnTo>
                <a:lnTo>
                  <a:pt x="728" y="1448"/>
                </a:lnTo>
                <a:lnTo>
                  <a:pt x="752" y="1568"/>
                </a:lnTo>
                <a:lnTo>
                  <a:pt x="768" y="1688"/>
                </a:lnTo>
                <a:lnTo>
                  <a:pt x="848" y="1808"/>
                </a:lnTo>
                <a:lnTo>
                  <a:pt x="936" y="1928"/>
                </a:lnTo>
                <a:lnTo>
                  <a:pt x="1016" y="2048"/>
                </a:lnTo>
                <a:lnTo>
                  <a:pt x="1696" y="2168"/>
                </a:lnTo>
              </a:path>
            </a:pathLst>
          </a:custGeom>
          <a:noFill/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4" name=""/>
          <p:cNvGrpSpPr/>
          <p:nvPr/>
        </p:nvGrpSpPr>
        <p:grpSpPr>
          <a:xfrm>
            <a:off x="4643280" y="2692440"/>
            <a:ext cx="2743200" cy="3492360"/>
            <a:chOff x="4643280" y="2692440"/>
            <a:chExt cx="2743200" cy="3492360"/>
          </a:xfrm>
        </p:grpSpPr>
        <p:sp>
          <p:nvSpPr>
            <p:cNvPr id="755" name=""/>
            <p:cNvSpPr/>
            <p:nvPr/>
          </p:nvSpPr>
          <p:spPr>
            <a:xfrm>
              <a:off x="4643280" y="269244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6" name=""/>
            <p:cNvSpPr/>
            <p:nvPr/>
          </p:nvSpPr>
          <p:spPr>
            <a:xfrm>
              <a:off x="4643280" y="288288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"/>
            <p:cNvSpPr/>
            <p:nvPr/>
          </p:nvSpPr>
          <p:spPr>
            <a:xfrm>
              <a:off x="4694040" y="307332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8" name=""/>
            <p:cNvSpPr/>
            <p:nvPr/>
          </p:nvSpPr>
          <p:spPr>
            <a:xfrm>
              <a:off x="4782960" y="326376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9" name=""/>
            <p:cNvSpPr/>
            <p:nvPr/>
          </p:nvSpPr>
          <p:spPr>
            <a:xfrm>
              <a:off x="4833720" y="3454200"/>
              <a:ext cx="50760" cy="5112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520" bIns="-29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0" name=""/>
            <p:cNvSpPr/>
            <p:nvPr/>
          </p:nvSpPr>
          <p:spPr>
            <a:xfrm>
              <a:off x="4884480" y="364500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1" name=""/>
            <p:cNvSpPr/>
            <p:nvPr/>
          </p:nvSpPr>
          <p:spPr>
            <a:xfrm>
              <a:off x="4922640" y="383544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2" name=""/>
            <p:cNvSpPr/>
            <p:nvPr/>
          </p:nvSpPr>
          <p:spPr>
            <a:xfrm>
              <a:off x="5074920" y="4025880"/>
              <a:ext cx="4932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"/>
            <p:cNvSpPr/>
            <p:nvPr/>
          </p:nvSpPr>
          <p:spPr>
            <a:xfrm>
              <a:off x="5163840" y="421632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4" name=""/>
            <p:cNvSpPr/>
            <p:nvPr/>
          </p:nvSpPr>
          <p:spPr>
            <a:xfrm>
              <a:off x="5354280" y="4419720"/>
              <a:ext cx="5112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5" name=""/>
            <p:cNvSpPr/>
            <p:nvPr/>
          </p:nvSpPr>
          <p:spPr>
            <a:xfrm>
              <a:off x="5659200" y="461016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"/>
            <p:cNvSpPr/>
            <p:nvPr/>
          </p:nvSpPr>
          <p:spPr>
            <a:xfrm>
              <a:off x="5748120" y="480060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7" name=""/>
            <p:cNvSpPr/>
            <p:nvPr/>
          </p:nvSpPr>
          <p:spPr>
            <a:xfrm>
              <a:off x="5798880" y="499104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8" name=""/>
            <p:cNvSpPr/>
            <p:nvPr/>
          </p:nvSpPr>
          <p:spPr>
            <a:xfrm>
              <a:off x="5837040" y="518148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9" name=""/>
            <p:cNvSpPr/>
            <p:nvPr/>
          </p:nvSpPr>
          <p:spPr>
            <a:xfrm>
              <a:off x="5862600" y="537192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0" name=""/>
            <p:cNvSpPr/>
            <p:nvPr/>
          </p:nvSpPr>
          <p:spPr>
            <a:xfrm>
              <a:off x="5989320" y="556272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1" name=""/>
            <p:cNvSpPr/>
            <p:nvPr/>
          </p:nvSpPr>
          <p:spPr>
            <a:xfrm>
              <a:off x="6129000" y="575316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2" name=""/>
            <p:cNvSpPr/>
            <p:nvPr/>
          </p:nvSpPr>
          <p:spPr>
            <a:xfrm>
              <a:off x="6256080" y="594360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3" name=""/>
            <p:cNvSpPr/>
            <p:nvPr/>
          </p:nvSpPr>
          <p:spPr>
            <a:xfrm>
              <a:off x="7335720" y="6134040"/>
              <a:ext cx="50760" cy="50760"/>
            </a:xfrm>
            <a:prstGeom prst="triangle">
              <a:avLst>
                <a:gd name="adj" fmla="val 50000"/>
              </a:avLst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880" bIns="-29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4" name=""/>
          <p:cNvSpPr/>
          <p:nvPr/>
        </p:nvSpPr>
        <p:spPr>
          <a:xfrm>
            <a:off x="5186520" y="2724120"/>
            <a:ext cx="1828800" cy="3443400"/>
          </a:xfrm>
          <a:custGeom>
            <a:avLst/>
            <a:gdLst/>
            <a:ahLst/>
            <a:rect l="l" t="t" r="r" b="b"/>
            <a:pathLst>
              <a:path w="1153" h="2169">
                <a:moveTo>
                  <a:pt x="1152" y="0"/>
                </a:moveTo>
                <a:lnTo>
                  <a:pt x="344" y="120"/>
                </a:lnTo>
                <a:lnTo>
                  <a:pt x="56" y="240"/>
                </a:lnTo>
                <a:lnTo>
                  <a:pt x="168" y="360"/>
                </a:lnTo>
                <a:lnTo>
                  <a:pt x="744" y="480"/>
                </a:lnTo>
                <a:lnTo>
                  <a:pt x="920" y="600"/>
                </a:lnTo>
                <a:lnTo>
                  <a:pt x="688" y="720"/>
                </a:lnTo>
                <a:lnTo>
                  <a:pt x="224" y="840"/>
                </a:lnTo>
                <a:lnTo>
                  <a:pt x="168" y="960"/>
                </a:lnTo>
                <a:lnTo>
                  <a:pt x="1152" y="1088"/>
                </a:lnTo>
                <a:lnTo>
                  <a:pt x="744" y="1208"/>
                </a:lnTo>
                <a:lnTo>
                  <a:pt x="112" y="1328"/>
                </a:lnTo>
                <a:lnTo>
                  <a:pt x="112" y="1448"/>
                </a:lnTo>
                <a:lnTo>
                  <a:pt x="0" y="1568"/>
                </a:lnTo>
                <a:lnTo>
                  <a:pt x="400" y="1688"/>
                </a:lnTo>
                <a:lnTo>
                  <a:pt x="112" y="1808"/>
                </a:lnTo>
                <a:lnTo>
                  <a:pt x="0" y="1928"/>
                </a:lnTo>
                <a:lnTo>
                  <a:pt x="456" y="2048"/>
                </a:lnTo>
                <a:lnTo>
                  <a:pt x="512" y="2168"/>
                </a:lnTo>
              </a:path>
            </a:pathLst>
          </a:custGeom>
          <a:noFill/>
          <a:ln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5" name=""/>
          <p:cNvGrpSpPr/>
          <p:nvPr/>
        </p:nvGrpSpPr>
        <p:grpSpPr>
          <a:xfrm>
            <a:off x="5165640" y="2692440"/>
            <a:ext cx="1879560" cy="3492360"/>
            <a:chOff x="5165640" y="2692440"/>
            <a:chExt cx="1879560" cy="3492360"/>
          </a:xfrm>
        </p:grpSpPr>
        <p:sp>
          <p:nvSpPr>
            <p:cNvPr id="776" name=""/>
            <p:cNvSpPr/>
            <p:nvPr/>
          </p:nvSpPr>
          <p:spPr>
            <a:xfrm>
              <a:off x="6994440" y="269244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7" name=""/>
            <p:cNvSpPr/>
            <p:nvPr/>
          </p:nvSpPr>
          <p:spPr>
            <a:xfrm>
              <a:off x="5711760" y="288288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8" name=""/>
            <p:cNvSpPr/>
            <p:nvPr/>
          </p:nvSpPr>
          <p:spPr>
            <a:xfrm>
              <a:off x="5254560" y="307332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9" name=""/>
            <p:cNvSpPr/>
            <p:nvPr/>
          </p:nvSpPr>
          <p:spPr>
            <a:xfrm>
              <a:off x="5432040" y="326376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0" name=""/>
            <p:cNvSpPr/>
            <p:nvPr/>
          </p:nvSpPr>
          <p:spPr>
            <a:xfrm>
              <a:off x="6346440" y="3454200"/>
              <a:ext cx="51120" cy="5112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080" bIns="-100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"/>
            <p:cNvSpPr/>
            <p:nvPr/>
          </p:nvSpPr>
          <p:spPr>
            <a:xfrm>
              <a:off x="6626160" y="364500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2" name=""/>
            <p:cNvSpPr/>
            <p:nvPr/>
          </p:nvSpPr>
          <p:spPr>
            <a:xfrm>
              <a:off x="6257880" y="383544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3" name=""/>
            <p:cNvSpPr/>
            <p:nvPr/>
          </p:nvSpPr>
          <p:spPr>
            <a:xfrm>
              <a:off x="5520960" y="402588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"/>
            <p:cNvSpPr/>
            <p:nvPr/>
          </p:nvSpPr>
          <p:spPr>
            <a:xfrm>
              <a:off x="5432040" y="421632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5" name=""/>
            <p:cNvSpPr/>
            <p:nvPr/>
          </p:nvSpPr>
          <p:spPr>
            <a:xfrm>
              <a:off x="6994440" y="441972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6" name=""/>
            <p:cNvSpPr/>
            <p:nvPr/>
          </p:nvSpPr>
          <p:spPr>
            <a:xfrm>
              <a:off x="6346440" y="461016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7" name=""/>
            <p:cNvSpPr/>
            <p:nvPr/>
          </p:nvSpPr>
          <p:spPr>
            <a:xfrm>
              <a:off x="5343480" y="480060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8" name=""/>
            <p:cNvSpPr/>
            <p:nvPr/>
          </p:nvSpPr>
          <p:spPr>
            <a:xfrm>
              <a:off x="5343480" y="499104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9" name=""/>
            <p:cNvSpPr/>
            <p:nvPr/>
          </p:nvSpPr>
          <p:spPr>
            <a:xfrm>
              <a:off x="5165640" y="518148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0" name=""/>
            <p:cNvSpPr/>
            <p:nvPr/>
          </p:nvSpPr>
          <p:spPr>
            <a:xfrm>
              <a:off x="5800680" y="537192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1" name=""/>
            <p:cNvSpPr/>
            <p:nvPr/>
          </p:nvSpPr>
          <p:spPr>
            <a:xfrm>
              <a:off x="5343480" y="556272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2" name=""/>
            <p:cNvSpPr/>
            <p:nvPr/>
          </p:nvSpPr>
          <p:spPr>
            <a:xfrm>
              <a:off x="5165640" y="5753160"/>
              <a:ext cx="5076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3" name=""/>
            <p:cNvSpPr/>
            <p:nvPr/>
          </p:nvSpPr>
          <p:spPr>
            <a:xfrm>
              <a:off x="5889240" y="594360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4" name=""/>
            <p:cNvSpPr/>
            <p:nvPr/>
          </p:nvSpPr>
          <p:spPr>
            <a:xfrm>
              <a:off x="5978160" y="6134040"/>
              <a:ext cx="51120" cy="50760"/>
            </a:xfrm>
            <a:prstGeom prst="ellipse">
              <a:avLst/>
            </a:prstGeom>
            <a:solidFill>
              <a:srgbClr val="4d4d4d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0440" bIns="-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5" name=""/>
          <p:cNvSpPr/>
          <p:nvPr/>
        </p:nvSpPr>
        <p:spPr>
          <a:xfrm>
            <a:off x="1120680" y="2548080"/>
            <a:ext cx="1575000" cy="37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Reliability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Quality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Technical know-how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Knowledge sales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Entrepreneurial culture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After sales service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Product innovation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Consulting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Lead times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Sample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Regional presence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Program width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Offer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Program depth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Brand recognition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Marketing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  <a:tabLst>
                <a:tab algn="l" pos="0"/>
                <a:tab algn="l" pos="29196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Regional production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1120680" y="2239200"/>
            <a:ext cx="2059200" cy="335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Criteria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97" name=""/>
          <p:cNvGrpSpPr/>
          <p:nvPr/>
        </p:nvGrpSpPr>
        <p:grpSpPr>
          <a:xfrm>
            <a:off x="4614840" y="2540160"/>
            <a:ext cx="3659040" cy="3696840"/>
            <a:chOff x="4614840" y="2540160"/>
            <a:chExt cx="3659040" cy="3696840"/>
          </a:xfrm>
        </p:grpSpPr>
        <p:sp>
          <p:nvSpPr>
            <p:cNvPr id="798" name=""/>
            <p:cNvSpPr/>
            <p:nvPr/>
          </p:nvSpPr>
          <p:spPr>
            <a:xfrm>
              <a:off x="8273880" y="2540160"/>
              <a:ext cx="0" cy="3696840"/>
            </a:xfrm>
            <a:prstGeom prst="line">
              <a:avLst/>
            </a:prstGeom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9" name=""/>
            <p:cNvSpPr/>
            <p:nvPr/>
          </p:nvSpPr>
          <p:spPr>
            <a:xfrm>
              <a:off x="7358040" y="2540160"/>
              <a:ext cx="0" cy="3696840"/>
            </a:xfrm>
            <a:prstGeom prst="line">
              <a:avLst/>
            </a:prstGeom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0" name=""/>
            <p:cNvSpPr/>
            <p:nvPr/>
          </p:nvSpPr>
          <p:spPr>
            <a:xfrm>
              <a:off x="6443640" y="2540160"/>
              <a:ext cx="0" cy="3696840"/>
            </a:xfrm>
            <a:prstGeom prst="line">
              <a:avLst/>
            </a:prstGeom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"/>
            <p:cNvSpPr/>
            <p:nvPr/>
          </p:nvSpPr>
          <p:spPr>
            <a:xfrm>
              <a:off x="5529240" y="2540160"/>
              <a:ext cx="0" cy="3696840"/>
            </a:xfrm>
            <a:prstGeom prst="line">
              <a:avLst/>
            </a:prstGeom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2" name=""/>
            <p:cNvSpPr/>
            <p:nvPr/>
          </p:nvSpPr>
          <p:spPr>
            <a:xfrm>
              <a:off x="4614840" y="2540160"/>
              <a:ext cx="0" cy="3696840"/>
            </a:xfrm>
            <a:prstGeom prst="line">
              <a:avLst/>
            </a:prstGeom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03" name=""/>
          <p:cNvSpPr/>
          <p:nvPr/>
        </p:nvSpPr>
        <p:spPr>
          <a:xfrm>
            <a:off x="5729400" y="3067200"/>
            <a:ext cx="9540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Performance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4075560" y="4143240"/>
            <a:ext cx="90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Importance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to customer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With lower variability cycle time can be decreased 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Long lead times caused by well-padded supply chain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Interviews;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8050320" y="3182760"/>
            <a:ext cx="281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Pack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>
            <a:off x="8143200" y="3349800"/>
            <a:ext cx="2887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Audit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8613000" y="5410080"/>
            <a:ext cx="5662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Weeks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488520" y="2933640"/>
            <a:ext cx="10310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Raw materials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593280" y="3568680"/>
            <a:ext cx="924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Cut and sew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747360" y="4159080"/>
            <a:ext cx="770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Transport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 flipH="1">
            <a:off x="7872120" y="3281400"/>
            <a:ext cx="128520" cy="9684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4121280" y="3379680"/>
            <a:ext cx="1280880" cy="590760"/>
          </a:xfrm>
          <a:prstGeom prst="rect">
            <a:avLst/>
          </a:prstGeom>
          <a:solidFill>
            <a:srgbClr val="ffffff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>
            <a:off x="4700520" y="3379680"/>
            <a:ext cx="150840" cy="59076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3750120" y="2575080"/>
            <a:ext cx="386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Transit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>
            <a:off x="1897200" y="2784600"/>
            <a:ext cx="2109600" cy="588960"/>
          </a:xfrm>
          <a:prstGeom prst="rect">
            <a:avLst/>
          </a:prstGeom>
          <a:solidFill>
            <a:srgbClr val="ffffff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4040280" y="3379680"/>
            <a:ext cx="114120" cy="59076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1417680" y="2575080"/>
            <a:ext cx="703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Fabric made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3000240" y="2784600"/>
            <a:ext cx="463680" cy="58716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3889440" y="2784600"/>
            <a:ext cx="112680" cy="587160"/>
          </a:xfrm>
          <a:prstGeom prst="rect">
            <a:avLst/>
          </a:prstGeom>
          <a:solidFill>
            <a:srgbClr val="79a2b3"/>
          </a:solidFill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1612800" y="2784600"/>
            <a:ext cx="308160" cy="58896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5805360" y="3379680"/>
            <a:ext cx="2175120" cy="590760"/>
          </a:xfrm>
          <a:prstGeom prst="rect">
            <a:avLst/>
          </a:prstGeom>
          <a:solidFill>
            <a:srgbClr val="ffffff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 flipH="1">
            <a:off x="7169040" y="3381480"/>
            <a:ext cx="114480" cy="58896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7797960" y="3382920"/>
            <a:ext cx="114120" cy="58752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7729560" y="3381480"/>
            <a:ext cx="112680" cy="58896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 flipH="1">
            <a:off x="7980120" y="3432240"/>
            <a:ext cx="144360" cy="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7661520" y="3178080"/>
            <a:ext cx="2185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Iron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7986600" y="3976560"/>
            <a:ext cx="339840" cy="58752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8326440" y="3976560"/>
            <a:ext cx="135000" cy="58752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4705200" y="3159000"/>
            <a:ext cx="197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3113280" y="2554200"/>
            <a:ext cx="224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Dye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5401080" y="3159000"/>
            <a:ext cx="386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Transit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>
            <a:off x="6969600" y="3038400"/>
            <a:ext cx="49284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Sew and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audit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>
            <a:off x="4043160" y="3006720"/>
            <a:ext cx="56916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Fabric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inspection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"/>
          <p:cNvSpPr/>
          <p:nvPr/>
        </p:nvSpPr>
        <p:spPr>
          <a:xfrm>
            <a:off x="8132760" y="3772080"/>
            <a:ext cx="0" cy="198360"/>
          </a:xfrm>
          <a:prstGeom prst="line">
            <a:avLst/>
          </a:prstGeom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"/>
          <p:cNvSpPr/>
          <p:nvPr/>
        </p:nvSpPr>
        <p:spPr>
          <a:xfrm>
            <a:off x="8041680" y="3576600"/>
            <a:ext cx="674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Ship to U.S.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 flipH="1">
            <a:off x="8380080" y="3886200"/>
            <a:ext cx="98280" cy="12384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"/>
          <p:cNvSpPr/>
          <p:nvPr/>
        </p:nvSpPr>
        <p:spPr>
          <a:xfrm>
            <a:off x="8344440" y="3728880"/>
            <a:ext cx="498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Customs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1471680" y="4619520"/>
            <a:ext cx="301680" cy="209520"/>
          </a:xfrm>
          <a:prstGeom prst="triangle">
            <a:avLst>
              <a:gd name="adj" fmla="val 50000"/>
            </a:avLst>
          </a:prstGeom>
          <a:solidFill>
            <a:srgbClr val="dc6e00"/>
          </a:solidFill>
          <a:ln w="1260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3040" bIns="23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>
            <a:off x="1309680" y="4860720"/>
            <a:ext cx="62568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P.O Issued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8222760" y="4861080"/>
            <a:ext cx="72468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Date marked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 in-stock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8461440" y="3976560"/>
            <a:ext cx="135000" cy="58752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 flipV="1">
            <a:off x="209376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 flipV="1">
            <a:off x="258768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 flipV="1">
            <a:off x="308448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 flipV="1">
            <a:off x="357840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 flipV="1">
            <a:off x="4073400" y="5196960"/>
            <a:ext cx="32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 flipV="1">
            <a:off x="456876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 flipV="1">
            <a:off x="555948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 flipV="1">
            <a:off x="605304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 flipV="1">
            <a:off x="654840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156060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205452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255060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304776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354312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403992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>
            <a:off x="453672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503208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552888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6025680" y="52894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647496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 flipV="1">
            <a:off x="7043760" y="5196960"/>
            <a:ext cx="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 flipV="1">
            <a:off x="7537320" y="5196960"/>
            <a:ext cx="32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 flipV="1">
            <a:off x="803448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 flipV="1">
            <a:off x="852948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 flipV="1">
            <a:off x="9024840" y="5196960"/>
            <a:ext cx="180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697032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746604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796428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845928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8956440" y="528948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 flipV="1">
            <a:off x="506412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2033640" y="1454040"/>
            <a:ext cx="6122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Example: knit garment manufactured in Hong Kong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8431200" y="4619520"/>
            <a:ext cx="301680" cy="209520"/>
          </a:xfrm>
          <a:prstGeom prst="triangle">
            <a:avLst>
              <a:gd name="adj" fmla="val 50000"/>
            </a:avLst>
          </a:prstGeom>
          <a:solidFill>
            <a:srgbClr val="dc6e00"/>
          </a:solidFill>
          <a:ln w="1260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3040" bIns="23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5398920" y="3379680"/>
            <a:ext cx="409680" cy="59076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1887480" y="5842080"/>
            <a:ext cx="6129360" cy="5302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Opportunity to reduce cycle time by ~ 50%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1598760" y="5202360"/>
            <a:ext cx="7429320" cy="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>
            <a:off x="3824280" y="4479840"/>
            <a:ext cx="2063880" cy="563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Significant time wasted in non-value added steps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3" name=""/>
          <p:cNvCxnSpPr>
            <a:stCxn id="882" idx="0"/>
          </p:cNvCxnSpPr>
          <p:nvPr/>
        </p:nvCxnSpPr>
        <p:spPr>
          <a:xfrm flipH="1" flipV="1">
            <a:off x="2504880" y="3212280"/>
            <a:ext cx="2351520" cy="126756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884" name=""/>
          <p:cNvCxnSpPr>
            <a:stCxn id="882" idx="0"/>
          </p:cNvCxnSpPr>
          <p:nvPr/>
        </p:nvCxnSpPr>
        <p:spPr>
          <a:xfrm flipH="1" flipV="1">
            <a:off x="3512880" y="3212280"/>
            <a:ext cx="1343520" cy="126756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885" name=""/>
          <p:cNvCxnSpPr>
            <a:stCxn id="882" idx="0"/>
          </p:cNvCxnSpPr>
          <p:nvPr/>
        </p:nvCxnSpPr>
        <p:spPr>
          <a:xfrm flipH="1" flipV="1">
            <a:off x="4376160" y="3860280"/>
            <a:ext cx="479880" cy="61992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886" name=""/>
          <p:cNvCxnSpPr>
            <a:stCxn id="882" idx="0"/>
          </p:cNvCxnSpPr>
          <p:nvPr/>
        </p:nvCxnSpPr>
        <p:spPr>
          <a:xfrm flipV="1">
            <a:off x="4855680" y="3860280"/>
            <a:ext cx="97560" cy="61992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887" name=""/>
          <p:cNvCxnSpPr>
            <a:stCxn id="882" idx="0"/>
          </p:cNvCxnSpPr>
          <p:nvPr/>
        </p:nvCxnSpPr>
        <p:spPr>
          <a:xfrm flipV="1">
            <a:off x="4856040" y="3860280"/>
            <a:ext cx="1105920" cy="61992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sp>
        <p:nvSpPr>
          <p:cNvPr id="888" name=""/>
          <p:cNvSpPr/>
          <p:nvPr/>
        </p:nvSpPr>
        <p:spPr>
          <a:xfrm>
            <a:off x="7896240" y="2173320"/>
            <a:ext cx="101520" cy="101520"/>
          </a:xfrm>
          <a:prstGeom prst="rect">
            <a:avLst/>
          </a:prstGeom>
          <a:solidFill>
            <a:srgbClr val="79a2b3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Transit time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7896240" y="2016000"/>
            <a:ext cx="101520" cy="101880"/>
          </a:xfrm>
          <a:prstGeom prst="rect">
            <a:avLst/>
          </a:prstGeom>
          <a:solidFill>
            <a:srgbClr val="ffffff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Non-value added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7896240" y="1859040"/>
            <a:ext cx="101520" cy="101520"/>
          </a:xfrm>
          <a:prstGeom prst="rect">
            <a:avLst/>
          </a:prstGeom>
          <a:solidFill>
            <a:srgbClr val="dcc05a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marL="11592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Value added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 flipV="1">
            <a:off x="1598760" y="5196960"/>
            <a:ext cx="1440" cy="55800"/>
          </a:xfrm>
          <a:prstGeom prst="line">
            <a:avLst/>
          </a:prstGeom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Position-strengthening strategies vary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Examples of successful expansions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Market position is rank (by deposit) in MSA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SNL; company websites; banking lit search;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>
            <a:off x="455760" y="1208160"/>
            <a:ext cx="4113000" cy="82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Commerce strengthened Philadelphia position with aggressive de novo branch strategy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5337000" y="1421640"/>
            <a:ext cx="411336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Flagstar used de novo stand-alones to supplement established in-store position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97" name=""/>
          <p:cNvGraphicFramePr/>
          <p:nvPr/>
        </p:nvGraphicFramePr>
        <p:xfrm>
          <a:off x="378000" y="2152800"/>
          <a:ext cx="4125600" cy="3919320"/>
        </p:xfrm>
        <a:graphic>
          <a:graphicData uri="http://schemas.openxmlformats.org/drawingml/2006/table">
            <a:tbl>
              <a:tblPr/>
              <a:tblGrid>
                <a:gridCol w="867960"/>
                <a:gridCol w="1014480"/>
                <a:gridCol w="2243160"/>
              </a:tblGrid>
              <a:tr h="39780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Bank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Commerce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7304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Total assets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$38B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9780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MSA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Philadelphia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1964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Position in market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#3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10664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Strategy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Build out position with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 novo branches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, aggressive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outreach to potential government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clients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, and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extended hours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across all city branches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82548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Result/ impact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Surpassed in-state rival PNC (#4) to gain top 3 position by deposits; nearly 2× deposit share of #5 BAC despite roughly same number of branches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8" name=""/>
          <p:cNvGraphicFramePr/>
          <p:nvPr/>
        </p:nvGraphicFramePr>
        <p:xfrm>
          <a:off x="5246640" y="2146320"/>
          <a:ext cx="4108320" cy="3774960"/>
        </p:xfrm>
        <a:graphic>
          <a:graphicData uri="http://schemas.openxmlformats.org/drawingml/2006/table">
            <a:tbl>
              <a:tblPr/>
              <a:tblGrid>
                <a:gridCol w="914040"/>
                <a:gridCol w="743040"/>
                <a:gridCol w="2451240"/>
              </a:tblGrid>
              <a:tr h="42372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Bank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Flagstar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628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Total assets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$15B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2228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MSA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Detroit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7644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Position in market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#4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09836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Strategy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Enhance retail presence by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tripling number of branches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and focusing on urban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stand-alones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(to boost name recognition) to supplement traditional in-store format (mostly in suburban Wal-Marts)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77880">
                <a:tc>
                  <a:txBody>
                    <a:bodyPr lIns="90000" rIns="18360" tIns="46800" bIns="46800" anchor="t">
                      <a:noAutofit/>
                    </a:bodyPr>
                    <a:p>
                      <a:pPr>
                        <a:lnSpc>
                          <a:spcPct val="85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Result/ impact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18360">
                    <a:lnL w="57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Surpassed Fifth Third, Nat'l City, and Charter One (RBS) with above fair share of deposits, solidifying top 5 position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grpSp>
        <p:nvGrpSpPr>
          <p:cNvPr id="899" name=""/>
          <p:cNvGrpSpPr/>
          <p:nvPr/>
        </p:nvGrpSpPr>
        <p:grpSpPr>
          <a:xfrm>
            <a:off x="4657680" y="5940360"/>
            <a:ext cx="593640" cy="404640"/>
            <a:chOff x="4657680" y="5940360"/>
            <a:chExt cx="593640" cy="404640"/>
          </a:xfrm>
        </p:grpSpPr>
        <p:sp>
          <p:nvSpPr>
            <p:cNvPr id="900" name=""/>
            <p:cNvSpPr/>
            <p:nvPr/>
          </p:nvSpPr>
          <p:spPr>
            <a:xfrm>
              <a:off x="4657680" y="6016320"/>
              <a:ext cx="295200" cy="152640"/>
            </a:xfrm>
            <a:prstGeom prst="rect">
              <a:avLst/>
            </a:prstGeom>
            <a:solidFill>
              <a:srgbClr val="bcdec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1" name=""/>
            <p:cNvSpPr/>
            <p:nvPr/>
          </p:nvSpPr>
          <p:spPr>
            <a:xfrm>
              <a:off x="4954320" y="5940360"/>
              <a:ext cx="297000" cy="228600"/>
            </a:xfrm>
            <a:prstGeom prst="rect">
              <a:avLst/>
            </a:prstGeom>
            <a:solidFill>
              <a:srgbClr val="5bad82"/>
            </a:solidFill>
            <a:ln w="12600">
              <a:solidFill>
                <a:srgbClr val="8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2" name=""/>
            <p:cNvSpPr/>
            <p:nvPr/>
          </p:nvSpPr>
          <p:spPr>
            <a:xfrm>
              <a:off x="4683240" y="6222960"/>
              <a:ext cx="22788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800" spc="-1" strike="noStrike">
                  <a:solidFill>
                    <a:srgbClr val="000000"/>
                  </a:solidFill>
                  <a:latin typeface="Arial"/>
                  <a:ea typeface="宋体"/>
                </a:rPr>
                <a:t>2002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3" name=""/>
            <p:cNvSpPr/>
            <p:nvPr/>
          </p:nvSpPr>
          <p:spPr>
            <a:xfrm>
              <a:off x="5000760" y="6222960"/>
              <a:ext cx="22788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800" spc="-1" strike="noStrike">
                  <a:solidFill>
                    <a:srgbClr val="000000"/>
                  </a:solidFill>
                  <a:latin typeface="Arial"/>
                  <a:ea typeface="宋体"/>
                </a:rPr>
                <a:t>2005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904" name=""/>
          <p:cNvGraphicFramePr/>
          <p:nvPr/>
        </p:nvGraphicFramePr>
        <p:xfrm>
          <a:off x="6848640" y="3054240"/>
          <a:ext cx="2498400" cy="116856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905" name=""/>
          <p:cNvSpPr/>
          <p:nvPr/>
        </p:nvSpPr>
        <p:spPr>
          <a:xfrm>
            <a:off x="7034040" y="2550960"/>
            <a:ext cx="8082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+37 branches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8986680" y="2082960"/>
            <a:ext cx="464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% share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8280360" y="2550960"/>
            <a:ext cx="8082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+$5B deposits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8" name=""/>
          <p:cNvGraphicFramePr/>
          <p:nvPr/>
        </p:nvGraphicFramePr>
        <p:xfrm>
          <a:off x="2127240" y="3059280"/>
          <a:ext cx="2498760" cy="116820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sp>
        <p:nvSpPr>
          <p:cNvPr id="909" name=""/>
          <p:cNvSpPr/>
          <p:nvPr/>
        </p:nvSpPr>
        <p:spPr>
          <a:xfrm>
            <a:off x="2349360" y="2565360"/>
            <a:ext cx="8067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+37 branches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4108320" y="2082960"/>
            <a:ext cx="464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% share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3571920" y="2565360"/>
            <a:ext cx="806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+$6B deposits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Large breadth and depth of coverage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503280" y="2740680"/>
            <a:ext cx="249408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Visited accounts/max. coverage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3576600" y="1826280"/>
            <a:ext cx="249552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Number of visited accounts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3575160" y="3948840"/>
            <a:ext cx="249696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Max. coverage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6799320" y="3076560"/>
            <a:ext cx="249696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6800760" y="2176920"/>
            <a:ext cx="249552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Number of reps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6800760" y="4364640"/>
            <a:ext cx="2495520" cy="366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Visits/day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9" name=""/>
          <p:cNvCxnSpPr/>
          <p:nvPr/>
        </p:nvCxnSpPr>
        <p:spPr>
          <a:xfrm flipV="1">
            <a:off x="2968200" y="2850840"/>
            <a:ext cx="607320" cy="915120"/>
          </a:xfrm>
          <a:prstGeom prst="bentConnector3">
            <a:avLst>
              <a:gd name="adj1" fmla="val 49703"/>
            </a:avLst>
          </a:prstGeom>
          <a:ln w="12600">
            <a:solidFill>
              <a:srgbClr val="808080"/>
            </a:solidFill>
            <a:miter/>
          </a:ln>
        </p:spPr>
      </p:cxnSp>
      <p:cxnSp>
        <p:nvCxnSpPr>
          <p:cNvPr id="920" name=""/>
          <p:cNvCxnSpPr/>
          <p:nvPr/>
        </p:nvCxnSpPr>
        <p:spPr>
          <a:xfrm>
            <a:off x="2968560" y="3765600"/>
            <a:ext cx="605520" cy="1208880"/>
          </a:xfrm>
          <a:prstGeom prst="bentConnector3">
            <a:avLst>
              <a:gd name="adj1" fmla="val 49851"/>
            </a:avLst>
          </a:prstGeom>
          <a:ln w="12600">
            <a:solidFill>
              <a:srgbClr val="808080"/>
            </a:solidFill>
            <a:miter/>
          </a:ln>
        </p:spPr>
      </p:cxnSp>
      <p:cxnSp>
        <p:nvCxnSpPr>
          <p:cNvPr id="921" name=""/>
          <p:cNvCxnSpPr>
            <a:endCxn id="916" idx="1"/>
          </p:cNvCxnSpPr>
          <p:nvPr/>
        </p:nvCxnSpPr>
        <p:spPr>
          <a:xfrm flipV="1">
            <a:off x="6072120" y="3735000"/>
            <a:ext cx="727560" cy="1000800"/>
          </a:xfrm>
          <a:prstGeom prst="bentConnector3">
            <a:avLst>
              <a:gd name="adj1" fmla="val 50000"/>
            </a:avLst>
          </a:prstGeom>
          <a:ln w="12600">
            <a:solidFill>
              <a:srgbClr val="808080"/>
            </a:solidFill>
            <a:miter/>
          </a:ln>
        </p:spPr>
      </p:cxnSp>
      <p:cxnSp>
        <p:nvCxnSpPr>
          <p:cNvPr id="922" name=""/>
          <p:cNvCxnSpPr/>
          <p:nvPr/>
        </p:nvCxnSpPr>
        <p:spPr>
          <a:xfrm>
            <a:off x="6072120" y="4735080"/>
            <a:ext cx="727560" cy="654840"/>
          </a:xfrm>
          <a:prstGeom prst="bentConnector3">
            <a:avLst>
              <a:gd name="adj1" fmla="val 50000"/>
            </a:avLst>
          </a:prstGeom>
          <a:ln w="12600">
            <a:solidFill>
              <a:srgbClr val="808080"/>
            </a:solidFill>
            <a:miter/>
          </a:ln>
        </p:spPr>
      </p:cxnSp>
      <p:graphicFrame>
        <p:nvGraphicFramePr>
          <p:cNvPr id="923" name=""/>
          <p:cNvGraphicFramePr/>
          <p:nvPr/>
        </p:nvGraphicFramePr>
        <p:xfrm>
          <a:off x="3629160" y="2333520"/>
          <a:ext cx="2438280" cy="167652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graphicFrame>
        <p:nvGraphicFramePr>
          <p:cNvPr id="924" name=""/>
          <p:cNvGraphicFramePr/>
          <p:nvPr/>
        </p:nvGraphicFramePr>
        <p:xfrm>
          <a:off x="6807240" y="2571840"/>
          <a:ext cx="2457360" cy="168588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graphicFrame>
        <p:nvGraphicFramePr>
          <p:cNvPr id="925" name=""/>
          <p:cNvGraphicFramePr/>
          <p:nvPr/>
        </p:nvGraphicFramePr>
        <p:xfrm>
          <a:off x="6810480" y="4743360"/>
          <a:ext cx="2466720" cy="1685880"/>
        </p:xfrm>
        <a:graphic>
          <a:graphicData uri="http://schemas.openxmlformats.org/presentationml/2006/ole">
            <p:oleObj r:id="rId3" spid="">
              <p:embed/>
            </p:oleObj>
          </a:graphicData>
        </a:graphic>
      </p:graphicFrame>
      <p:graphicFrame>
        <p:nvGraphicFramePr>
          <p:cNvPr id="926" name=""/>
          <p:cNvGraphicFramePr/>
          <p:nvPr/>
        </p:nvGraphicFramePr>
        <p:xfrm>
          <a:off x="3600360" y="4457880"/>
          <a:ext cx="2438640" cy="1685880"/>
        </p:xfrm>
        <a:graphic>
          <a:graphicData uri="http://schemas.openxmlformats.org/presentationml/2006/ole">
            <p:oleObj r:id="rId4" spid="">
              <p:embed/>
            </p:oleObj>
          </a:graphicData>
        </a:graphic>
      </p:graphicFrame>
      <p:sp>
        <p:nvSpPr>
          <p:cNvPr id="927" name=""/>
          <p:cNvSpPr/>
          <p:nvPr/>
        </p:nvSpPr>
        <p:spPr>
          <a:xfrm>
            <a:off x="3698640" y="2265480"/>
            <a:ext cx="566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Thousands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3666600" y="4378320"/>
            <a:ext cx="5662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Thousands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29" name=""/>
          <p:cNvGraphicFramePr/>
          <p:nvPr/>
        </p:nvGraphicFramePr>
        <p:xfrm>
          <a:off x="533520" y="3171960"/>
          <a:ext cx="2419200" cy="1724040"/>
        </p:xfrm>
        <a:graphic>
          <a:graphicData uri="http://schemas.openxmlformats.org/presentationml/2006/ole">
            <p:oleObj r:id="rId5" spid="">
              <p:embed/>
            </p:oleObj>
          </a:graphicData>
        </a:graphic>
      </p:graphicFrame>
      <p:sp>
        <p:nvSpPr>
          <p:cNvPr id="930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Client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Are the best-performing employees being rewarded?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Performance versus total compensation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32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"/>
          <p:cNvSpPr/>
          <p:nvPr/>
        </p:nvSpPr>
        <p:spPr>
          <a:xfrm>
            <a:off x="3965040" y="1409040"/>
            <a:ext cx="19746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Sales reps region XXX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4" name=""/>
          <p:cNvGraphicFramePr/>
          <p:nvPr/>
        </p:nvGraphicFramePr>
        <p:xfrm>
          <a:off x="1571760" y="2039760"/>
          <a:ext cx="6762600" cy="37278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935" name=""/>
          <p:cNvSpPr/>
          <p:nvPr/>
        </p:nvSpPr>
        <p:spPr>
          <a:xfrm>
            <a:off x="7530480" y="5678640"/>
            <a:ext cx="6775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Sales p.a.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"/>
          <p:cNvSpPr/>
          <p:nvPr/>
        </p:nvSpPr>
        <p:spPr>
          <a:xfrm>
            <a:off x="1713960" y="1985400"/>
            <a:ext cx="1660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Total compensation (K$)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 flipV="1" rot="5419800">
            <a:off x="2127600" y="3622680"/>
            <a:ext cx="970200" cy="187560"/>
          </a:xfrm>
          <a:prstGeom prst="rightArrow">
            <a:avLst>
              <a:gd name="adj1" fmla="val 50519"/>
              <a:gd name="adj2" fmla="val 103407"/>
            </a:avLst>
          </a:prstGeom>
          <a:solidFill>
            <a:srgbClr val="dc6e00"/>
          </a:solidFill>
          <a:ln w="1260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>
            <a:off x="2414520" y="3048120"/>
            <a:ext cx="393840" cy="1358640"/>
          </a:xfrm>
          <a:prstGeom prst="rect">
            <a:avLst/>
          </a:prstGeom>
          <a:noFill/>
          <a:ln w="12600">
            <a:solidFill>
              <a:srgbClr val="dc6e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426960" y="2506680"/>
            <a:ext cx="2027160" cy="80820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Normalize low-performers' compensation: x% decrease in personnel cost = y% margin improvement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"/>
          <p:cNvSpPr/>
          <p:nvPr/>
        </p:nvSpPr>
        <p:spPr>
          <a:xfrm rot="16180200">
            <a:off x="7476120" y="3662280"/>
            <a:ext cx="788760" cy="187560"/>
          </a:xfrm>
          <a:prstGeom prst="rightArrow">
            <a:avLst>
              <a:gd name="adj1" fmla="val 52269"/>
              <a:gd name="adj2" fmla="val 105154"/>
            </a:avLst>
          </a:prstGeom>
          <a:solidFill>
            <a:srgbClr val="dc6e00"/>
          </a:solidFill>
          <a:ln w="1260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7672320" y="3228840"/>
            <a:ext cx="393840" cy="1158840"/>
          </a:xfrm>
          <a:prstGeom prst="rect">
            <a:avLst/>
          </a:prstGeom>
          <a:noFill/>
          <a:ln w="12600">
            <a:solidFill>
              <a:srgbClr val="dc6e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7713720" y="1835280"/>
            <a:ext cx="1720800" cy="113976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Adequately reward high-performers to ensure motivation: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x% increase = y% increase in employee satisfaction index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3" name=""/>
          <p:cNvCxnSpPr>
            <a:stCxn id="939" idx="2"/>
          </p:cNvCxnSpPr>
          <p:nvPr/>
        </p:nvCxnSpPr>
        <p:spPr>
          <a:xfrm>
            <a:off x="1441080" y="3314880"/>
            <a:ext cx="1064520" cy="27216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944" name=""/>
          <p:cNvCxnSpPr>
            <a:stCxn id="942" idx="2"/>
          </p:cNvCxnSpPr>
          <p:nvPr/>
        </p:nvCxnSpPr>
        <p:spPr>
          <a:xfrm flipH="1">
            <a:off x="7991280" y="2975040"/>
            <a:ext cx="583200" cy="39600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Breakdown of channel partner financial incentives 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Dealer interviews;  BCG estimates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"/>
          <p:cNvSpPr/>
          <p:nvPr/>
        </p:nvSpPr>
        <p:spPr>
          <a:xfrm>
            <a:off x="1887480" y="5870520"/>
            <a:ext cx="6129360" cy="5302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Structure financial incentives to promote key offerings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(i.e., advanced mobile services) through channel partners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49" name=""/>
          <p:cNvGraphicFramePr/>
          <p:nvPr/>
        </p:nvGraphicFramePr>
        <p:xfrm>
          <a:off x="1400040" y="1908000"/>
          <a:ext cx="2830680" cy="40672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950" name=""/>
          <p:cNvSpPr/>
          <p:nvPr/>
        </p:nvSpPr>
        <p:spPr>
          <a:xfrm>
            <a:off x="1050120" y="1805400"/>
            <a:ext cx="965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Total payment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 postpaid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gross add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"/>
          <p:cNvSpPr/>
          <p:nvPr/>
        </p:nvSpPr>
        <p:spPr>
          <a:xfrm>
            <a:off x="4603680" y="1986120"/>
            <a:ext cx="48452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Marketing kickback provided to Specialist retailers for selling mobile services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2531520" y="1812960"/>
            <a:ext cx="563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£200–300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"/>
          <p:cNvSpPr/>
          <p:nvPr/>
        </p:nvSpPr>
        <p:spPr>
          <a:xfrm>
            <a:off x="3519360" y="2497680"/>
            <a:ext cx="10051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Revenue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share/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volume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"/>
          <p:cNvSpPr/>
          <p:nvPr/>
        </p:nvSpPr>
        <p:spPr>
          <a:xfrm>
            <a:off x="3519360" y="3315240"/>
            <a:ext cx="10051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Rate plan commission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3519360" y="3905640"/>
            <a:ext cx="10051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Connection commission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"/>
          <p:cNvSpPr/>
          <p:nvPr/>
        </p:nvSpPr>
        <p:spPr>
          <a:xfrm>
            <a:off x="3519360" y="4791600"/>
            <a:ext cx="10051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Handset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margin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"/>
          <p:cNvSpPr/>
          <p:nvPr/>
        </p:nvSpPr>
        <p:spPr>
          <a:xfrm>
            <a:off x="3519360" y="2003760"/>
            <a:ext cx="10051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Marketing kickback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"/>
          <p:cNvSpPr/>
          <p:nvPr/>
        </p:nvSpPr>
        <p:spPr>
          <a:xfrm>
            <a:off x="318960" y="3941280"/>
            <a:ext cx="1494000" cy="13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Prepaid margin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comes primarily from sale of handsets (straight commission of only max. 10% of handset margin)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>
            <a:off x="1860480" y="3768840"/>
            <a:ext cx="146160" cy="1755720"/>
          </a:xfrm>
          <a:custGeom>
            <a:avLst/>
            <a:gdLst>
              <a:gd name="textAreaLeft" fmla="*/ 93600 w 146160"/>
              <a:gd name="textAreaRight" fmla="*/ 146520 w 146160"/>
              <a:gd name="textAreaTop" fmla="*/ 45720 h 1755720"/>
              <a:gd name="textAreaBottom" fmla="*/ 1710000 h 175572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"/>
          <p:cNvSpPr/>
          <p:nvPr/>
        </p:nvSpPr>
        <p:spPr>
          <a:xfrm>
            <a:off x="4603680" y="2471760"/>
            <a:ext cx="4845240" cy="6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Dealers receive a share of individual customers ARPU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The percent share received increases with amount of time customer stays with operator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Others only pay a volume bonus based on what was sold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"/>
          <p:cNvSpPr/>
          <p:nvPr/>
        </p:nvSpPr>
        <p:spPr>
          <a:xfrm>
            <a:off x="4603680" y="3297240"/>
            <a:ext cx="48452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Depending on the rate plan sold, a different upfront commission is paid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Commission tied to the value of the underlying rate plan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"/>
          <p:cNvSpPr/>
          <p:nvPr/>
        </p:nvSpPr>
        <p:spPr>
          <a:xfrm>
            <a:off x="4603680" y="3887640"/>
            <a:ext cx="48452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Dealers receive a straight connection commission for activating new post-paid plans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"/>
          <p:cNvSpPr/>
          <p:nvPr/>
        </p:nvSpPr>
        <p:spPr>
          <a:xfrm>
            <a:off x="4603680" y="4592520"/>
            <a:ext cx="4845240" cy="6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Dealers generate a margin on the handsets they sell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Handsets are purchased from the operator at a subsidized cost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9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If prices are lowered after the fact, dealer bears the risk and takes a loss on the individual handset being sold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456840" y="165240"/>
            <a:ext cx="89931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Discovery teams plan to triple revenue by 2006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Only 25% of revenue in 2006 (two years after case) from "new" products/services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455760" y="5334120"/>
            <a:ext cx="4070160" cy="409320"/>
          </a:xfrm>
          <a:prstGeom prst="rect">
            <a:avLst/>
          </a:pr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4390200" y="4305240"/>
            <a:ext cx="9093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"Commodity"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1887480" y="5870520"/>
            <a:ext cx="6129360" cy="5302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Results of Pilot validated initial hypotheses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about discovery value creation potential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9" name=""/>
          <p:cNvGraphicFramePr/>
          <p:nvPr/>
        </p:nvGraphicFramePr>
        <p:xfrm>
          <a:off x="966960" y="2336760"/>
          <a:ext cx="3666960" cy="312408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sp>
        <p:nvSpPr>
          <p:cNvPr id="970" name=""/>
          <p:cNvSpPr/>
          <p:nvPr/>
        </p:nvSpPr>
        <p:spPr>
          <a:xfrm>
            <a:off x="1136520" y="2268000"/>
            <a:ext cx="2611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Annual CLIENT revenue (M$)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1558800" y="5388120"/>
            <a:ext cx="4161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X%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3879720" y="5388120"/>
            <a:ext cx="39060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3X%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479520" y="5335560"/>
            <a:ext cx="9730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Share of wallet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2070000" y="5510160"/>
            <a:ext cx="1728720" cy="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4389480" y="2779560"/>
            <a:ext cx="7920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New/future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Product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4390920" y="3598920"/>
            <a:ext cx="10922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"Mission critical"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457200" y="1508400"/>
            <a:ext cx="52340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Projected revenue across four Pilot customers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6086520" y="1508400"/>
            <a:ext cx="334800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Observations/considerations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132600" y="1928880"/>
            <a:ext cx="3348000" cy="35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All four Pilot teams projected revenue increases of 2–3X by end of 2006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Despite the "baseline" budget calling for flat growth over that period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Plans balanced increasing share of existing services and introducing new service targeted at unmet needs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The teams each believed there was even more potential upside ...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Deeper penetration of basic services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Broader potential of new applications beyond the core Discovery customers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571680" indent="-1717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E.g., wireless/wireline integration, converged voice/data, wireless management services, etc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"/>
          <p:cNvSpPr/>
          <p:nvPr/>
        </p:nvSpPr>
        <p:spPr>
          <a:xfrm>
            <a:off x="0" y="3051000"/>
            <a:ext cx="9906120" cy="7624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宋体"/>
              </a:rPr>
              <a:t>Tables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Addressable biomedical R&amp;D market ~ $17B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Based on CMC, overhead, FTE, and Capex assumptions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82" name="BCG_FootNote_Box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39996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PhRMA; SEC filings; BIO; Burrill; NIH; NSF;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3" name=""/>
          <p:cNvGraphicFramePr/>
          <p:nvPr/>
        </p:nvGraphicFramePr>
        <p:xfrm>
          <a:off x="776160" y="1774800"/>
          <a:ext cx="8121600" cy="4384440"/>
        </p:xfrm>
        <a:graphic>
          <a:graphicData uri="http://schemas.openxmlformats.org/drawingml/2006/table">
            <a:tbl>
              <a:tblPr/>
              <a:tblGrid>
                <a:gridCol w="1477800"/>
                <a:gridCol w="754200"/>
                <a:gridCol w="993600"/>
                <a:gridCol w="905040"/>
                <a:gridCol w="995040"/>
                <a:gridCol w="905040"/>
                <a:gridCol w="979560"/>
                <a:gridCol w="1111320"/>
              </a:tblGrid>
              <a:tr h="463320"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Pharma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Public Biotech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Private Biotech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Academic</a:t>
                      </a:r>
                      <a:br>
                        <a:rPr sz="1000"/>
                      </a:b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(Fed funds)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Academic</a:t>
                      </a:r>
                      <a:br>
                        <a:rPr sz="1000"/>
                      </a:b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(non-Fed funds)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Institutes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Fed Research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Total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$33.5B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$15.7B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$4.1B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$8B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$6B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24984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Adjustments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2500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Clinical/CMC (%)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70%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60%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50%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Overhead (%)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50%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FTEs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$5.4B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984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+ Cap Ex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$0.9B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2320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Addressable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 w="5760">
                      <a:solidFill>
                        <a:srgbClr val="8ec6a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8ec6a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</a:tr>
              <a:tr h="250560"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3320">
                <a:tc>
                  <a:txBody>
                    <a:bodyPr lIns="90000" rIns="90000" tIns="18360" bIns="18360" anchor="b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Pharma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Public Biotech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Private Biotech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Academic</a:t>
                      </a:r>
                      <a:br>
                        <a:rPr sz="1000"/>
                      </a:b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(Fed funds)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Academic</a:t>
                      </a:r>
                      <a:br>
                        <a:rPr sz="1000"/>
                      </a:br>
                      <a:r>
                        <a:rPr b="0" lang="en-US" sz="8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(non-Fed funds)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Institutes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18360" bIns="18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Fed Research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Total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$34.4B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$16.1B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$4.2B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$14.0B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$8.0B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$6.0B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24984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Adjustments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Clinical/CMC (%)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$23.5B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9.4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3.5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35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Overhead (%)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$1.5B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5.3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2320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- FTEs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$5.4B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536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</a:t>
                      </a: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+ Cap Ex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$0.9B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0.0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219600">
                <a:tc>
                  <a:txBody>
                    <a:bodyPr lIns="90000" rIns="90000" tIns="18000" bIns="18000" anchor="ctr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Addressable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$4.0B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3.0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2.3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  <a:tc>
                  <a:txBody>
                    <a:bodyPr lIns="90000" rIns="90000" tIns="18000" bIns="18000" anchor="ctr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6a1"/>
                    </a:solidFill>
                  </a:tcPr>
                </a:tc>
              </a:tr>
            </a:tbl>
          </a:graphicData>
        </a:graphic>
      </p:graphicFrame>
      <p:sp>
        <p:nvSpPr>
          <p:cNvPr id="984" name=""/>
          <p:cNvSpPr/>
          <p:nvPr/>
        </p:nvSpPr>
        <p:spPr>
          <a:xfrm>
            <a:off x="8926560" y="5935680"/>
            <a:ext cx="484200" cy="223920"/>
          </a:xfrm>
          <a:prstGeom prst="rect">
            <a:avLst/>
          </a:prstGeom>
          <a:solidFill>
            <a:srgbClr val="dc6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$16.7B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8950320" y="4332240"/>
            <a:ext cx="4366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Total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 rot="16200000">
            <a:off x="-191160" y="2919960"/>
            <a:ext cx="1571760" cy="29700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Assumptions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 rot="16200000">
            <a:off x="-187200" y="5229000"/>
            <a:ext cx="1563840" cy="29700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Calculations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Recent Fisher acquisitions drive increase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in private label and high-end SKUs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SEC filings; Company websites; Analyst reports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 flipH="1">
            <a:off x="-360" y="1003320"/>
            <a:ext cx="9906120" cy="0"/>
          </a:xfrm>
          <a:prstGeom prst="line">
            <a:avLst/>
          </a:prstGeom>
          <a:ln w="2844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1887480" y="5870520"/>
            <a:ext cx="6129360" cy="5302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Distribution relationships, presence in labs </a:t>
            </a:r>
            <a:br>
              <a:rPr sz="1600"/>
            </a:b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facilitate educated acquisitions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92" name=""/>
          <p:cNvGraphicFramePr/>
          <p:nvPr/>
        </p:nvGraphicFramePr>
        <p:xfrm>
          <a:off x="471600" y="1484280"/>
          <a:ext cx="8958240" cy="4160880"/>
        </p:xfrm>
        <a:graphic>
          <a:graphicData uri="http://schemas.openxmlformats.org/drawingml/2006/table">
            <a:tbl>
              <a:tblPr/>
              <a:tblGrid>
                <a:gridCol w="890640"/>
                <a:gridCol w="1143000"/>
                <a:gridCol w="990360"/>
                <a:gridCol w="1076400"/>
                <a:gridCol w="2428920"/>
                <a:gridCol w="2428920"/>
              </a:tblGrid>
              <a:tr h="430200"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Date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Acquired company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Transaction size (M$)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Fisher distributed?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Key products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360" rIns="18360" tIns="27360" bIns="2736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Notes/Impact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Nov 2001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205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6c245"/>
                          </a:solidFill>
                          <a:latin typeface="Monotype Sorts"/>
                          <a:ea typeface="Monotype Sorts"/>
                        </a:rPr>
                        <a:t>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Specialty laboratory instruments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Related supplies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Consumables re-branded to Fisher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52704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Nov 2002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55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6c245"/>
                          </a:solidFill>
                          <a:latin typeface="Monotype Sorts"/>
                          <a:ea typeface="Monotype Sorts"/>
                        </a:rPr>
                        <a:t>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Specialty organic compounds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Combinatorial drug discovery libraries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Expansion into drug discovery chemicals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54792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June 2003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684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000" spc="-1" strike="noStrike">
                          <a:solidFill>
                            <a:srgbClr val="06c245"/>
                          </a:solidFill>
                          <a:latin typeface="Monotype Sorts"/>
                          <a:ea typeface="Monotype Sorts"/>
                        </a:rPr>
                        <a:t>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Reagent kits for: protein &amp; DNA (Pierce), cell culture (HyClone), immunoassays (Endogen)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Increase proprietary products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704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Feb 2004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RNAi and siRNA products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High quality RNA oligonucleotides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Increase proprietary offerings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52704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Mar 2004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330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Microbiology culture media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Clinical diagnostics, immunoassays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Increase EU presence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56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Aug 2004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2,600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Laboratory robotics (e.g., liquid handlers)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Related consumables (private label)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Former competitor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Increased private label from 50% to 60%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527040"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Oct 2005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Cellular imaging tools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Image analysis tools and software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8360" rIns="18360" tIns="27360" bIns="27360" anchor="t">
                      <a:noAutofit/>
                    </a:bodyPr>
                    <a:p>
                      <a:pPr marL="117360" indent="-11736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Complements technology from previous acquisitions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360" marR="18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93" name="" descr=""/>
          <p:cNvPicPr/>
          <p:nvPr/>
        </p:nvPicPr>
        <p:blipFill>
          <a:blip r:embed="rId1"/>
          <a:stretch/>
        </p:blipFill>
        <p:spPr>
          <a:xfrm>
            <a:off x="1595520" y="4673520"/>
            <a:ext cx="750960" cy="346320"/>
          </a:xfrm>
          <a:prstGeom prst="rect">
            <a:avLst/>
          </a:prstGeom>
          <a:ln w="0">
            <a:noFill/>
          </a:ln>
        </p:spPr>
      </p:pic>
      <p:pic>
        <p:nvPicPr>
          <p:cNvPr id="994" name="" descr=""/>
          <p:cNvPicPr/>
          <p:nvPr/>
        </p:nvPicPr>
        <p:blipFill>
          <a:blip r:embed="rId2"/>
          <a:srcRect l="0" t="-13902" r="0" b="0"/>
          <a:stretch/>
        </p:blipFill>
        <p:spPr>
          <a:xfrm>
            <a:off x="1617840" y="4152960"/>
            <a:ext cx="707760" cy="320760"/>
          </a:xfrm>
          <a:prstGeom prst="rect">
            <a:avLst/>
          </a:prstGeom>
          <a:ln w="0">
            <a:noFill/>
          </a:ln>
        </p:spPr>
      </p:pic>
      <p:pic>
        <p:nvPicPr>
          <p:cNvPr id="995" name="" descr=""/>
          <p:cNvPicPr/>
          <p:nvPr/>
        </p:nvPicPr>
        <p:blipFill>
          <a:blip r:embed="rId3"/>
          <a:stretch/>
        </p:blipFill>
        <p:spPr>
          <a:xfrm>
            <a:off x="1547640" y="2538360"/>
            <a:ext cx="847800" cy="338040"/>
          </a:xfrm>
          <a:prstGeom prst="rect">
            <a:avLst/>
          </a:prstGeom>
          <a:ln w="0">
            <a:noFill/>
          </a:ln>
        </p:spPr>
      </p:pic>
      <p:pic>
        <p:nvPicPr>
          <p:cNvPr id="996" name="" descr=""/>
          <p:cNvPicPr/>
          <p:nvPr/>
        </p:nvPicPr>
        <p:blipFill>
          <a:blip r:embed="rId4"/>
          <a:stretch/>
        </p:blipFill>
        <p:spPr>
          <a:xfrm>
            <a:off x="1441440" y="2070000"/>
            <a:ext cx="1058760" cy="184320"/>
          </a:xfrm>
          <a:prstGeom prst="rect">
            <a:avLst/>
          </a:prstGeom>
          <a:ln w="0">
            <a:noFill/>
          </a:ln>
        </p:spPr>
      </p:pic>
      <p:pic>
        <p:nvPicPr>
          <p:cNvPr id="997" name="" descr=""/>
          <p:cNvPicPr/>
          <p:nvPr/>
        </p:nvPicPr>
        <p:blipFill>
          <a:blip r:embed="rId5"/>
          <a:stretch/>
        </p:blipFill>
        <p:spPr>
          <a:xfrm>
            <a:off x="1500120" y="3638520"/>
            <a:ext cx="943200" cy="289080"/>
          </a:xfrm>
          <a:prstGeom prst="rect">
            <a:avLst/>
          </a:prstGeom>
          <a:ln w="0">
            <a:noFill/>
          </a:ln>
        </p:spPr>
      </p:pic>
      <p:pic>
        <p:nvPicPr>
          <p:cNvPr id="998" name="" descr=""/>
          <p:cNvPicPr/>
          <p:nvPr/>
        </p:nvPicPr>
        <p:blipFill>
          <a:blip r:embed="rId6"/>
          <a:stretch/>
        </p:blipFill>
        <p:spPr>
          <a:xfrm>
            <a:off x="1611360" y="3114720"/>
            <a:ext cx="708120" cy="258840"/>
          </a:xfrm>
          <a:prstGeom prst="rect">
            <a:avLst/>
          </a:prstGeom>
          <a:ln w="0">
            <a:noFill/>
          </a:ln>
        </p:spPr>
      </p:pic>
      <p:pic>
        <p:nvPicPr>
          <p:cNvPr id="999" name="" descr=""/>
          <p:cNvPicPr/>
          <p:nvPr/>
        </p:nvPicPr>
        <p:blipFill>
          <a:blip r:embed="rId7"/>
          <a:srcRect l="0" t="19036" r="0" b="0"/>
          <a:stretch/>
        </p:blipFill>
        <p:spPr>
          <a:xfrm>
            <a:off x="1587600" y="5189400"/>
            <a:ext cx="768240" cy="34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Several recent examples of banks benefiting from s-curve effect, both through acquisition and de-novo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01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Wachovia actually decreased branch share from 18 to 17%, by strategically closing several First Union branches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Analysis of deposit share winners limited to select examples of successful deposit share takers: not comprehensive of all banks undertaking aggressive branch expansion efforts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"/>
          <p:cNvSpPr/>
          <p:nvPr/>
        </p:nvSpPr>
        <p:spPr>
          <a:xfrm>
            <a:off x="398160" y="1494000"/>
            <a:ext cx="9108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Recent examples of banks earning more than fair share of deposits when expanding in a geographic area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3" name=""/>
          <p:cNvGraphicFramePr/>
          <p:nvPr/>
        </p:nvGraphicFramePr>
        <p:xfrm>
          <a:off x="471600" y="1828800"/>
          <a:ext cx="8962920" cy="4334040"/>
        </p:xfrm>
        <a:graphic>
          <a:graphicData uri="http://schemas.openxmlformats.org/drawingml/2006/table">
            <a:tbl>
              <a:tblPr/>
              <a:tblGrid>
                <a:gridCol w="1336680"/>
                <a:gridCol w="1571400"/>
                <a:gridCol w="2281320"/>
                <a:gridCol w="1808280"/>
                <a:gridCol w="1965240"/>
              </a:tblGrid>
              <a:tr h="439560">
                <a:tc>
                  <a:txBody>
                    <a:bodyPr lIns="45720" rIns="45720" tIns="27360" bIns="27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Bank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MSA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Branch share gain (%)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Deposit share gain (%)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tIns="27360" bIns="27360" anchor="b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Deposit increase coefficient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</a:tr>
              <a:tr h="38592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SunTrust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Atlanta, GA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13 → 15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(58 de novo/74)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16 → 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($14B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4.1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 w="3816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2372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RBS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Boston, 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13 → 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(38 de novo/74)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14 → 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($10B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3.2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4269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Wachovia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Miami, FL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18 → 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(23 de novo/62)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16 → 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($13B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N/A</a:t>
                      </a:r>
                      <a:r>
                        <a:rPr b="1" lang="en-US" sz="1200" spc="-1" strike="noStrike" baseline="30000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1</a:t>
                      </a: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 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73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RBS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Philadelphia, PA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10 → 11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(24 de novo/72)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9 → 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($5B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2.6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3873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US Bank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Sacramento, CA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7 → 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(19 de novo/19)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8 → 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($2B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1.2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9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Commerce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Philadelphia, PA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5 → 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(37 de novo/37)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8 → 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($6B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1.0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3873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Bank of Choice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Greeley, CO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6 → 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(2 de novo/2)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6 → 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($200M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6.3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73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Citi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San Francisco, CA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4 → 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(3 de novo/70)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3 → 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($14B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1.9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38592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Flagstar Bank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Detroit, MI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 → 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(37 de novo/37)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2 → 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17360" indent="-117360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($5B deposits)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2.0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560"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ctr">
                      <a:noAutofit/>
                    </a:bodyPr>
                    <a:p>
                      <a:pPr marL="117360" indent="-117360" algn="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45720" rIns="45720" tIns="27360" bIns="27360" anchor="t">
                      <a:noAutofit/>
                    </a:bodyPr>
                    <a:p>
                      <a:pPr marL="117360" indent="-117360" algn="ctr">
                        <a:lnSpc>
                          <a:spcPct val="9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dc6e00"/>
                          </a:solidFill>
                          <a:latin typeface="Arial"/>
                          <a:ea typeface="宋体"/>
                        </a:rPr>
                        <a:t>2.8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04" name=""/>
          <p:cNvSpPr/>
          <p:nvPr/>
        </p:nvSpPr>
        <p:spPr>
          <a:xfrm>
            <a:off x="7577280" y="5773680"/>
            <a:ext cx="1857240" cy="0"/>
          </a:xfrm>
          <a:prstGeom prst="line">
            <a:avLst/>
          </a:prstGeom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"/>
          <p:cNvSpPr/>
          <p:nvPr/>
        </p:nvSpPr>
        <p:spPr>
          <a:xfrm>
            <a:off x="7481160" y="5834160"/>
            <a:ext cx="7812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dc6e00"/>
                </a:solidFill>
                <a:latin typeface="Arial"/>
                <a:ea typeface="宋体"/>
              </a:rPr>
              <a:t>Average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Overview of vignettes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graphicFrame>
        <p:nvGraphicFramePr>
          <p:cNvPr id="1007" name=""/>
          <p:cNvGraphicFramePr/>
          <p:nvPr/>
        </p:nvGraphicFramePr>
        <p:xfrm>
          <a:off x="798480" y="1600200"/>
          <a:ext cx="8569440" cy="4637160"/>
        </p:xfrm>
        <a:graphic>
          <a:graphicData uri="http://schemas.openxmlformats.org/drawingml/2006/table">
            <a:tbl>
              <a:tblPr/>
              <a:tblGrid>
                <a:gridCol w="1650960"/>
                <a:gridCol w="5267520"/>
                <a:gridCol w="1650960"/>
              </a:tblGrid>
              <a:tr h="444960"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Customer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Description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Contact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177b57"/>
                      </a:solidFill>
                      <a:prstDash val="solid"/>
                    </a:lnB>
                    <a:noFill/>
                  </a:tcPr>
                </a:tc>
              </a:tr>
              <a:tr h="1206000"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Wireless carrier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Client goals to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2" marL="571680" indent="-171720">
                        <a:buClr>
                          <a:srgbClr val="177b57"/>
                        </a:buClr>
                        <a:buFont typeface="Arial"/>
                        <a:buChar char="–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Increase sales performance and market share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2" marL="571680" indent="-171720">
                        <a:buClr>
                          <a:srgbClr val="177b57"/>
                        </a:buClr>
                        <a:buFont typeface="Arial"/>
                        <a:buChar char="–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Reduce variability across regions, industries and reps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Reduced complexity of sales process, lead times for decision-making, and management time requirements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177b57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871200"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Telecom company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Need to identify, evaluate, and prioritize key initiatives to drive 2–3 year impact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Improved sales force retention and key account relationships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Derek Locke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J. Puckett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1036800"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Medical device manufacturer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Sales strategy required in the face of lost market share and lower-cost competition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Differentiated sales approach and account prioritization increased installed base by 35%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78560">
                <a:tc>
                  <a:txBody>
                    <a:bodyPr lIns="90000" rIns="90000" tIns="90000" bIns="900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Online service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1" marL="285840" indent="-17136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90000" bIns="90000" anchor="t">
                      <a:noAutofit/>
                    </a:bodyPr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Goal to reverse drop in sales rep productivity after previous change effort had failed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28600" indent="-228600">
                        <a:spcBef>
                          <a:spcPts val="349"/>
                        </a:spcBef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Optimized sales model, resource allocation and focus to achieve expected sales increase of 25%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9144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Nikhil Bhojwani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sp>
        <p:nvSpPr>
          <p:cNvPr id="1008" name=""/>
          <p:cNvSpPr/>
          <p:nvPr/>
        </p:nvSpPr>
        <p:spPr>
          <a:xfrm>
            <a:off x="466560" y="2087640"/>
            <a:ext cx="295560" cy="29520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"/>
          <p:cNvSpPr/>
          <p:nvPr/>
        </p:nvSpPr>
        <p:spPr>
          <a:xfrm>
            <a:off x="466560" y="3298680"/>
            <a:ext cx="295560" cy="29556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"/>
          <p:cNvSpPr/>
          <p:nvPr/>
        </p:nvSpPr>
        <p:spPr>
          <a:xfrm>
            <a:off x="466560" y="4172040"/>
            <a:ext cx="295560" cy="29520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"/>
          <p:cNvSpPr/>
          <p:nvPr/>
        </p:nvSpPr>
        <p:spPr>
          <a:xfrm>
            <a:off x="466560" y="5216400"/>
            <a:ext cx="295560" cy="29556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"/>
          <p:cNvSpPr/>
          <p:nvPr/>
        </p:nvSpPr>
        <p:spPr>
          <a:xfrm>
            <a:off x="8005680" y="4724280"/>
            <a:ext cx="1036800" cy="352440"/>
          </a:xfrm>
          <a:prstGeom prst="rect">
            <a:avLst/>
          </a:prstGeom>
          <a:solidFill>
            <a:srgbClr val="dc6e00"/>
          </a:solidFill>
          <a:ln w="9360">
            <a:solidFill>
              <a:srgbClr val="dc6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82504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Initiatives identified, evaluated, and prioritized 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Significant increase to gross margin achievable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14" name="BCG_FootNote_Box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Total potential of all initiatives is greater—values here estimate what could be captured by 2006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"/>
          <p:cNvSpPr/>
          <p:nvPr/>
        </p:nvSpPr>
        <p:spPr>
          <a:xfrm>
            <a:off x="455760" y="1641600"/>
            <a:ext cx="268920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Initiative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455760" y="2171880"/>
            <a:ext cx="268920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Dramatically improve sales force retention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Reinvent large customer relationships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Increase cross-selling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Turn "time sinks" into 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"selling time"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2006 gross margin impact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"/>
          <p:cNvSpPr/>
          <p:nvPr/>
        </p:nvSpPr>
        <p:spPr>
          <a:xfrm>
            <a:off x="3459240" y="1641600"/>
            <a:ext cx="10364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Seg 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"/>
          <p:cNvSpPr/>
          <p:nvPr/>
        </p:nvSpPr>
        <p:spPr>
          <a:xfrm>
            <a:off x="3459240" y="2171880"/>
            <a:ext cx="103644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TBD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"/>
          <p:cNvSpPr/>
          <p:nvPr/>
        </p:nvSpPr>
        <p:spPr>
          <a:xfrm>
            <a:off x="4815000" y="1641600"/>
            <a:ext cx="10382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Seg 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"/>
          <p:cNvSpPr/>
          <p:nvPr/>
        </p:nvSpPr>
        <p:spPr>
          <a:xfrm>
            <a:off x="4815000" y="2171880"/>
            <a:ext cx="103824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$YM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TBD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$YM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$YM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$YM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"/>
          <p:cNvSpPr/>
          <p:nvPr/>
        </p:nvSpPr>
        <p:spPr>
          <a:xfrm>
            <a:off x="6170760" y="1641600"/>
            <a:ext cx="10364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Seg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6170760" y="2171880"/>
            <a:ext cx="103644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$ZM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$ZM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$ZM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"/>
          <p:cNvSpPr/>
          <p:nvPr/>
        </p:nvSpPr>
        <p:spPr>
          <a:xfrm>
            <a:off x="7521480" y="1428120"/>
            <a:ext cx="193032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Target 2006 gross margin impact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"/>
          <p:cNvSpPr/>
          <p:nvPr/>
        </p:nvSpPr>
        <p:spPr>
          <a:xfrm>
            <a:off x="7521480" y="2171880"/>
            <a:ext cx="193032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 anchorCtr="1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$BM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$CM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$DM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~ $EM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Value of initiatives ~ 10% of current gross margin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Freeform 30"/>
          <p:cNvSpPr/>
          <p:nvPr/>
        </p:nvSpPr>
        <p:spPr>
          <a:xfrm>
            <a:off x="3459240" y="2181240"/>
            <a:ext cx="1036440" cy="352440"/>
          </a:xfrm>
          <a:prstGeom prst="pie">
            <a:avLst/>
          </a:prstGeom>
          <a:solidFill>
            <a:srgbClr val="dc6e00"/>
          </a:solidFill>
          <a:ln w="9360">
            <a:solidFill>
              <a:srgbClr val="dc6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Freeform 30"/>
          <p:cNvSpPr/>
          <p:nvPr/>
        </p:nvSpPr>
        <p:spPr>
          <a:xfrm>
            <a:off x="4815000" y="3267000"/>
            <a:ext cx="1036440" cy="352440"/>
          </a:xfrm>
          <a:prstGeom prst="pie">
            <a:avLst/>
          </a:prstGeom>
          <a:solidFill>
            <a:srgbClr val="dc6e00"/>
          </a:solidFill>
          <a:ln w="9360">
            <a:solidFill>
              <a:srgbClr val="dc6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Freeform 30"/>
          <p:cNvSpPr/>
          <p:nvPr/>
        </p:nvSpPr>
        <p:spPr>
          <a:xfrm>
            <a:off x="6170760" y="2724120"/>
            <a:ext cx="1036440" cy="352440"/>
          </a:xfrm>
          <a:prstGeom prst="pie">
            <a:avLst/>
          </a:prstGeom>
          <a:solidFill>
            <a:srgbClr val="dc6e00"/>
          </a:solidFill>
          <a:ln w="9360">
            <a:solidFill>
              <a:srgbClr val="dc6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Freeform 30"/>
          <p:cNvSpPr/>
          <p:nvPr/>
        </p:nvSpPr>
        <p:spPr>
          <a:xfrm>
            <a:off x="8005680" y="3828960"/>
            <a:ext cx="1036800" cy="352440"/>
          </a:xfrm>
          <a:prstGeom prst="pie">
            <a:avLst/>
          </a:prstGeom>
          <a:solidFill>
            <a:srgbClr val="dc6e00"/>
          </a:solidFill>
          <a:ln w="9360">
            <a:solidFill>
              <a:srgbClr val="dc6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Freeform 30"/>
          <p:cNvSpPr/>
          <p:nvPr/>
        </p:nvSpPr>
        <p:spPr>
          <a:xfrm>
            <a:off x="577800" y="5284800"/>
            <a:ext cx="415800" cy="182520"/>
          </a:xfrm>
          <a:prstGeom prst="pie">
            <a:avLst/>
          </a:prstGeom>
          <a:solidFill>
            <a:srgbClr val="dc6e00"/>
          </a:solidFill>
          <a:ln w="9360">
            <a:solidFill>
              <a:srgbClr val="dc6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"/>
          <p:cNvSpPr/>
          <p:nvPr/>
        </p:nvSpPr>
        <p:spPr>
          <a:xfrm>
            <a:off x="993600" y="5267160"/>
            <a:ext cx="204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Agreed opportunity size; initial focus areas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456840" y="165240"/>
            <a:ext cx="89931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Create in-depth profiles of the shopping behavior and attitudes of key segments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34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"/>
          <p:cNvSpPr/>
          <p:nvPr/>
        </p:nvSpPr>
        <p:spPr>
          <a:xfrm>
            <a:off x="455760" y="4876920"/>
            <a:ext cx="8994600" cy="59040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BCG_FootNote_Box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proprietary database; Online panel 2001, n = 9,273;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7" name="basic essentials2" descr=""/>
          <p:cNvPicPr/>
          <p:nvPr/>
        </p:nvPicPr>
        <p:blipFill>
          <a:blip r:embed="rId1"/>
          <a:stretch/>
        </p:blipFill>
        <p:spPr>
          <a:xfrm>
            <a:off x="3071880" y="1509840"/>
            <a:ext cx="1479600" cy="888840"/>
          </a:xfrm>
          <a:prstGeom prst="rect">
            <a:avLst/>
          </a:prstGeom>
          <a:ln w="9360">
            <a:solidFill>
              <a:srgbClr val="ffffff"/>
            </a:solidFill>
            <a:miter/>
          </a:ln>
        </p:spPr>
      </p:pic>
      <p:pic>
        <p:nvPicPr>
          <p:cNvPr id="1038" name="juku mamas" descr=""/>
          <p:cNvPicPr/>
          <p:nvPr/>
        </p:nvPicPr>
        <p:blipFill>
          <a:blip r:embed="rId2"/>
          <a:srcRect l="2047" t="1388" r="2146" b="1565"/>
          <a:stretch/>
        </p:blipFill>
        <p:spPr>
          <a:xfrm>
            <a:off x="4724280" y="1509840"/>
            <a:ext cx="1459080" cy="888840"/>
          </a:xfrm>
          <a:prstGeom prst="rect">
            <a:avLst/>
          </a:prstGeom>
          <a:ln w="9360">
            <a:solidFill>
              <a:srgbClr val="ffffff"/>
            </a:solidFill>
            <a:miter/>
          </a:ln>
        </p:spPr>
      </p:pic>
      <p:pic>
        <p:nvPicPr>
          <p:cNvPr id="1039" name="netizen" descr=""/>
          <p:cNvPicPr/>
          <p:nvPr/>
        </p:nvPicPr>
        <p:blipFill>
          <a:blip r:embed="rId3"/>
          <a:stretch/>
        </p:blipFill>
        <p:spPr>
          <a:xfrm>
            <a:off x="6354720" y="1509840"/>
            <a:ext cx="1486080" cy="888840"/>
          </a:xfrm>
          <a:prstGeom prst="rect">
            <a:avLst/>
          </a:prstGeom>
          <a:ln w="9360">
            <a:solidFill>
              <a:srgbClr val="ffffff"/>
            </a:solidFill>
            <a:miter/>
          </a:ln>
        </p:spPr>
      </p:pic>
      <p:pic>
        <p:nvPicPr>
          <p:cNvPr id="1040" name="" descr=""/>
          <p:cNvPicPr/>
          <p:nvPr/>
        </p:nvPicPr>
        <p:blipFill>
          <a:blip r:embed="rId4"/>
          <a:stretch/>
        </p:blipFill>
        <p:spPr>
          <a:xfrm>
            <a:off x="1414440" y="1509840"/>
            <a:ext cx="1486080" cy="888840"/>
          </a:xfrm>
          <a:prstGeom prst="rect">
            <a:avLst/>
          </a:prstGeom>
          <a:ln w="9360">
            <a:solidFill>
              <a:srgbClr val="ffffff"/>
            </a:solidFill>
            <a:miter/>
          </a:ln>
        </p:spPr>
      </p:pic>
      <p:pic>
        <p:nvPicPr>
          <p:cNvPr id="1041" name="" descr=""/>
          <p:cNvPicPr/>
          <p:nvPr/>
        </p:nvPicPr>
        <p:blipFill>
          <a:blip r:embed="rId5"/>
          <a:srcRect l="980" t="1654" r="1988" b="0"/>
          <a:stretch/>
        </p:blipFill>
        <p:spPr>
          <a:xfrm>
            <a:off x="8013600" y="1509840"/>
            <a:ext cx="1451160" cy="882360"/>
          </a:xfrm>
          <a:prstGeom prst="rect">
            <a:avLst/>
          </a:prstGeom>
          <a:ln w="0">
            <a:noFill/>
          </a:ln>
        </p:spPr>
      </p:pic>
      <p:sp>
        <p:nvSpPr>
          <p:cNvPr id="1042" name=""/>
          <p:cNvSpPr/>
          <p:nvPr/>
        </p:nvSpPr>
        <p:spPr>
          <a:xfrm>
            <a:off x="1414440" y="2308680"/>
            <a:ext cx="1486080" cy="549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Reluctant shoppers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"/>
          <p:cNvSpPr/>
          <p:nvPr/>
        </p:nvSpPr>
        <p:spPr>
          <a:xfrm>
            <a:off x="1414440" y="2857680"/>
            <a:ext cx="148608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Profoundly dislike shopping (online and offline); sincerely hope the Internet is going to help make it easier; no social motivation; plan their purchases; loyal to preferred store and willing to pay more to save time and hassle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Older male, married, higher education and income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Limited experience, light users;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information seekers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>
            <a:off x="3071880" y="2308680"/>
            <a:ext cx="1479600" cy="549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Enthusiastic shoppers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"/>
          <p:cNvSpPr/>
          <p:nvPr/>
        </p:nvSpPr>
        <p:spPr>
          <a:xfrm>
            <a:off x="3071880" y="2857680"/>
            <a:ext cx="147960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Shopping addicts, but too inexperienced with the Internet to know what to expect and what it can bring; like social aspect; enjoy browsing; don't think much about prices; buy on impulse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More females, older than average, with kids, average income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Less experienced, light users; communicators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>
            <a:off x="4724280" y="2308680"/>
            <a:ext cx="1459080" cy="549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Busy online moms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"/>
          <p:cNvSpPr/>
          <p:nvPr/>
        </p:nvSpPr>
        <p:spPr>
          <a:xfrm>
            <a:off x="4724280" y="2857680"/>
            <a:ext cx="145908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Need to be efficient shoppers, and manage to leverage their limited Internet experience to achieve this; love to shop; enjoy browsing; very price sensitive; not loyal to shops and brands; product oriented (availability and selection)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Housewife, larger household with kids, income below average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Less experienced, medium users; browsers/shoppers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>
            <a:off x="6354720" y="2308680"/>
            <a:ext cx="1486080" cy="549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Rational technophiles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6354720" y="2857680"/>
            <a:ext cx="148608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Rational shoppers and very experienced Internet users who fully leverage their expertise to shop online; price sensitive; prefer well known companies; plan their purchases; do not love to shop and don't like social aspect; do not impulse purchase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Mostly younger singles, education above average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Very experienced, very heavy users; all around users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>
            <a:off x="8013600" y="2308680"/>
            <a:ext cx="1457280" cy="549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Impulsive professionals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"/>
          <p:cNvSpPr/>
          <p:nvPr/>
        </p:nvSpPr>
        <p:spPr>
          <a:xfrm>
            <a:off x="8013600" y="2857680"/>
            <a:ext cx="145728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Impulsive buyers, and Internet savvy, for whom the Internet is a new, exciting shopping channel; love to shop; like new products, loyal to brands; not price sensitive; not information oriented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Younger singles or couples, high education and  income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Experienced, heavy users; all around users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>
            <a:off x="457200" y="2857680"/>
            <a:ext cx="95724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Attitude towards browsing/ purchasing, and expec-tations from</a:t>
            </a:r>
            <a:br>
              <a:rPr sz="1000"/>
            </a:b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e-commerce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Demo-graphics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Webo-graphics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456840" y="165240"/>
            <a:ext cx="89931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Overview of vignettes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54" name="" hidden="1"/>
          <p:cNvSpPr/>
          <p:nvPr/>
        </p:nvSpPr>
        <p:spPr>
          <a:xfrm>
            <a:off x="0" y="0"/>
            <a:ext cx="1587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5" name=""/>
          <p:cNvGraphicFramePr/>
          <p:nvPr/>
        </p:nvGraphicFramePr>
        <p:xfrm>
          <a:off x="457200" y="1903320"/>
          <a:ext cx="8975520" cy="4555800"/>
        </p:xfrm>
        <a:graphic>
          <a:graphicData uri="http://schemas.openxmlformats.org/drawingml/2006/table">
            <a:tbl>
              <a:tblPr/>
              <a:tblGrid>
                <a:gridCol w="2751120"/>
                <a:gridCol w="4672080"/>
                <a:gridCol w="1552320"/>
              </a:tblGrid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1: Telecom company customer discovery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Customer discovery to transform large customer relationships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Derek Locke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2: Wireless provider telematics segmentation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Major wireless provider required segmentation of telematics opportunity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Sebastian DiGrande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3: Enterprise networking customer discovery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Customer discovery for an enterprise networking business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4: Software market segmentation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Prioritizing vertical markets for a software company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5: Software market segmentation (II)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Segment market to develop a winning growth strategy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6: Handset manufacturer customer discovery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Internet game provider planning to launch a new web business targeting teenager segment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7: Integrated telco cohort behavior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Analysis of mobile customer cohort behavior led to identification of ~ 5% revenue lift initiatives for mobile telco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8: Integrated telco segmentation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Assist major partner program design with outside-in partner segmentation and value propositions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9: IT services provider customer discovery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IT services provider deepens customer relationships via customized solutions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Vignette 10: Handset manufacturer segmentation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169920" indent="-169920">
                        <a:buClr>
                          <a:srgbClr val="177b57"/>
                        </a:buClr>
                        <a:buFont typeface="Arial"/>
                        <a:buChar char="•"/>
                        <a:tabLst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Successful customer segmentation based market development for a handset manufacturer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spcBef>
                          <a:spcPts val="3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  <a:ea typeface="宋体"/>
                        </a:rPr>
                        <a:t>N/A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sp>
        <p:nvSpPr>
          <p:cNvPr id="1056" name=""/>
          <p:cNvSpPr/>
          <p:nvPr/>
        </p:nvSpPr>
        <p:spPr>
          <a:xfrm>
            <a:off x="457200" y="1390680"/>
            <a:ext cx="25160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Customer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3098880" y="1390680"/>
            <a:ext cx="467028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"/>
          <p:cNvSpPr/>
          <p:nvPr/>
        </p:nvSpPr>
        <p:spPr>
          <a:xfrm>
            <a:off x="7880400" y="1390680"/>
            <a:ext cx="155268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Contact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456840" y="165240"/>
            <a:ext cx="89931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Analysis of strategic alternatives led to recommendation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to pursue #2 market position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60" name=""/>
          <p:cNvSpPr/>
          <p:nvPr/>
        </p:nvSpPr>
        <p:spPr>
          <a:xfrm>
            <a:off x="546120" y="1363680"/>
            <a:ext cx="174636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Strategic alternative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"/>
          <p:cNvSpPr/>
          <p:nvPr/>
        </p:nvSpPr>
        <p:spPr>
          <a:xfrm>
            <a:off x="2354400" y="1363680"/>
            <a:ext cx="305100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"/>
          <p:cNvSpPr/>
          <p:nvPr/>
        </p:nvSpPr>
        <p:spPr>
          <a:xfrm>
            <a:off x="5468760" y="1363680"/>
            <a:ext cx="15638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Projected NPV1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"/>
          <p:cNvSpPr/>
          <p:nvPr/>
        </p:nvSpPr>
        <p:spPr>
          <a:xfrm>
            <a:off x="546120" y="1870200"/>
            <a:ext cx="1746360" cy="127296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Status quo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"/>
          <p:cNvSpPr/>
          <p:nvPr/>
        </p:nvSpPr>
        <p:spPr>
          <a:xfrm>
            <a:off x="600120" y="1927080"/>
            <a:ext cx="291960" cy="29232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"/>
          <p:cNvSpPr/>
          <p:nvPr/>
        </p:nvSpPr>
        <p:spPr>
          <a:xfrm>
            <a:off x="546120" y="3392640"/>
            <a:ext cx="1746360" cy="1104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Independent 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networking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600120" y="3449520"/>
            <a:ext cx="291960" cy="29232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"/>
          <p:cNvSpPr/>
          <p:nvPr/>
        </p:nvSpPr>
        <p:spPr>
          <a:xfrm>
            <a:off x="542880" y="4802040"/>
            <a:ext cx="1749600" cy="126216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Complete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commitment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"/>
          <p:cNvSpPr/>
          <p:nvPr/>
        </p:nvSpPr>
        <p:spPr>
          <a:xfrm>
            <a:off x="596880" y="4859280"/>
            <a:ext cx="291960" cy="29232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"/>
          <p:cNvSpPr/>
          <p:nvPr/>
        </p:nvSpPr>
        <p:spPr>
          <a:xfrm>
            <a:off x="7877160" y="1363680"/>
            <a:ext cx="149868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Service rev. ('08)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"/>
          <p:cNvSpPr/>
          <p:nvPr/>
        </p:nvSpPr>
        <p:spPr>
          <a:xfrm>
            <a:off x="7095960" y="1363680"/>
            <a:ext cx="71784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Risk2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"/>
          <p:cNvSpPr/>
          <p:nvPr/>
        </p:nvSpPr>
        <p:spPr>
          <a:xfrm>
            <a:off x="2362320" y="1844640"/>
            <a:ext cx="3052800" cy="42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noAutofit/>
          </a:bodyPr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Maintain current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Semi-independent entity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Internally funded R&amp;D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Small acquisitions 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Continue alliance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Quota credit to sales force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Manage each initiative independently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Create arm's length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Maintain alliance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Create new preferred partner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Range of decisions to be addressed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Equity vs. non-equity participation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114120">
              <a:lnSpc>
                <a:spcPct val="95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Divestiture, majority stake in buyer, JV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Establish "Networking Solutions"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Significant acquisition(s)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JVs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Promote and sell as a core offering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Corporate endorsement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Branded as part of company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95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Prepare for diminished alliance activity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"/>
          <p:cNvSpPr/>
          <p:nvPr/>
        </p:nvSpPr>
        <p:spPr>
          <a:xfrm>
            <a:off x="453960" y="4718160"/>
            <a:ext cx="8994960" cy="1430280"/>
          </a:xfrm>
          <a:prstGeom prst="rect">
            <a:avLst/>
          </a:prstGeom>
          <a:noFill/>
          <a:ln w="28440">
            <a:solidFill>
              <a:srgbClr val="dc6e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Considering total cash flows from 2003–2008 and a 10-year terminal period  2. Based on quantitative analysis of possible outcomes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Note: All numbers are sanitized for client confidentiality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Financial analyst reports; Dell'Oro; IDC; Gartner;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5468760" y="1844640"/>
            <a:ext cx="1562400" cy="42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7095960" y="1844640"/>
            <a:ext cx="711360" cy="42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Medium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7877160" y="1844640"/>
            <a:ext cx="1498680" cy="42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xx%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xx%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$xxxM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xx%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"/>
          <p:cNvSpPr/>
          <p:nvPr/>
        </p:nvSpPr>
        <p:spPr>
          <a:xfrm>
            <a:off x="0" y="3051000"/>
            <a:ext cx="9906120" cy="7624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宋体"/>
              </a:rPr>
              <a:t>Diagrams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Overview of variable interrelationships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within demand leakage framework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079" name=""/>
          <p:cNvSpPr/>
          <p:nvPr/>
        </p:nvSpPr>
        <p:spPr>
          <a:xfrm>
            <a:off x="536400" y="2021040"/>
            <a:ext cx="1524240" cy="533160"/>
          </a:xfrm>
          <a:custGeom>
            <a:avLst/>
            <a:gdLst>
              <a:gd name="textAreaLeft" fmla="*/ 0 w 1524240"/>
              <a:gd name="textAreaRight" fmla="*/ 1524600 w 1524240"/>
              <a:gd name="textAreaTop" fmla="*/ 0 h 533160"/>
              <a:gd name="textAreaBottom" fmla="*/ 533520 h 533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595" y="0"/>
                </a:lnTo>
                <a:lnTo>
                  <a:pt x="21600" y="10800"/>
                </a:lnTo>
                <a:lnTo>
                  <a:pt x="19595" y="21600"/>
                </a:lnTo>
                <a:lnTo>
                  <a:pt x="0" y="21600"/>
                </a:lnTo>
                <a:lnTo>
                  <a:pt x="2005" y="108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Need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>
            <a:off x="1922400" y="2021040"/>
            <a:ext cx="1522440" cy="533160"/>
          </a:xfrm>
          <a:custGeom>
            <a:avLst/>
            <a:gdLst>
              <a:gd name="textAreaLeft" fmla="*/ 0 w 1522440"/>
              <a:gd name="textAreaRight" fmla="*/ 1522800 w 1522440"/>
              <a:gd name="textAreaTop" fmla="*/ 0 h 533160"/>
              <a:gd name="textAreaBottom" fmla="*/ 533520 h 533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595" y="0"/>
                </a:lnTo>
                <a:lnTo>
                  <a:pt x="21600" y="10800"/>
                </a:lnTo>
                <a:lnTo>
                  <a:pt x="19595" y="21600"/>
                </a:lnTo>
                <a:lnTo>
                  <a:pt x="0" y="21600"/>
                </a:lnTo>
                <a:lnTo>
                  <a:pt x="2005" y="108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Product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"/>
          <p:cNvSpPr/>
          <p:nvPr/>
        </p:nvSpPr>
        <p:spPr>
          <a:xfrm>
            <a:off x="3305160" y="2021040"/>
            <a:ext cx="1522440" cy="533160"/>
          </a:xfrm>
          <a:custGeom>
            <a:avLst/>
            <a:gdLst>
              <a:gd name="textAreaLeft" fmla="*/ 0 w 1522440"/>
              <a:gd name="textAreaRight" fmla="*/ 1522800 w 1522440"/>
              <a:gd name="textAreaTop" fmla="*/ 0 h 533160"/>
              <a:gd name="textAreaBottom" fmla="*/ 533520 h 533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595" y="0"/>
                </a:lnTo>
                <a:lnTo>
                  <a:pt x="21600" y="10800"/>
                </a:lnTo>
                <a:lnTo>
                  <a:pt x="19595" y="21600"/>
                </a:lnTo>
                <a:lnTo>
                  <a:pt x="0" y="21600"/>
                </a:lnTo>
                <a:lnTo>
                  <a:pt x="2005" y="108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Access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>
            <a:off x="4689360" y="2021040"/>
            <a:ext cx="1524240" cy="533160"/>
          </a:xfrm>
          <a:custGeom>
            <a:avLst/>
            <a:gdLst>
              <a:gd name="textAreaLeft" fmla="*/ 0 w 1524240"/>
              <a:gd name="textAreaRight" fmla="*/ 1524600 w 1524240"/>
              <a:gd name="textAreaTop" fmla="*/ 0 h 533160"/>
              <a:gd name="textAreaBottom" fmla="*/ 533520 h 533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595" y="0"/>
                </a:lnTo>
                <a:lnTo>
                  <a:pt x="21600" y="10800"/>
                </a:lnTo>
                <a:lnTo>
                  <a:pt x="19595" y="21600"/>
                </a:lnTo>
                <a:lnTo>
                  <a:pt x="0" y="21600"/>
                </a:lnTo>
                <a:lnTo>
                  <a:pt x="2005" y="108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Ability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 pay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>
            <a:off x="6073920" y="2021040"/>
            <a:ext cx="1523880" cy="533160"/>
          </a:xfrm>
          <a:custGeom>
            <a:avLst/>
            <a:gdLst>
              <a:gd name="textAreaLeft" fmla="*/ 0 w 1523880"/>
              <a:gd name="textAreaRight" fmla="*/ 1524240 w 1523880"/>
              <a:gd name="textAreaTop" fmla="*/ 0 h 533160"/>
              <a:gd name="textAreaBottom" fmla="*/ 533520 h 533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595" y="0"/>
                </a:lnTo>
                <a:lnTo>
                  <a:pt x="21600" y="10800"/>
                </a:lnTo>
                <a:lnTo>
                  <a:pt x="19595" y="21600"/>
                </a:lnTo>
                <a:lnTo>
                  <a:pt x="0" y="21600"/>
                </a:lnTo>
                <a:lnTo>
                  <a:pt x="2005" y="10800"/>
                </a:lnTo>
                <a:close/>
              </a:path>
            </a:pathLst>
          </a:custGeom>
          <a:solidFill>
            <a:srgbClr val="e2e2e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91440" bIns="914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Willingness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 use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>
            <a:off x="8385120" y="1982160"/>
            <a:ext cx="90180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# of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doses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8283600" y="3032280"/>
            <a:ext cx="1168200" cy="9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How many doses of vaccine in a given year does this translate into?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536400" y="3879720"/>
            <a:ext cx="7069320" cy="0"/>
          </a:xfrm>
          <a:prstGeom prst="line">
            <a:avLst/>
          </a:prstGeom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7" name="" descr=""/>
          <p:cNvPicPr/>
          <p:nvPr/>
        </p:nvPicPr>
        <p:blipFill>
          <a:blip r:embed="rId1"/>
          <a:stretch/>
        </p:blipFill>
        <p:spPr>
          <a:xfrm>
            <a:off x="5970600" y="3836880"/>
            <a:ext cx="345960" cy="4446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88" name=""/>
          <p:cNvGraphicFramePr/>
          <p:nvPr/>
        </p:nvGraphicFramePr>
        <p:xfrm>
          <a:off x="1817640" y="3836880"/>
          <a:ext cx="345960" cy="43992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graphicFrame>
        <p:nvGraphicFramePr>
          <p:cNvPr id="1089" name=""/>
          <p:cNvGraphicFramePr/>
          <p:nvPr/>
        </p:nvGraphicFramePr>
        <p:xfrm>
          <a:off x="3201840" y="3836880"/>
          <a:ext cx="346320" cy="439920"/>
        </p:xfrm>
        <a:graphic>
          <a:graphicData uri="http://schemas.openxmlformats.org/presentationml/2006/ole">
            <p:oleObj r:id="rId3" spid="">
              <p:embed/>
            </p:oleObj>
          </a:graphicData>
        </a:graphic>
      </p:graphicFrame>
      <p:sp>
        <p:nvSpPr>
          <p:cNvPr id="1090" name=""/>
          <p:cNvSpPr/>
          <p:nvPr/>
        </p:nvSpPr>
        <p:spPr>
          <a:xfrm>
            <a:off x="1135080" y="2736720"/>
            <a:ext cx="326880" cy="1143000"/>
          </a:xfrm>
          <a:prstGeom prst="rect">
            <a:avLst/>
          </a:prstGeom>
          <a:solidFill>
            <a:srgbClr val="908052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2519280" y="2965320"/>
            <a:ext cx="327240" cy="914400"/>
          </a:xfrm>
          <a:prstGeom prst="rect">
            <a:avLst/>
          </a:prstGeom>
          <a:solidFill>
            <a:srgbClr val="908052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"/>
          <p:cNvSpPr/>
          <p:nvPr/>
        </p:nvSpPr>
        <p:spPr>
          <a:xfrm>
            <a:off x="2519280" y="2732040"/>
            <a:ext cx="327240" cy="227160"/>
          </a:xfrm>
          <a:prstGeom prst="rect">
            <a:avLst/>
          </a:prstGeom>
          <a:solidFill>
            <a:srgbClr val="d8ceb8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"/>
          <p:cNvSpPr/>
          <p:nvPr/>
        </p:nvSpPr>
        <p:spPr>
          <a:xfrm rot="1334400">
            <a:off x="1763280" y="2814120"/>
            <a:ext cx="457200" cy="230400"/>
          </a:xfrm>
          <a:custGeom>
            <a:avLst/>
            <a:gdLst>
              <a:gd name="textAreaLeft" fmla="*/ 79920 w 457200"/>
              <a:gd name="textAreaRight" fmla="*/ 331560 w 457200"/>
              <a:gd name="textAreaTop" fmla="*/ 30600 h 230400"/>
              <a:gd name="textAreaBottom" fmla="*/ 199800 h 230400"/>
            </a:gdLst>
            <a:ah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7560" hR="21600" stAng="10800000" swAng="5400000"/>
                <a:lnTo>
                  <a:pt x="11880" y="0"/>
                </a:lnTo>
                <a:arcTo wR="7560" hR="21600" stAng="-5400000" swAng="2682637"/>
                <a:lnTo>
                  <a:pt x="21168" y="14400"/>
                </a:lnTo>
                <a:lnTo>
                  <a:pt x="17280" y="21600"/>
                </a:lnTo>
                <a:lnTo>
                  <a:pt x="12528" y="14400"/>
                </a:lnTo>
                <a:lnTo>
                  <a:pt x="14688" y="14400"/>
                </a:lnTo>
                <a:arcTo wR="7560" hR="21600" stAng="-2717363" swAng="-2325203"/>
                <a:lnTo>
                  <a:pt x="9720" y="900"/>
                </a:lnTo>
                <a:arcTo wR="7560" hR="21600" stAng="-5757435" swAng="-5042565"/>
                <a:close/>
              </a:path>
              <a:path fill="darkenLess" w="21600" h="21600">
                <a:moveTo>
                  <a:pt x="0" y="21600"/>
                </a:moveTo>
                <a:arcTo wR="7560" hR="21600" stAng="10800000" swAng="5400000"/>
                <a:lnTo>
                  <a:pt x="7560" y="0"/>
                </a:lnTo>
                <a:arcTo wR="7560" hR="21600" stAng="-5400000" swAng="357435"/>
                <a:lnTo>
                  <a:pt x="9720" y="900"/>
                </a:lnTo>
                <a:arcTo wR="7560" hR="21600" stAng="-5757435" swAng="-5042565"/>
                <a:close/>
              </a:path>
            </a:pathLst>
          </a:custGeom>
          <a:solidFill>
            <a:srgbClr val="ffffff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 rot="1334400">
            <a:off x="3146040" y="3042720"/>
            <a:ext cx="457200" cy="220680"/>
          </a:xfrm>
          <a:custGeom>
            <a:avLst/>
            <a:gdLst>
              <a:gd name="textAreaLeft" fmla="*/ 79920 w 457200"/>
              <a:gd name="textAreaRight" fmla="*/ 331560 w 457200"/>
              <a:gd name="textAreaTop" fmla="*/ 29520 h 220680"/>
              <a:gd name="textAreaBottom" fmla="*/ 191160 h 220680"/>
            </a:gdLst>
            <a:ah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7560" hR="21600" stAng="10800000" swAng="5400000"/>
                <a:lnTo>
                  <a:pt x="11880" y="0"/>
                </a:lnTo>
                <a:arcTo wR="7560" hR="21600" stAng="-5400000" swAng="2682637"/>
                <a:lnTo>
                  <a:pt x="21168" y="14400"/>
                </a:lnTo>
                <a:lnTo>
                  <a:pt x="17280" y="21600"/>
                </a:lnTo>
                <a:lnTo>
                  <a:pt x="12528" y="14400"/>
                </a:lnTo>
                <a:lnTo>
                  <a:pt x="14688" y="14400"/>
                </a:lnTo>
                <a:arcTo wR="7560" hR="21600" stAng="-2717363" swAng="-2325203"/>
                <a:lnTo>
                  <a:pt x="9720" y="900"/>
                </a:lnTo>
                <a:arcTo wR="7560" hR="21600" stAng="-5757435" swAng="-5042565"/>
                <a:close/>
              </a:path>
              <a:path fill="darkenLess" w="21600" h="21600">
                <a:moveTo>
                  <a:pt x="0" y="21600"/>
                </a:moveTo>
                <a:arcTo wR="7560" hR="21600" stAng="10800000" swAng="5400000"/>
                <a:lnTo>
                  <a:pt x="7560" y="0"/>
                </a:lnTo>
                <a:arcTo wR="7560" hR="21600" stAng="-5400000" swAng="357435"/>
                <a:lnTo>
                  <a:pt x="9720" y="900"/>
                </a:lnTo>
                <a:arcTo wR="7560" hR="21600" stAng="-5757435" swAng="-5042565"/>
                <a:close/>
              </a:path>
            </a:pathLst>
          </a:custGeom>
          <a:solidFill>
            <a:srgbClr val="ffffff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 rot="1334400">
            <a:off x="5913000" y="3503520"/>
            <a:ext cx="457200" cy="222480"/>
          </a:xfrm>
          <a:custGeom>
            <a:avLst/>
            <a:gdLst>
              <a:gd name="textAreaLeft" fmla="*/ 79920 w 457200"/>
              <a:gd name="textAreaRight" fmla="*/ 331560 w 457200"/>
              <a:gd name="textAreaTop" fmla="*/ 29520 h 222480"/>
              <a:gd name="textAreaBottom" fmla="*/ 192960 h 222480"/>
            </a:gdLst>
            <a:ah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7560" hR="21600" stAng="10800000" swAng="5400000"/>
                <a:lnTo>
                  <a:pt x="11880" y="0"/>
                </a:lnTo>
                <a:arcTo wR="7560" hR="21600" stAng="-5400000" swAng="2682637"/>
                <a:lnTo>
                  <a:pt x="21168" y="14400"/>
                </a:lnTo>
                <a:lnTo>
                  <a:pt x="17280" y="21600"/>
                </a:lnTo>
                <a:lnTo>
                  <a:pt x="12528" y="14400"/>
                </a:lnTo>
                <a:lnTo>
                  <a:pt x="14688" y="14400"/>
                </a:lnTo>
                <a:arcTo wR="7560" hR="21600" stAng="-2717363" swAng="-2325203"/>
                <a:lnTo>
                  <a:pt x="9720" y="900"/>
                </a:lnTo>
                <a:arcTo wR="7560" hR="21600" stAng="-5757435" swAng="-5042565"/>
                <a:close/>
              </a:path>
              <a:path fill="darkenLess" w="21600" h="21600">
                <a:moveTo>
                  <a:pt x="0" y="21600"/>
                </a:moveTo>
                <a:arcTo wR="7560" hR="21600" stAng="10800000" swAng="5400000"/>
                <a:lnTo>
                  <a:pt x="7560" y="0"/>
                </a:lnTo>
                <a:arcTo wR="7560" hR="21600" stAng="-5400000" swAng="357435"/>
                <a:lnTo>
                  <a:pt x="9720" y="900"/>
                </a:lnTo>
                <a:arcTo wR="7560" hR="21600" stAng="-5757435" swAng="-5042565"/>
                <a:close/>
              </a:path>
            </a:pathLst>
          </a:custGeom>
          <a:solidFill>
            <a:srgbClr val="ffffff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6" name="" descr=""/>
          <p:cNvPicPr/>
          <p:nvPr/>
        </p:nvPicPr>
        <p:blipFill>
          <a:blip r:embed="rId4"/>
          <a:stretch/>
        </p:blipFill>
        <p:spPr>
          <a:xfrm>
            <a:off x="4586400" y="3836880"/>
            <a:ext cx="345960" cy="439920"/>
          </a:xfrm>
          <a:prstGeom prst="rect">
            <a:avLst/>
          </a:prstGeom>
          <a:ln w="0">
            <a:noFill/>
          </a:ln>
        </p:spPr>
      </p:pic>
      <p:sp>
        <p:nvSpPr>
          <p:cNvPr id="1097" name=""/>
          <p:cNvSpPr/>
          <p:nvPr/>
        </p:nvSpPr>
        <p:spPr>
          <a:xfrm rot="1334400">
            <a:off x="4530600" y="3273480"/>
            <a:ext cx="457200" cy="223920"/>
          </a:xfrm>
          <a:custGeom>
            <a:avLst/>
            <a:gdLst>
              <a:gd name="textAreaLeft" fmla="*/ 79920 w 457200"/>
              <a:gd name="textAreaRight" fmla="*/ 331560 w 457200"/>
              <a:gd name="textAreaTop" fmla="*/ 29880 h 223920"/>
              <a:gd name="textAreaBottom" fmla="*/ 194040 h 223920"/>
            </a:gdLst>
            <a:ah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7560" hR="21600" stAng="10800000" swAng="5400000"/>
                <a:lnTo>
                  <a:pt x="11880" y="0"/>
                </a:lnTo>
                <a:arcTo wR="7560" hR="21600" stAng="-5400000" swAng="2682637"/>
                <a:lnTo>
                  <a:pt x="21168" y="14400"/>
                </a:lnTo>
                <a:lnTo>
                  <a:pt x="17280" y="21600"/>
                </a:lnTo>
                <a:lnTo>
                  <a:pt x="12528" y="14400"/>
                </a:lnTo>
                <a:lnTo>
                  <a:pt x="14688" y="14400"/>
                </a:lnTo>
                <a:arcTo wR="7560" hR="21600" stAng="-2717363" swAng="-2325203"/>
                <a:lnTo>
                  <a:pt x="9720" y="900"/>
                </a:lnTo>
                <a:arcTo wR="7560" hR="21600" stAng="-5757435" swAng="-5042565"/>
                <a:close/>
              </a:path>
              <a:path fill="darkenLess" w="21600" h="21600">
                <a:moveTo>
                  <a:pt x="0" y="21600"/>
                </a:moveTo>
                <a:arcTo wR="7560" hR="21600" stAng="10800000" swAng="5400000"/>
                <a:lnTo>
                  <a:pt x="7560" y="0"/>
                </a:lnTo>
                <a:arcTo wR="7560" hR="21600" stAng="-5400000" swAng="357435"/>
                <a:lnTo>
                  <a:pt x="9720" y="900"/>
                </a:lnTo>
                <a:arcTo wR="7560" hR="21600" stAng="-5757435" swAng="-5042565"/>
                <a:close/>
              </a:path>
            </a:pathLst>
          </a:custGeom>
          <a:solidFill>
            <a:srgbClr val="ffffff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3903840" y="3195720"/>
            <a:ext cx="326880" cy="684000"/>
          </a:xfrm>
          <a:prstGeom prst="rect">
            <a:avLst/>
          </a:prstGeom>
          <a:solidFill>
            <a:srgbClr val="908052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3903840" y="2732040"/>
            <a:ext cx="326880" cy="455760"/>
          </a:xfrm>
          <a:prstGeom prst="rect">
            <a:avLst/>
          </a:prstGeom>
          <a:solidFill>
            <a:srgbClr val="d8ceb8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5288040" y="3424320"/>
            <a:ext cx="326880" cy="455400"/>
          </a:xfrm>
          <a:prstGeom prst="rect">
            <a:avLst/>
          </a:prstGeom>
          <a:solidFill>
            <a:srgbClr val="908052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"/>
          <p:cNvSpPr/>
          <p:nvPr/>
        </p:nvSpPr>
        <p:spPr>
          <a:xfrm>
            <a:off x="5288040" y="2732040"/>
            <a:ext cx="326880" cy="684360"/>
          </a:xfrm>
          <a:prstGeom prst="rect">
            <a:avLst/>
          </a:prstGeom>
          <a:solidFill>
            <a:srgbClr val="d8ceb8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6672240" y="3651120"/>
            <a:ext cx="326880" cy="228600"/>
          </a:xfrm>
          <a:prstGeom prst="rect">
            <a:avLst/>
          </a:prstGeom>
          <a:solidFill>
            <a:srgbClr val="908052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"/>
          <p:cNvSpPr/>
          <p:nvPr/>
        </p:nvSpPr>
        <p:spPr>
          <a:xfrm>
            <a:off x="6672240" y="2732040"/>
            <a:ext cx="326880" cy="914400"/>
          </a:xfrm>
          <a:prstGeom prst="rect">
            <a:avLst/>
          </a:prstGeom>
          <a:solidFill>
            <a:srgbClr val="d8ceb8"/>
          </a:solidFill>
          <a:ln w="792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7470720" y="2979720"/>
            <a:ext cx="609480" cy="457200"/>
          </a:xfrm>
          <a:prstGeom prst="rightArrow">
            <a:avLst>
              <a:gd name="adj1" fmla="val 50000"/>
              <a:gd name="adj2" fmla="val 33327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"/>
          <p:cNvSpPr/>
          <p:nvPr/>
        </p:nvSpPr>
        <p:spPr>
          <a:xfrm>
            <a:off x="1657440" y="1547640"/>
            <a:ext cx="48196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Key questions answered by 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"/>
          <p:cNvSpPr/>
          <p:nvPr/>
        </p:nvSpPr>
        <p:spPr>
          <a:xfrm>
            <a:off x="536400" y="4416480"/>
            <a:ext cx="138456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is the total theoretical market for the vaccine?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"/>
          <p:cNvSpPr/>
          <p:nvPr/>
        </p:nvSpPr>
        <p:spPr>
          <a:xfrm>
            <a:off x="1920960" y="4416480"/>
            <a:ext cx="138276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population group can benefit from existing product?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3303720" y="4416480"/>
            <a:ext cx="138420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portion of the population has access to the vaccine?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Programs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"/>
          <p:cNvSpPr/>
          <p:nvPr/>
        </p:nvSpPr>
        <p:spPr>
          <a:xfrm>
            <a:off x="4687920" y="4416480"/>
            <a:ext cx="138276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How much of the vaccine will be either funded or affordable?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Wealth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Financing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>
            <a:off x="6070680" y="4416480"/>
            <a:ext cx="1739880" cy="21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portion of the population will choose to buy it?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Countries,  institutions, individual attitude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Product value proposition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Two reasons for pharmaceutical spin-offs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Monetize a low priority project or provide a structure to fund a project externally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112" name=""/>
          <p:cNvSpPr/>
          <p:nvPr/>
        </p:nvSpPr>
        <p:spPr>
          <a:xfrm>
            <a:off x="6943680" y="2567160"/>
            <a:ext cx="2508120" cy="180648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dc6e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Spin-off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"/>
          <p:cNvSpPr/>
          <p:nvPr/>
        </p:nvSpPr>
        <p:spPr>
          <a:xfrm>
            <a:off x="471600" y="2567160"/>
            <a:ext cx="2452680" cy="3808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Product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"/>
          <p:cNvSpPr/>
          <p:nvPr/>
        </p:nvSpPr>
        <p:spPr>
          <a:xfrm>
            <a:off x="471600" y="2948040"/>
            <a:ext cx="2452680" cy="105552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anchor="t">
            <a:noAutofit/>
          </a:bodyPr>
          <a:p>
            <a:pPr marL="173160" indent="-1731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Is this a strategic priority?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3160" indent="-1731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Does it align our TA focus now?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3160" indent="-1731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Is there value for this in the future?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"/>
          <p:cNvSpPr/>
          <p:nvPr/>
        </p:nvSpPr>
        <p:spPr>
          <a:xfrm>
            <a:off x="3726000" y="1514520"/>
            <a:ext cx="2452680" cy="38088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Internal funding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>
            <a:off x="3726000" y="1895400"/>
            <a:ext cx="2452680" cy="105588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anchor="t">
            <a:noAutofit/>
          </a:bodyPr>
          <a:p>
            <a:pPr marL="173160" indent="-1731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Can we optimally fund this?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>
            <a:off x="3726000" y="3616200"/>
            <a:ext cx="2452680" cy="38124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Capabilities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"/>
          <p:cNvSpPr/>
          <p:nvPr/>
        </p:nvSpPr>
        <p:spPr>
          <a:xfrm>
            <a:off x="3726000" y="3997440"/>
            <a:ext cx="2452680" cy="105552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anchor="t">
            <a:noAutofit/>
          </a:bodyPr>
          <a:p>
            <a:pPr marL="173160" indent="-1731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Are this product's assets separable from our other programs?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19" name=""/>
          <p:cNvCxnSpPr>
            <a:stCxn id="1114" idx="3"/>
            <a:endCxn id="1116" idx="1"/>
          </p:cNvCxnSpPr>
          <p:nvPr/>
        </p:nvCxnSpPr>
        <p:spPr>
          <a:xfrm flipV="1">
            <a:off x="2923920" y="2423520"/>
            <a:ext cx="802440" cy="1053000"/>
          </a:xfrm>
          <a:prstGeom prst="bentConnector3">
            <a:avLst>
              <a:gd name="adj1" fmla="val 49865"/>
            </a:avLst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20" name=""/>
          <p:cNvCxnSpPr>
            <a:stCxn id="1114" idx="3"/>
            <a:endCxn id="1118" idx="1"/>
          </p:cNvCxnSpPr>
          <p:nvPr/>
        </p:nvCxnSpPr>
        <p:spPr>
          <a:xfrm>
            <a:off x="2923920" y="3476160"/>
            <a:ext cx="802440" cy="1050120"/>
          </a:xfrm>
          <a:prstGeom prst="bentConnector3">
            <a:avLst>
              <a:gd name="adj1" fmla="val 49865"/>
            </a:avLst>
          </a:prstGeom>
          <a:ln w="3240">
            <a:solidFill>
              <a:srgbClr val="808080"/>
            </a:solidFill>
            <a:miter/>
          </a:ln>
        </p:spPr>
      </p:cxnSp>
      <p:sp>
        <p:nvSpPr>
          <p:cNvPr id="1121" name=""/>
          <p:cNvSpPr/>
          <p:nvPr/>
        </p:nvSpPr>
        <p:spPr>
          <a:xfrm>
            <a:off x="3159000" y="2262240"/>
            <a:ext cx="314280" cy="304920"/>
          </a:xfrm>
          <a:prstGeom prst="ellipse">
            <a:avLst/>
          </a:prstGeom>
          <a:solidFill>
            <a:srgbClr val="06c245"/>
          </a:solidFill>
          <a:ln w="936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7113600" y="1704960"/>
            <a:ext cx="2187720" cy="380880"/>
          </a:xfrm>
          <a:prstGeom prst="rect">
            <a:avLst/>
          </a:prstGeom>
          <a:solidFill>
            <a:srgbClr val="d8ceb8"/>
          </a:solidFill>
          <a:ln w="9360">
            <a:solidFill>
              <a:srgbClr val="d8ce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Fund internally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"/>
          <p:cNvSpPr/>
          <p:nvPr/>
        </p:nvSpPr>
        <p:spPr>
          <a:xfrm>
            <a:off x="7113600" y="4853160"/>
            <a:ext cx="2187720" cy="380880"/>
          </a:xfrm>
          <a:prstGeom prst="rect">
            <a:avLst/>
          </a:prstGeom>
          <a:solidFill>
            <a:srgbClr val="d8ceb8"/>
          </a:solidFill>
          <a:ln w="9360">
            <a:solidFill>
              <a:srgbClr val="d8ce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Shelve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4" name=""/>
          <p:cNvCxnSpPr>
            <a:stCxn id="1116" idx="3"/>
            <a:endCxn id="1122" idx="1"/>
          </p:cNvCxnSpPr>
          <p:nvPr/>
        </p:nvCxnSpPr>
        <p:spPr>
          <a:xfrm flipV="1">
            <a:off x="6178320" y="1895040"/>
            <a:ext cx="935640" cy="529200"/>
          </a:xfrm>
          <a:prstGeom prst="bentConnector3">
            <a:avLst>
              <a:gd name="adj1" fmla="val 49884"/>
            </a:avLst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25" name=""/>
          <p:cNvCxnSpPr>
            <a:stCxn id="1116" idx="3"/>
            <a:endCxn id="1126" idx="1"/>
          </p:cNvCxnSpPr>
          <p:nvPr/>
        </p:nvCxnSpPr>
        <p:spPr>
          <a:xfrm>
            <a:off x="6178320" y="2424240"/>
            <a:ext cx="935640" cy="527760"/>
          </a:xfrm>
          <a:prstGeom prst="bentConnector3">
            <a:avLst>
              <a:gd name="adj1" fmla="val 49884"/>
            </a:avLst>
          </a:prstGeom>
          <a:ln w="3240">
            <a:solidFill>
              <a:srgbClr val="808080"/>
            </a:solidFill>
            <a:miter/>
          </a:ln>
        </p:spPr>
      </p:cxnSp>
      <p:sp>
        <p:nvSpPr>
          <p:cNvPr id="1127" name=""/>
          <p:cNvSpPr/>
          <p:nvPr/>
        </p:nvSpPr>
        <p:spPr>
          <a:xfrm>
            <a:off x="6481800" y="2795760"/>
            <a:ext cx="314280" cy="304560"/>
          </a:xfrm>
          <a:prstGeom prst="ellipse">
            <a:avLst/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"/>
          <p:cNvSpPr/>
          <p:nvPr/>
        </p:nvSpPr>
        <p:spPr>
          <a:xfrm>
            <a:off x="7113600" y="2760840"/>
            <a:ext cx="2187720" cy="380880"/>
          </a:xfrm>
          <a:prstGeom prst="rect">
            <a:avLst/>
          </a:prstGeom>
          <a:solidFill>
            <a:srgbClr val="d2e0e6"/>
          </a:solidFill>
          <a:ln w="936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Fund externally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"/>
          <p:cNvSpPr/>
          <p:nvPr/>
        </p:nvSpPr>
        <p:spPr>
          <a:xfrm>
            <a:off x="7113600" y="3807000"/>
            <a:ext cx="2187720" cy="380880"/>
          </a:xfrm>
          <a:prstGeom prst="rect">
            <a:avLst/>
          </a:prstGeom>
          <a:solidFill>
            <a:srgbClr val="d2e0e6"/>
          </a:solidFill>
          <a:ln w="936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Monetize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9" name=""/>
          <p:cNvCxnSpPr>
            <a:stCxn id="1118" idx="3"/>
            <a:endCxn id="1128" idx="1"/>
          </p:cNvCxnSpPr>
          <p:nvPr/>
        </p:nvCxnSpPr>
        <p:spPr>
          <a:xfrm flipV="1">
            <a:off x="6178320" y="3997080"/>
            <a:ext cx="935640" cy="529200"/>
          </a:xfrm>
          <a:prstGeom prst="bentConnector3">
            <a:avLst>
              <a:gd name="adj1" fmla="val 49884"/>
            </a:avLst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30" name=""/>
          <p:cNvCxnSpPr>
            <a:stCxn id="1118" idx="3"/>
            <a:endCxn id="1123" idx="1"/>
          </p:cNvCxnSpPr>
          <p:nvPr/>
        </p:nvCxnSpPr>
        <p:spPr>
          <a:xfrm>
            <a:off x="6178320" y="4525920"/>
            <a:ext cx="935640" cy="518400"/>
          </a:xfrm>
          <a:prstGeom prst="bentConnector3">
            <a:avLst>
              <a:gd name="adj1" fmla="val 49884"/>
            </a:avLst>
          </a:prstGeom>
          <a:ln w="3240">
            <a:solidFill>
              <a:srgbClr val="808080"/>
            </a:solidFill>
            <a:miter/>
          </a:ln>
        </p:spPr>
      </p:cxnSp>
      <p:sp>
        <p:nvSpPr>
          <p:cNvPr id="1131" name=""/>
          <p:cNvSpPr/>
          <p:nvPr/>
        </p:nvSpPr>
        <p:spPr>
          <a:xfrm>
            <a:off x="3159000" y="4373640"/>
            <a:ext cx="314280" cy="304560"/>
          </a:xfrm>
          <a:prstGeom prst="ellipse">
            <a:avLst/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6481800" y="1743120"/>
            <a:ext cx="314280" cy="304920"/>
          </a:xfrm>
          <a:prstGeom prst="ellipse">
            <a:avLst/>
          </a:prstGeom>
          <a:solidFill>
            <a:srgbClr val="06c245"/>
          </a:solidFill>
          <a:ln w="936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6481800" y="4897440"/>
            <a:ext cx="314280" cy="304920"/>
          </a:xfrm>
          <a:prstGeom prst="ellipse">
            <a:avLst/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6481800" y="3844800"/>
            <a:ext cx="314280" cy="304920"/>
          </a:xfrm>
          <a:prstGeom prst="ellipse">
            <a:avLst/>
          </a:prstGeom>
          <a:solidFill>
            <a:srgbClr val="06c245"/>
          </a:solidFill>
          <a:ln w="936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How have other companies spun-off or divested</a:t>
            </a:r>
            <a:br>
              <a:rPr sz="1600"/>
            </a:b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its non-core assets?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471600" y="163080"/>
            <a:ext cx="89755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We analyzed four main levers of biotech deal value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1308240" y="2673360"/>
            <a:ext cx="2452680" cy="504720"/>
          </a:xfrm>
          <a:prstGeom prst="rect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2. Cost sharing/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reimbursement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"/>
          <p:cNvSpPr/>
          <p:nvPr/>
        </p:nvSpPr>
        <p:spPr>
          <a:xfrm>
            <a:off x="4091040" y="2673360"/>
            <a:ext cx="2452680" cy="504720"/>
          </a:xfrm>
          <a:prstGeom prst="rect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Sale and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marketing 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4091040" y="3994200"/>
            <a:ext cx="2452680" cy="504720"/>
          </a:xfrm>
          <a:prstGeom prst="rect">
            <a:avLst/>
          </a:prstGeom>
          <a:solidFill>
            <a:srgbClr val="f9efbd"/>
          </a:solidFill>
          <a:ln w="936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Development related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40" name=""/>
          <p:cNvCxnSpPr>
            <a:stCxn id="1137" idx="3"/>
            <a:endCxn id="1138" idx="1"/>
          </p:cNvCxnSpPr>
          <p:nvPr/>
        </p:nvCxnSpPr>
        <p:spPr>
          <a:xfrm>
            <a:off x="3760560" y="2925360"/>
            <a:ext cx="330840" cy="1080"/>
          </a:xfrm>
          <a:prstGeom prst="bentConnector2">
            <a:avLst/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41" name=""/>
          <p:cNvCxnSpPr>
            <a:stCxn id="1137" idx="3"/>
            <a:endCxn id="1142" idx="1"/>
          </p:cNvCxnSpPr>
          <p:nvPr/>
        </p:nvCxnSpPr>
        <p:spPr>
          <a:xfrm>
            <a:off x="3760560" y="2925360"/>
            <a:ext cx="330840" cy="661320"/>
          </a:xfrm>
          <a:prstGeom prst="bentConnector3">
            <a:avLst>
              <a:gd name="adj1" fmla="val 49455"/>
            </a:avLst>
          </a:prstGeom>
          <a:ln w="3240">
            <a:solidFill>
              <a:srgbClr val="808080"/>
            </a:solidFill>
            <a:miter/>
          </a:ln>
        </p:spPr>
      </p:cxnSp>
      <p:sp>
        <p:nvSpPr>
          <p:cNvPr id="1143" name=""/>
          <p:cNvSpPr/>
          <p:nvPr/>
        </p:nvSpPr>
        <p:spPr>
          <a:xfrm>
            <a:off x="1308240" y="1514520"/>
            <a:ext cx="2452680" cy="503280"/>
          </a:xfrm>
          <a:prstGeom prst="rect">
            <a:avLst/>
          </a:prstGeom>
          <a:solidFill>
            <a:srgbClr val="d2e0e6"/>
          </a:solidFill>
          <a:ln w="936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1. Up front payments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1308240" y="4325760"/>
            <a:ext cx="2452680" cy="503280"/>
          </a:xfrm>
          <a:prstGeom prst="rect">
            <a:avLst/>
          </a:prstGeom>
          <a:solidFill>
            <a:srgbClr val="f9efbd"/>
          </a:solidFill>
          <a:ln w="936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3. Milestone payments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1308240" y="5159520"/>
            <a:ext cx="2452680" cy="502920"/>
          </a:xfrm>
          <a:prstGeom prst="rect">
            <a:avLst/>
          </a:prstGeom>
          <a:solidFill>
            <a:srgbClr val="d8ceb8"/>
          </a:solidFill>
          <a:ln w="9360">
            <a:solidFill>
              <a:srgbClr val="d8ce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4. Royalty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4091040" y="3333600"/>
            <a:ext cx="2452680" cy="505080"/>
          </a:xfrm>
          <a:prstGeom prst="rect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Manufacturing cost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4091040" y="2014560"/>
            <a:ext cx="2452680" cy="504720"/>
          </a:xfrm>
          <a:prstGeom prst="rect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R&amp;D 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4091040" y="4654440"/>
            <a:ext cx="2452680" cy="505080"/>
          </a:xfrm>
          <a:prstGeom prst="rect">
            <a:avLst/>
          </a:prstGeom>
          <a:solidFill>
            <a:srgbClr val="f9efbd"/>
          </a:solidFill>
          <a:ln w="936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Sales related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48" name=""/>
          <p:cNvCxnSpPr>
            <a:stCxn id="1137" idx="3"/>
            <a:endCxn id="1146" idx="1"/>
          </p:cNvCxnSpPr>
          <p:nvPr/>
        </p:nvCxnSpPr>
        <p:spPr>
          <a:xfrm flipV="1">
            <a:off x="3760560" y="2266560"/>
            <a:ext cx="330840" cy="659520"/>
          </a:xfrm>
          <a:prstGeom prst="bentConnector3">
            <a:avLst>
              <a:gd name="adj1" fmla="val 49455"/>
            </a:avLst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49" name=""/>
          <p:cNvCxnSpPr>
            <a:stCxn id="1144" idx="3"/>
            <a:endCxn id="1139" idx="1"/>
          </p:cNvCxnSpPr>
          <p:nvPr/>
        </p:nvCxnSpPr>
        <p:spPr>
          <a:xfrm flipV="1">
            <a:off x="3760560" y="4246200"/>
            <a:ext cx="330840" cy="332640"/>
          </a:xfrm>
          <a:prstGeom prst="bentConnector3">
            <a:avLst>
              <a:gd name="adj1" fmla="val 49455"/>
            </a:avLst>
          </a:prstGeom>
          <a:ln w="3240">
            <a:solidFill>
              <a:srgbClr val="808080"/>
            </a:solidFill>
            <a:miter/>
          </a:ln>
        </p:spPr>
      </p:cxnSp>
      <p:cxnSp>
        <p:nvCxnSpPr>
          <p:cNvPr id="1150" name=""/>
          <p:cNvCxnSpPr>
            <a:stCxn id="1144" idx="3"/>
            <a:endCxn id="1147" idx="1"/>
          </p:cNvCxnSpPr>
          <p:nvPr/>
        </p:nvCxnSpPr>
        <p:spPr>
          <a:xfrm>
            <a:off x="3760560" y="4578480"/>
            <a:ext cx="330840" cy="329040"/>
          </a:xfrm>
          <a:prstGeom prst="bentConnector3">
            <a:avLst>
              <a:gd name="adj1" fmla="val 49455"/>
            </a:avLst>
          </a:prstGeom>
          <a:ln w="3240">
            <a:solidFill>
              <a:srgbClr val="808080"/>
            </a:solidFill>
            <a:miter/>
          </a:ln>
        </p:spPr>
      </p:cxnSp>
      <p:sp>
        <p:nvSpPr>
          <p:cNvPr id="1151" name=""/>
          <p:cNvSpPr/>
          <p:nvPr/>
        </p:nvSpPr>
        <p:spPr>
          <a:xfrm>
            <a:off x="1308240" y="5781600"/>
            <a:ext cx="2452680" cy="349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25560" dir="162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Total deal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"/>
          <p:cNvSpPr/>
          <p:nvPr/>
        </p:nvSpPr>
        <p:spPr>
          <a:xfrm>
            <a:off x="1017360" y="5257800"/>
            <a:ext cx="284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+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"/>
          <p:cNvSpPr/>
          <p:nvPr/>
        </p:nvSpPr>
        <p:spPr>
          <a:xfrm>
            <a:off x="6873840" y="2521080"/>
            <a:ext cx="2022480" cy="812520"/>
          </a:xfrm>
          <a:prstGeom prst="ellipse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Typically split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by geography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"/>
          <p:cNvSpPr/>
          <p:nvPr/>
        </p:nvSpPr>
        <p:spPr>
          <a:xfrm>
            <a:off x="6626160" y="2014560"/>
            <a:ext cx="165240" cy="1824120"/>
          </a:xfrm>
          <a:custGeom>
            <a:avLst/>
            <a:gdLst>
              <a:gd name="textAreaLeft" fmla="*/ 0 w 165240"/>
              <a:gd name="textAreaRight" fmla="*/ 59760 w 165240"/>
              <a:gd name="textAreaTop" fmla="*/ 47520 h 1824120"/>
              <a:gd name="textAreaBottom" fmla="*/ 1776600 h 1824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1908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Project consists of two modules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156" name=""/>
          <p:cNvSpPr/>
          <p:nvPr/>
        </p:nvSpPr>
        <p:spPr>
          <a:xfrm>
            <a:off x="2389320" y="1514520"/>
            <a:ext cx="2226960" cy="3808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Steering committee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"/>
          <p:cNvSpPr/>
          <p:nvPr/>
        </p:nvSpPr>
        <p:spPr>
          <a:xfrm>
            <a:off x="2389320" y="1895400"/>
            <a:ext cx="222696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r" pos="16146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CSM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r" pos="16146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Jaap Kerstjens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4751280" y="2530440"/>
            <a:ext cx="1805040" cy="3808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BCG experts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"/>
          <p:cNvSpPr/>
          <p:nvPr/>
        </p:nvSpPr>
        <p:spPr>
          <a:xfrm>
            <a:off x="4751280" y="2911320"/>
            <a:ext cx="180504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r" pos="16146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Wouter-Jan Schouten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r" pos="16146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Emile Gostelie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"/>
          <p:cNvSpPr/>
          <p:nvPr/>
        </p:nvSpPr>
        <p:spPr>
          <a:xfrm>
            <a:off x="2389320" y="3610080"/>
            <a:ext cx="2226960" cy="3808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Project management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"/>
          <p:cNvSpPr/>
          <p:nvPr/>
        </p:nvSpPr>
        <p:spPr>
          <a:xfrm>
            <a:off x="2389320" y="3990960"/>
            <a:ext cx="2226960" cy="6094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CSM (T.B.C)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 BCG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50%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"/>
          <p:cNvSpPr/>
          <p:nvPr/>
        </p:nvSpPr>
        <p:spPr>
          <a:xfrm>
            <a:off x="457200" y="4791240"/>
            <a:ext cx="2220840" cy="3808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Complexity management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"/>
          <p:cNvSpPr/>
          <p:nvPr/>
        </p:nvSpPr>
        <p:spPr>
          <a:xfrm>
            <a:off x="457200" y="5172120"/>
            <a:ext cx="2220840" cy="9907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CSM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Control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Sales/Marketing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Manufacturing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 BCG consultant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"/>
          <p:cNvSpPr/>
          <p:nvPr/>
        </p:nvSpPr>
        <p:spPr>
          <a:xfrm>
            <a:off x="4329000" y="4791240"/>
            <a:ext cx="2227320" cy="3808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宋体"/>
              </a:rPr>
              <a:t>Process reengineering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"/>
          <p:cNvSpPr/>
          <p:nvPr/>
        </p:nvSpPr>
        <p:spPr>
          <a:xfrm>
            <a:off x="4329000" y="5172120"/>
            <a:ext cx="2227320" cy="9907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CSM operations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Purchasing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Manufacturing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Finance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r" pos="188424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 BCG consultant</a:t>
            </a:r>
            <a:r>
              <a:rPr b="0" lang="en-US" sz="1200" spc="-1" strike="noStrike" baseline="30000">
                <a:solidFill>
                  <a:srgbClr val="000000"/>
                </a:solidFill>
                <a:latin typeface="Arial"/>
                <a:ea typeface="宋体"/>
              </a:rPr>
              <a:t>1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100%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6" name=""/>
          <p:cNvCxnSpPr>
            <a:stCxn id="1162" idx="0"/>
            <a:endCxn id="1161" idx="2"/>
          </p:cNvCxnSpPr>
          <p:nvPr/>
        </p:nvCxnSpPr>
        <p:spPr>
          <a:xfrm flipH="1" flipV="1" rot="5400000">
            <a:off x="2440080" y="3727800"/>
            <a:ext cx="191520" cy="1935720"/>
          </a:xfrm>
          <a:prstGeom prst="bentConnector3">
            <a:avLst>
              <a:gd name="adj1" fmla="val 49905"/>
            </a:avLst>
          </a:prstGeom>
          <a:ln w="12600">
            <a:solidFill>
              <a:srgbClr val="b2b2b2"/>
            </a:solidFill>
            <a:miter/>
          </a:ln>
        </p:spPr>
      </p:cxnSp>
      <p:cxnSp>
        <p:nvCxnSpPr>
          <p:cNvPr id="1167" name=""/>
          <p:cNvCxnSpPr>
            <a:stCxn id="1161" idx="2"/>
            <a:endCxn id="1164" idx="0"/>
          </p:cNvCxnSpPr>
          <p:nvPr/>
        </p:nvCxnSpPr>
        <p:spPr>
          <a:xfrm flipH="1" rot="16200000">
            <a:off x="4377240" y="3725640"/>
            <a:ext cx="191520" cy="1940760"/>
          </a:xfrm>
          <a:prstGeom prst="bentConnector3">
            <a:avLst>
              <a:gd name="adj1" fmla="val 49905"/>
            </a:avLst>
          </a:prstGeom>
          <a:ln w="12600">
            <a:solidFill>
              <a:srgbClr val="b2b2b2"/>
            </a:solidFill>
            <a:miter/>
          </a:ln>
        </p:spPr>
      </p:cxnSp>
      <p:cxnSp>
        <p:nvCxnSpPr>
          <p:cNvPr id="1168" name=""/>
          <p:cNvCxnSpPr>
            <a:stCxn id="1160" idx="0"/>
            <a:endCxn id="1157" idx="2"/>
          </p:cNvCxnSpPr>
          <p:nvPr/>
        </p:nvCxnSpPr>
        <p:spPr>
          <a:xfrm flipV="1">
            <a:off x="3503160" y="2504520"/>
            <a:ext cx="1080" cy="1105560"/>
          </a:xfrm>
          <a:prstGeom prst="bentConnector2">
            <a:avLst/>
          </a:prstGeom>
          <a:ln w="12600">
            <a:solidFill>
              <a:srgbClr val="b2b2b2"/>
            </a:solidFill>
            <a:miter/>
          </a:ln>
        </p:spPr>
      </p:cxnSp>
      <p:cxnSp>
        <p:nvCxnSpPr>
          <p:cNvPr id="1169" name=""/>
          <p:cNvCxnSpPr>
            <a:stCxn id="1170" idx="1"/>
            <a:endCxn id="1157" idx="2"/>
          </p:cNvCxnSpPr>
          <p:nvPr/>
        </p:nvCxnSpPr>
        <p:spPr>
          <a:xfrm rot="10800000">
            <a:off x="3502800" y="2504520"/>
            <a:ext cx="1248480" cy="533880"/>
          </a:xfrm>
          <a:prstGeom prst="bentConnector2">
            <a:avLst/>
          </a:prstGeom>
          <a:ln w="12600">
            <a:solidFill>
              <a:srgbClr val="b2b2b2"/>
            </a:solidFill>
            <a:miter/>
          </a:ln>
        </p:spPr>
      </p:cxnSp>
      <p:sp>
        <p:nvSpPr>
          <p:cNvPr id="1170" name=""/>
          <p:cNvSpPr/>
          <p:nvPr/>
        </p:nvSpPr>
        <p:spPr>
          <a:xfrm>
            <a:off x="4751280" y="2962440"/>
            <a:ext cx="150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"/>
          <p:cNvSpPr/>
          <p:nvPr/>
        </p:nvSpPr>
        <p:spPr>
          <a:xfrm>
            <a:off x="6935760" y="1895400"/>
            <a:ext cx="2498760" cy="9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Overall project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"/>
          <p:cNvSpPr/>
          <p:nvPr/>
        </p:nvSpPr>
        <p:spPr>
          <a:xfrm>
            <a:off x="6935760" y="2819520"/>
            <a:ext cx="249876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Food industry knowledge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Process re-engineering knowledge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6935760" y="3809880"/>
            <a:ext cx="2498760" cy="9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Coordinate effort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Synthesize findings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Challenge/refine findings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"/>
          <p:cNvSpPr/>
          <p:nvPr/>
        </p:nvSpPr>
        <p:spPr>
          <a:xfrm>
            <a:off x="6935760" y="5105520"/>
            <a:ext cx="24987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Conduct interviews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Conduct analyses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Gather information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6935760" y="1498680"/>
            <a:ext cx="251316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Roles and responsibilities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1. For phases 1 and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99640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marL="324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Sales reps are deemed to be able to estimate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key segmentation indicator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178" name=""/>
          <p:cNvSpPr/>
          <p:nvPr/>
        </p:nvSpPr>
        <p:spPr>
          <a:xfrm>
            <a:off x="4943520" y="1819440"/>
            <a:ext cx="1886040" cy="1828800"/>
          </a:xfrm>
          <a:prstGeom prst="rect">
            <a:avLst/>
          </a:prstGeom>
          <a:noFill/>
          <a:ln w="32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"/>
          <p:cNvSpPr/>
          <p:nvPr/>
        </p:nvSpPr>
        <p:spPr>
          <a:xfrm flipH="1" flipV="1">
            <a:off x="5181480" y="153720"/>
            <a:ext cx="3295440" cy="332964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0800" y="0"/>
                </a:moveTo>
                <a:arcTo wR="10800" hR="10800" stAng="-5400000" swAng="5400000"/>
                <a:lnTo>
                  <a:pt x="10800" y="10800"/>
                </a:lnTo>
                <a:close/>
              </a:path>
              <a:path fill="none" w="21600" h="21600">
                <a:moveTo>
                  <a:pt x="10800" y="0"/>
                </a:moveTo>
                <a:arcTo wR="10800" hR="10800" stAng="-5400000" swAng="5400000"/>
              </a:path>
            </a:pathLst>
          </a:custGeom>
          <a:solidFill>
            <a:srgbClr val="e2e2e2"/>
          </a:solidFill>
          <a:ln w="1908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"/>
          <p:cNvSpPr/>
          <p:nvPr/>
        </p:nvSpPr>
        <p:spPr>
          <a:xfrm>
            <a:off x="3056040" y="1819440"/>
            <a:ext cx="1887480" cy="1828800"/>
          </a:xfrm>
          <a:prstGeom prst="rect">
            <a:avLst/>
          </a:prstGeom>
          <a:noFill/>
          <a:ln w="32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3056040" y="3648240"/>
            <a:ext cx="1887480" cy="1828800"/>
          </a:xfrm>
          <a:prstGeom prst="rect">
            <a:avLst/>
          </a:prstGeom>
          <a:noFill/>
          <a:ln w="32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"/>
          <p:cNvSpPr/>
          <p:nvPr/>
        </p:nvSpPr>
        <p:spPr>
          <a:xfrm>
            <a:off x="4943520" y="3648240"/>
            <a:ext cx="1886040" cy="1828800"/>
          </a:xfrm>
          <a:prstGeom prst="rect">
            <a:avLst/>
          </a:prstGeom>
          <a:noFill/>
          <a:ln w="32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3056040" y="5477040"/>
            <a:ext cx="550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6280200" y="5477040"/>
            <a:ext cx="549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4451400" y="5781600"/>
            <a:ext cx="982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Relevance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2506680" y="5172120"/>
            <a:ext cx="5493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"/>
          <p:cNvSpPr/>
          <p:nvPr/>
        </p:nvSpPr>
        <p:spPr>
          <a:xfrm>
            <a:off x="2506680" y="1819440"/>
            <a:ext cx="549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High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1692360" y="3495600"/>
            <a:ext cx="7081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Estimation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capability of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sales reps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"/>
          <p:cNvSpPr/>
          <p:nvPr/>
        </p:nvSpPr>
        <p:spPr>
          <a:xfrm>
            <a:off x="3503520" y="1451520"/>
            <a:ext cx="2905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Mapping of segmentation indicator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"/>
          <p:cNvSpPr/>
          <p:nvPr/>
        </p:nvSpPr>
        <p:spPr>
          <a:xfrm>
            <a:off x="4943520" y="1819440"/>
            <a:ext cx="1886040" cy="1828800"/>
          </a:xfrm>
          <a:prstGeom prst="rect">
            <a:avLst/>
          </a:prstGeom>
          <a:noFill/>
          <a:ln w="32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"/>
          <p:cNvSpPr/>
          <p:nvPr/>
        </p:nvSpPr>
        <p:spPr>
          <a:xfrm>
            <a:off x="3525840" y="37180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3691080" y="339336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4198680" y="301716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"/>
          <p:cNvSpPr/>
          <p:nvPr/>
        </p:nvSpPr>
        <p:spPr>
          <a:xfrm>
            <a:off x="4387320" y="2104920"/>
            <a:ext cx="140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4683240" y="182556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5052600" y="265752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"/>
          <p:cNvSpPr/>
          <p:nvPr/>
        </p:nvSpPr>
        <p:spPr>
          <a:xfrm>
            <a:off x="5603400" y="184464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"/>
          <p:cNvSpPr/>
          <p:nvPr/>
        </p:nvSpPr>
        <p:spPr>
          <a:xfrm>
            <a:off x="5908680" y="210960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5416560" y="234288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"/>
          <p:cNvSpPr/>
          <p:nvPr/>
        </p:nvSpPr>
        <p:spPr>
          <a:xfrm>
            <a:off x="4401720" y="452124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"/>
          <p:cNvSpPr/>
          <p:nvPr/>
        </p:nvSpPr>
        <p:spPr>
          <a:xfrm>
            <a:off x="4768920" y="4387320"/>
            <a:ext cx="709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"/>
          <p:cNvSpPr/>
          <p:nvPr/>
        </p:nvSpPr>
        <p:spPr>
          <a:xfrm>
            <a:off x="3382920" y="3697200"/>
            <a:ext cx="11124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"/>
          <p:cNvSpPr/>
          <p:nvPr/>
        </p:nvSpPr>
        <p:spPr>
          <a:xfrm>
            <a:off x="4516560" y="4524480"/>
            <a:ext cx="11088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"/>
          <p:cNvSpPr/>
          <p:nvPr/>
        </p:nvSpPr>
        <p:spPr>
          <a:xfrm>
            <a:off x="4046400" y="3051000"/>
            <a:ext cx="112680" cy="1098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"/>
          <p:cNvSpPr/>
          <p:nvPr/>
        </p:nvSpPr>
        <p:spPr>
          <a:xfrm>
            <a:off x="4613400" y="4429080"/>
            <a:ext cx="11268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"/>
          <p:cNvSpPr/>
          <p:nvPr/>
        </p:nvSpPr>
        <p:spPr>
          <a:xfrm>
            <a:off x="3570120" y="3513240"/>
            <a:ext cx="11124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"/>
          <p:cNvSpPr/>
          <p:nvPr/>
        </p:nvSpPr>
        <p:spPr>
          <a:xfrm>
            <a:off x="4227480" y="2136600"/>
            <a:ext cx="11124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"/>
          <p:cNvSpPr/>
          <p:nvPr/>
        </p:nvSpPr>
        <p:spPr>
          <a:xfrm>
            <a:off x="4802040" y="1865160"/>
            <a:ext cx="11124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4892760" y="2685960"/>
            <a:ext cx="11268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"/>
          <p:cNvSpPr/>
          <p:nvPr/>
        </p:nvSpPr>
        <p:spPr>
          <a:xfrm>
            <a:off x="5270400" y="2414520"/>
            <a:ext cx="11124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"/>
          <p:cNvSpPr/>
          <p:nvPr/>
        </p:nvSpPr>
        <p:spPr>
          <a:xfrm>
            <a:off x="5746680" y="2136600"/>
            <a:ext cx="11268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"/>
          <p:cNvSpPr/>
          <p:nvPr/>
        </p:nvSpPr>
        <p:spPr>
          <a:xfrm>
            <a:off x="5459400" y="1865160"/>
            <a:ext cx="112680" cy="108000"/>
          </a:xfrm>
          <a:prstGeom prst="ellipse">
            <a:avLst/>
          </a:prstGeom>
          <a:solidFill>
            <a:srgbClr val="177b57"/>
          </a:solidFill>
          <a:ln w="792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client experience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Better systems needed to optimize new customers hookup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Significant rework and coordination problems would be avoided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>
            <a:off x="450720" y="2266920"/>
            <a:ext cx="106704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Customer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"/>
          <p:cNvSpPr/>
          <p:nvPr/>
        </p:nvSpPr>
        <p:spPr>
          <a:xfrm>
            <a:off x="450720" y="3029040"/>
            <a:ext cx="106704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Technician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"/>
          <p:cNvSpPr/>
          <p:nvPr/>
        </p:nvSpPr>
        <p:spPr>
          <a:xfrm>
            <a:off x="450720" y="3790800"/>
            <a:ext cx="10670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Grid operator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"/>
          <p:cNvSpPr/>
          <p:nvPr/>
        </p:nvSpPr>
        <p:spPr>
          <a:xfrm>
            <a:off x="450720" y="4552920"/>
            <a:ext cx="106704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Sub-contractor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"/>
          <p:cNvSpPr/>
          <p:nvPr/>
        </p:nvSpPr>
        <p:spPr>
          <a:xfrm>
            <a:off x="1649520" y="2266920"/>
            <a:ext cx="1066680" cy="137160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Initial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customer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interest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1571760" y="1504800"/>
            <a:ext cx="1449360" cy="609840"/>
          </a:xfrm>
          <a:custGeom>
            <a:avLst/>
            <a:gdLst>
              <a:gd name="textAreaLeft" fmla="*/ 0 w 1449360"/>
              <a:gd name="textAreaRight" fmla="*/ 1449720 w 144936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Receipt </a:t>
            </a:r>
            <a:br>
              <a:rPr sz="1200"/>
            </a:b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of order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"/>
          <p:cNvSpPr/>
          <p:nvPr/>
        </p:nvSpPr>
        <p:spPr>
          <a:xfrm>
            <a:off x="2792520" y="1504800"/>
            <a:ext cx="1447560" cy="609840"/>
          </a:xfrm>
          <a:custGeom>
            <a:avLst/>
            <a:gdLst>
              <a:gd name="textAreaLeft" fmla="*/ 0 w 1447560"/>
              <a:gd name="textAreaRight" fmla="*/ 1447920 w 144756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Planning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"/>
          <p:cNvSpPr/>
          <p:nvPr/>
        </p:nvSpPr>
        <p:spPr>
          <a:xfrm>
            <a:off x="4011480" y="1504800"/>
            <a:ext cx="1447920" cy="609840"/>
          </a:xfrm>
          <a:custGeom>
            <a:avLst/>
            <a:gdLst>
              <a:gd name="textAreaLeft" fmla="*/ 0 w 1447920"/>
              <a:gd name="textAreaRight" fmla="*/ 1448280 w 144792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Service coordination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"/>
          <p:cNvSpPr/>
          <p:nvPr/>
        </p:nvSpPr>
        <p:spPr>
          <a:xfrm>
            <a:off x="5230800" y="1504800"/>
            <a:ext cx="1447920" cy="609840"/>
          </a:xfrm>
          <a:custGeom>
            <a:avLst/>
            <a:gdLst>
              <a:gd name="textAreaLeft" fmla="*/ 0 w 1447920"/>
              <a:gd name="textAreaRight" fmla="*/ 1448280 w 144792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Hookup,</a:t>
            </a:r>
            <a:br>
              <a:rPr sz="1200"/>
            </a:b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meter </a:t>
            </a:r>
            <a:br>
              <a:rPr sz="1200"/>
            </a:b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installation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"/>
          <p:cNvSpPr/>
          <p:nvPr/>
        </p:nvSpPr>
        <p:spPr>
          <a:xfrm>
            <a:off x="6450120" y="1504800"/>
            <a:ext cx="1449360" cy="609840"/>
          </a:xfrm>
          <a:custGeom>
            <a:avLst/>
            <a:gdLst>
              <a:gd name="textAreaLeft" fmla="*/ 0 w 1449360"/>
              <a:gd name="textAreaRight" fmla="*/ 1449720 w 144936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Documen-tation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"/>
          <p:cNvSpPr/>
          <p:nvPr/>
        </p:nvSpPr>
        <p:spPr>
          <a:xfrm>
            <a:off x="7670880" y="1504800"/>
            <a:ext cx="1447560" cy="609840"/>
          </a:xfrm>
          <a:custGeom>
            <a:avLst/>
            <a:gdLst>
              <a:gd name="textAreaLeft" fmla="*/ 0 w 1447560"/>
              <a:gd name="textAreaRight" fmla="*/ 1447920 w 1447560"/>
              <a:gd name="textAreaTop" fmla="*/ 0 h 609840"/>
              <a:gd name="textAreaBottom" fmla="*/ 610200 h 60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177b57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7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Invoicing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"/>
          <p:cNvSpPr/>
          <p:nvPr/>
        </p:nvSpPr>
        <p:spPr>
          <a:xfrm>
            <a:off x="1649520" y="3790800"/>
            <a:ext cx="106668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Data capture,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creation of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project file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"/>
          <p:cNvSpPr/>
          <p:nvPr/>
        </p:nvSpPr>
        <p:spPr>
          <a:xfrm>
            <a:off x="5307120" y="4552920"/>
            <a:ext cx="457200" cy="6094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Hook-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"/>
          <p:cNvSpPr/>
          <p:nvPr/>
        </p:nvSpPr>
        <p:spPr>
          <a:xfrm>
            <a:off x="5916600" y="4552920"/>
            <a:ext cx="457200" cy="6094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Meter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instal-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"/>
          <p:cNvSpPr/>
          <p:nvPr/>
        </p:nvSpPr>
        <p:spPr>
          <a:xfrm>
            <a:off x="6526080" y="4552920"/>
            <a:ext cx="1068480" cy="6094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Survey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0" name=""/>
          <p:cNvCxnSpPr>
            <a:stCxn id="1231" idx="3"/>
            <a:endCxn id="1227" idx="1"/>
          </p:cNvCxnSpPr>
          <p:nvPr/>
        </p:nvCxnSpPr>
        <p:spPr>
          <a:xfrm>
            <a:off x="5154480" y="4095360"/>
            <a:ext cx="153360" cy="762840"/>
          </a:xfrm>
          <a:prstGeom prst="bentConnector3">
            <a:avLst>
              <a:gd name="adj1" fmla="val 49882"/>
            </a:avLst>
          </a:prstGeom>
          <a:ln w="1260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32" name=""/>
          <p:cNvCxnSpPr>
            <a:stCxn id="1229" idx="3"/>
            <a:endCxn id="1233" idx="1"/>
          </p:cNvCxnSpPr>
          <p:nvPr/>
        </p:nvCxnSpPr>
        <p:spPr>
          <a:xfrm flipV="1">
            <a:off x="7594200" y="4095000"/>
            <a:ext cx="153000" cy="762840"/>
          </a:xfrm>
          <a:prstGeom prst="bentConnector3">
            <a:avLst>
              <a:gd name="adj1" fmla="val 48820"/>
            </a:avLst>
          </a:prstGeom>
          <a:ln w="1260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34" name=""/>
          <p:cNvSpPr/>
          <p:nvPr/>
        </p:nvSpPr>
        <p:spPr>
          <a:xfrm>
            <a:off x="8645400" y="4084560"/>
            <a:ext cx="16848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5" name=""/>
          <p:cNvCxnSpPr>
            <a:stCxn id="1236" idx="3"/>
            <a:endCxn id="1233" idx="3"/>
          </p:cNvCxnSpPr>
          <p:nvPr/>
        </p:nvCxnSpPr>
        <p:spPr>
          <a:xfrm>
            <a:off x="8813880" y="2657160"/>
            <a:ext cx="2160" cy="1438920"/>
          </a:xfrm>
          <a:prstGeom prst="bentConnector3">
            <a:avLst>
              <a:gd name="adj1" fmla="val 14400000"/>
            </a:avLst>
          </a:prstGeom>
          <a:ln w="1260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37" name=""/>
          <p:cNvCxnSpPr>
            <a:stCxn id="1238" idx="0"/>
            <a:endCxn id="1239" idx="3"/>
          </p:cNvCxnSpPr>
          <p:nvPr/>
        </p:nvCxnSpPr>
        <p:spPr>
          <a:xfrm flipV="1" rot="16200000">
            <a:off x="8641800" y="2742480"/>
            <a:ext cx="719640" cy="376920"/>
          </a:xfrm>
          <a:prstGeom prst="bentConnector2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38" name=""/>
          <p:cNvSpPr/>
          <p:nvPr/>
        </p:nvSpPr>
        <p:spPr>
          <a:xfrm>
            <a:off x="9105840" y="3290760"/>
            <a:ext cx="16848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0" name=""/>
          <p:cNvCxnSpPr>
            <a:stCxn id="1238" idx="0"/>
            <a:endCxn id="1238" idx="2"/>
          </p:cNvCxnSpPr>
          <p:nvPr/>
        </p:nvCxnSpPr>
        <p:spPr>
          <a:xfrm>
            <a:off x="9189720" y="3290760"/>
            <a:ext cx="1080" cy="169200"/>
          </a:xfrm>
          <a:prstGeom prst="straightConnector1">
            <a:avLst/>
          </a:prstGeom>
          <a:ln w="9360">
            <a:solidFill>
              <a:srgbClr val="808080"/>
            </a:solidFill>
            <a:miter/>
          </a:ln>
        </p:spPr>
      </p:cxnSp>
      <p:cxnSp>
        <p:nvCxnSpPr>
          <p:cNvPr id="1241" name=""/>
          <p:cNvCxnSpPr>
            <a:stCxn id="1238" idx="2"/>
            <a:endCxn id="1234" idx="3"/>
          </p:cNvCxnSpPr>
          <p:nvPr/>
        </p:nvCxnSpPr>
        <p:spPr>
          <a:xfrm rot="5400000">
            <a:off x="8646480" y="3625560"/>
            <a:ext cx="710280" cy="376920"/>
          </a:xfrm>
          <a:prstGeom prst="bentConnector2">
            <a:avLst/>
          </a:prstGeom>
          <a:ln w="9360">
            <a:solidFill>
              <a:srgbClr val="808080"/>
            </a:solidFill>
            <a:miter/>
          </a:ln>
        </p:spPr>
      </p:cxnSp>
      <p:sp>
        <p:nvSpPr>
          <p:cNvPr id="1233" name=""/>
          <p:cNvSpPr/>
          <p:nvPr/>
        </p:nvSpPr>
        <p:spPr>
          <a:xfrm>
            <a:off x="7746840" y="3790800"/>
            <a:ext cx="106704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Billing of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services,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invoicing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2" name=""/>
          <p:cNvCxnSpPr>
            <a:stCxn id="1228" idx="3"/>
            <a:endCxn id="1229" idx="1"/>
          </p:cNvCxnSpPr>
          <p:nvPr/>
        </p:nvCxnSpPr>
        <p:spPr>
          <a:xfrm>
            <a:off x="6373440" y="4857480"/>
            <a:ext cx="153000" cy="108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43" name=""/>
          <p:cNvCxnSpPr>
            <a:stCxn id="1227" idx="3"/>
            <a:endCxn id="1228" idx="1"/>
          </p:cNvCxnSpPr>
          <p:nvPr/>
        </p:nvCxnSpPr>
        <p:spPr>
          <a:xfrm>
            <a:off x="5763960" y="4857480"/>
            <a:ext cx="153000" cy="108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44" name=""/>
          <p:cNvCxnSpPr>
            <a:stCxn id="1245" idx="3"/>
            <a:endCxn id="1231" idx="1"/>
          </p:cNvCxnSpPr>
          <p:nvPr/>
        </p:nvCxnSpPr>
        <p:spPr>
          <a:xfrm>
            <a:off x="3935160" y="4095360"/>
            <a:ext cx="153000" cy="108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46" name=""/>
          <p:cNvCxnSpPr>
            <a:stCxn id="1226" idx="3"/>
            <a:endCxn id="1245" idx="1"/>
          </p:cNvCxnSpPr>
          <p:nvPr/>
        </p:nvCxnSpPr>
        <p:spPr>
          <a:xfrm>
            <a:off x="2715840" y="4095360"/>
            <a:ext cx="153000" cy="108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47" name=""/>
          <p:cNvCxnSpPr>
            <a:stCxn id="1219" idx="2"/>
            <a:endCxn id="1226" idx="0"/>
          </p:cNvCxnSpPr>
          <p:nvPr/>
        </p:nvCxnSpPr>
        <p:spPr>
          <a:xfrm flipV="1" rot="10800000">
            <a:off x="2181960" y="3638160"/>
            <a:ext cx="1080" cy="15300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48" name=""/>
          <p:cNvCxnSpPr>
            <a:stCxn id="1227" idx="0"/>
            <a:endCxn id="1249" idx="2"/>
          </p:cNvCxnSpPr>
          <p:nvPr/>
        </p:nvCxnSpPr>
        <p:spPr>
          <a:xfrm flipV="1">
            <a:off x="5535360" y="3638160"/>
            <a:ext cx="1080" cy="91512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36" name=""/>
          <p:cNvSpPr/>
          <p:nvPr/>
        </p:nvSpPr>
        <p:spPr>
          <a:xfrm>
            <a:off x="8645400" y="2573280"/>
            <a:ext cx="16848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"/>
          <p:cNvSpPr/>
          <p:nvPr/>
        </p:nvSpPr>
        <p:spPr>
          <a:xfrm>
            <a:off x="5451480" y="3470400"/>
            <a:ext cx="16812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"/>
          <p:cNvSpPr/>
          <p:nvPr/>
        </p:nvSpPr>
        <p:spPr>
          <a:xfrm>
            <a:off x="6060960" y="3470400"/>
            <a:ext cx="16848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51" name=""/>
          <p:cNvCxnSpPr>
            <a:stCxn id="1228" idx="0"/>
            <a:endCxn id="1250" idx="2"/>
          </p:cNvCxnSpPr>
          <p:nvPr/>
        </p:nvCxnSpPr>
        <p:spPr>
          <a:xfrm flipV="1">
            <a:off x="6144840" y="3638160"/>
            <a:ext cx="1080" cy="91512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52" name=""/>
          <p:cNvSpPr/>
          <p:nvPr/>
        </p:nvSpPr>
        <p:spPr>
          <a:xfrm>
            <a:off x="4383000" y="3470400"/>
            <a:ext cx="16848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"/>
          <p:cNvSpPr/>
          <p:nvPr/>
        </p:nvSpPr>
        <p:spPr>
          <a:xfrm>
            <a:off x="4687920" y="3470400"/>
            <a:ext cx="16812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"/>
          <p:cNvSpPr/>
          <p:nvPr/>
        </p:nvSpPr>
        <p:spPr>
          <a:xfrm>
            <a:off x="3160800" y="3470400"/>
            <a:ext cx="16812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"/>
          <p:cNvSpPr/>
          <p:nvPr/>
        </p:nvSpPr>
        <p:spPr>
          <a:xfrm>
            <a:off x="3475080" y="3470400"/>
            <a:ext cx="168120" cy="16812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6680" bIns="76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56" name=""/>
          <p:cNvCxnSpPr>
            <a:stCxn id="1252" idx="2"/>
            <a:endCxn id="1257" idx="0"/>
          </p:cNvCxnSpPr>
          <p:nvPr/>
        </p:nvCxnSpPr>
        <p:spPr>
          <a:xfrm flipV="1" rot="10800000">
            <a:off x="4466520" y="3638160"/>
            <a:ext cx="1080" cy="15300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57" name=""/>
          <p:cNvSpPr/>
          <p:nvPr/>
        </p:nvSpPr>
        <p:spPr>
          <a:xfrm>
            <a:off x="4383000" y="3790800"/>
            <a:ext cx="16848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"/>
          <p:cNvSpPr/>
          <p:nvPr/>
        </p:nvSpPr>
        <p:spPr>
          <a:xfrm>
            <a:off x="4687920" y="3790800"/>
            <a:ext cx="16812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3160800" y="3790800"/>
            <a:ext cx="16812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"/>
          <p:cNvSpPr/>
          <p:nvPr/>
        </p:nvSpPr>
        <p:spPr>
          <a:xfrm>
            <a:off x="3475080" y="3790800"/>
            <a:ext cx="168120" cy="168480"/>
          </a:xfrm>
          <a:prstGeom prst="rect">
            <a:avLst/>
          </a:prstGeom>
          <a:solidFill>
            <a:srgbClr val="e2e2e2"/>
          </a:solidFill>
          <a:ln w="936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77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1" name=""/>
          <p:cNvCxnSpPr>
            <a:stCxn id="1258" idx="0"/>
            <a:endCxn id="1253" idx="2"/>
          </p:cNvCxnSpPr>
          <p:nvPr/>
        </p:nvCxnSpPr>
        <p:spPr>
          <a:xfrm flipV="1">
            <a:off x="4771800" y="3637800"/>
            <a:ext cx="1080" cy="153000"/>
          </a:xfrm>
          <a:prstGeom prst="straightConnector1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62" name=""/>
          <p:cNvCxnSpPr>
            <a:stCxn id="1260" idx="0"/>
            <a:endCxn id="1255" idx="2"/>
          </p:cNvCxnSpPr>
          <p:nvPr/>
        </p:nvCxnSpPr>
        <p:spPr>
          <a:xfrm flipV="1">
            <a:off x="3558960" y="3637800"/>
            <a:ext cx="1080" cy="15300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cxnSp>
        <p:nvCxnSpPr>
          <p:cNvPr id="1263" name=""/>
          <p:cNvCxnSpPr>
            <a:stCxn id="1254" idx="2"/>
            <a:endCxn id="1259" idx="0"/>
          </p:cNvCxnSpPr>
          <p:nvPr/>
        </p:nvCxnSpPr>
        <p:spPr>
          <a:xfrm flipV="1" rot="10800000">
            <a:off x="3243960" y="3638160"/>
            <a:ext cx="1080" cy="153000"/>
          </a:xfrm>
          <a:prstGeom prst="bentConnector2">
            <a:avLst/>
          </a:prstGeom>
          <a:ln w="9360">
            <a:solidFill>
              <a:srgbClr val="808080"/>
            </a:solidFill>
            <a:miter/>
            <a:tailEnd len="med" type="stealth" w="med"/>
          </a:ln>
        </p:spPr>
      </p:cxnSp>
      <p:sp>
        <p:nvSpPr>
          <p:cNvPr id="1264" name=""/>
          <p:cNvSpPr/>
          <p:nvPr/>
        </p:nvSpPr>
        <p:spPr>
          <a:xfrm>
            <a:off x="2868480" y="2266920"/>
            <a:ext cx="1067040" cy="137160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Finalize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contract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"/>
          <p:cNvSpPr/>
          <p:nvPr/>
        </p:nvSpPr>
        <p:spPr>
          <a:xfrm>
            <a:off x="4087800" y="2266920"/>
            <a:ext cx="1066680" cy="137160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Schedule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appointments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"/>
          <p:cNvSpPr/>
          <p:nvPr/>
        </p:nvSpPr>
        <p:spPr>
          <a:xfrm>
            <a:off x="5307120" y="2266920"/>
            <a:ext cx="1066680" cy="137160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Notification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of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completion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"/>
          <p:cNvSpPr/>
          <p:nvPr/>
        </p:nvSpPr>
        <p:spPr>
          <a:xfrm>
            <a:off x="2868480" y="3790800"/>
            <a:ext cx="106704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Technical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planning,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offer writing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"/>
          <p:cNvSpPr/>
          <p:nvPr/>
        </p:nvSpPr>
        <p:spPr>
          <a:xfrm>
            <a:off x="4087800" y="3790800"/>
            <a:ext cx="1066680" cy="60984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Material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planning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"/>
          <p:cNvSpPr/>
          <p:nvPr/>
        </p:nvSpPr>
        <p:spPr>
          <a:xfrm>
            <a:off x="7746840" y="2266920"/>
            <a:ext cx="1067040" cy="6094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Invoice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2409840" y="3108240"/>
            <a:ext cx="830160" cy="98748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Rework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"/>
          <p:cNvSpPr/>
          <p:nvPr/>
        </p:nvSpPr>
        <p:spPr>
          <a:xfrm>
            <a:off x="2676600" y="4327560"/>
            <a:ext cx="1411200" cy="98748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Paper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documentation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"/>
          <p:cNvSpPr/>
          <p:nvPr/>
        </p:nvSpPr>
        <p:spPr>
          <a:xfrm>
            <a:off x="4295880" y="3108240"/>
            <a:ext cx="1411200" cy="83520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Coordination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problems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"/>
          <p:cNvSpPr/>
          <p:nvPr/>
        </p:nvSpPr>
        <p:spPr>
          <a:xfrm>
            <a:off x="5688000" y="3638520"/>
            <a:ext cx="1411200" cy="83520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Paper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documentation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>
            <a:off x="7211880" y="4705200"/>
            <a:ext cx="1413000" cy="76212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Redundant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data storage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8164440" y="2800440"/>
            <a:ext cx="1411200" cy="722160"/>
          </a:xfrm>
          <a:prstGeom prst="irregularSeal1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No link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dc6e00"/>
                </a:solidFill>
                <a:latin typeface="Arial"/>
                <a:ea typeface="宋体"/>
              </a:rPr>
              <a:t>to SAP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title"/>
          </p:nvPr>
        </p:nvSpPr>
        <p:spPr>
          <a:xfrm>
            <a:off x="456840" y="165240"/>
            <a:ext cx="89931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Screened opportunities across four dimensions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274" name=""/>
          <p:cNvSpPr/>
          <p:nvPr/>
        </p:nvSpPr>
        <p:spPr>
          <a:xfrm>
            <a:off x="473040" y="2297160"/>
            <a:ext cx="2070000" cy="6793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Demand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characteristics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"/>
          <p:cNvSpPr/>
          <p:nvPr/>
        </p:nvSpPr>
        <p:spPr>
          <a:xfrm>
            <a:off x="3002040" y="2297160"/>
            <a:ext cx="2100240" cy="6793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Segment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characteristics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"/>
          <p:cNvSpPr/>
          <p:nvPr/>
        </p:nvSpPr>
        <p:spPr>
          <a:xfrm>
            <a:off x="5186520" y="2297160"/>
            <a:ext cx="2098440" cy="6793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Contenders'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assets and capabilities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"/>
          <p:cNvSpPr/>
          <p:nvPr/>
        </p:nvSpPr>
        <p:spPr>
          <a:xfrm>
            <a:off x="7337520" y="2297160"/>
            <a:ext cx="2100240" cy="6793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Client's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assets and capabilities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"/>
          <p:cNvSpPr/>
          <p:nvPr/>
        </p:nvSpPr>
        <p:spPr>
          <a:xfrm>
            <a:off x="463680" y="3062160"/>
            <a:ext cx="210024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are customer needs, how do they vary within segment?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How many potential customers, how much value is created?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"/>
          <p:cNvSpPr/>
          <p:nvPr/>
        </p:nvSpPr>
        <p:spPr>
          <a:xfrm>
            <a:off x="3002040" y="3062160"/>
            <a:ext cx="210024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are the sources of advantage in segment?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Is segment fragmented today but likely to consolidate?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"/>
          <p:cNvSpPr/>
          <p:nvPr/>
        </p:nvSpPr>
        <p:spPr>
          <a:xfrm>
            <a:off x="5186520" y="3062160"/>
            <a:ext cx="209844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Which contenders have leveragable assets?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How well do assets match sources of advantage in segment?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"/>
          <p:cNvSpPr/>
          <p:nvPr/>
        </p:nvSpPr>
        <p:spPr>
          <a:xfrm>
            <a:off x="7337520" y="3062160"/>
            <a:ext cx="210024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What are the leveragable assets?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How well do assets match sources of advantage in segment?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>
            <a:off x="3003480" y="5351400"/>
            <a:ext cx="208116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Generic attractiveness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Key sources of advantage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"/>
          <p:cNvSpPr/>
          <p:nvPr/>
        </p:nvSpPr>
        <p:spPr>
          <a:xfrm>
            <a:off x="7358040" y="5351400"/>
            <a:ext cx="207972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Client specific hurdles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Probability of success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"/>
          <p:cNvSpPr/>
          <p:nvPr/>
        </p:nvSpPr>
        <p:spPr>
          <a:xfrm>
            <a:off x="463680" y="5351400"/>
            <a:ext cx="207936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Potential plays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Size, growth of sub-segments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"/>
          <p:cNvSpPr/>
          <p:nvPr/>
        </p:nvSpPr>
        <p:spPr>
          <a:xfrm>
            <a:off x="5186520" y="5351400"/>
            <a:ext cx="207936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4480" indent="-1144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Specific competitive challenges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"/>
          <p:cNvSpPr/>
          <p:nvPr/>
        </p:nvSpPr>
        <p:spPr>
          <a:xfrm>
            <a:off x="530280" y="2354400"/>
            <a:ext cx="241200" cy="24264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3059280" y="2354400"/>
            <a:ext cx="241200" cy="24264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5243400" y="2354400"/>
            <a:ext cx="241560" cy="24264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7394400" y="2354400"/>
            <a:ext cx="241560" cy="242640"/>
          </a:xfrm>
          <a:prstGeom prst="ellipse">
            <a:avLst/>
          </a:prstGeom>
          <a:solidFill>
            <a:srgbClr val="177b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471600" y="1459800"/>
            <a:ext cx="207144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What are the opportunities?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"/>
          <p:cNvSpPr/>
          <p:nvPr/>
        </p:nvSpPr>
        <p:spPr>
          <a:xfrm>
            <a:off x="3035160" y="1703520"/>
            <a:ext cx="6396120" cy="42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What will drive the winner?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"/>
          <p:cNvSpPr/>
          <p:nvPr/>
        </p:nvSpPr>
        <p:spPr>
          <a:xfrm rot="10800000">
            <a:off x="488880" y="4762080"/>
            <a:ext cx="2054160" cy="26676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480" bIns="4248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"/>
          <p:cNvSpPr/>
          <p:nvPr/>
        </p:nvSpPr>
        <p:spPr>
          <a:xfrm rot="10800000">
            <a:off x="3002040" y="4762080"/>
            <a:ext cx="2054160" cy="26676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480" bIns="4248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"/>
          <p:cNvSpPr/>
          <p:nvPr/>
        </p:nvSpPr>
        <p:spPr>
          <a:xfrm rot="10800000">
            <a:off x="5181120" y="4762080"/>
            <a:ext cx="2054520" cy="26676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480" bIns="4248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 rot="10800000">
            <a:off x="7340760" y="4762080"/>
            <a:ext cx="2054160" cy="26676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2480" bIns="4248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Approach in seven steps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First five steps are in scope of BCG's involvement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3080160" y="6168600"/>
            <a:ext cx="3574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Workshops with sales, GM, pricing, and ABC experts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838080" y="1905120"/>
            <a:ext cx="1830600" cy="167616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1676160"/>
              <a:gd name="textAreaBottom" fmla="*/ 1676520 h 1676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440" y="0"/>
                </a:lnTo>
                <a:lnTo>
                  <a:pt x="21600" y="10800"/>
                </a:lnTo>
                <a:lnTo>
                  <a:pt x="19440" y="21600"/>
                </a:lnTo>
                <a:lnTo>
                  <a:pt x="0" y="21600"/>
                </a:lnTo>
                <a:lnTo>
                  <a:pt x="2160" y="108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Refining 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business issues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2438280" y="1905120"/>
            <a:ext cx="1830600" cy="1676160"/>
          </a:xfrm>
          <a:custGeom>
            <a:avLst/>
            <a:gdLst>
              <a:gd name="textAreaLeft" fmla="*/ 0 w 1830600"/>
              <a:gd name="textAreaRight" fmla="*/ 1830960 w 1830600"/>
              <a:gd name="textAreaTop" fmla="*/ 0 h 1676160"/>
              <a:gd name="textAreaBottom" fmla="*/ 1676520 h 1676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440" y="0"/>
                </a:lnTo>
                <a:lnTo>
                  <a:pt x="21600" y="10800"/>
                </a:lnTo>
                <a:lnTo>
                  <a:pt x="19440" y="21600"/>
                </a:lnTo>
                <a:lnTo>
                  <a:pt x="0" y="21600"/>
                </a:lnTo>
                <a:lnTo>
                  <a:pt x="2160" y="108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Analysis of 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business issues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"/>
          <p:cNvSpPr/>
          <p:nvPr/>
        </p:nvSpPr>
        <p:spPr>
          <a:xfrm>
            <a:off x="5640480" y="1905120"/>
            <a:ext cx="1830240" cy="1676160"/>
          </a:xfrm>
          <a:custGeom>
            <a:avLst/>
            <a:gdLst>
              <a:gd name="textAreaLeft" fmla="*/ 0 w 1830240"/>
              <a:gd name="textAreaRight" fmla="*/ 1830600 w 1830240"/>
              <a:gd name="textAreaTop" fmla="*/ 0 h 1676160"/>
              <a:gd name="textAreaBottom" fmla="*/ 1676520 h 1676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440" y="0"/>
                </a:lnTo>
                <a:lnTo>
                  <a:pt x="21600" y="10800"/>
                </a:lnTo>
                <a:lnTo>
                  <a:pt x="19440" y="21600"/>
                </a:lnTo>
                <a:lnTo>
                  <a:pt x="0" y="21600"/>
                </a:lnTo>
                <a:lnTo>
                  <a:pt x="2160" y="108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5792760" y="2733840"/>
            <a:ext cx="1677960" cy="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"/>
          <p:cNvSpPr/>
          <p:nvPr/>
        </p:nvSpPr>
        <p:spPr>
          <a:xfrm>
            <a:off x="4040280" y="1905120"/>
            <a:ext cx="1828800" cy="1676160"/>
          </a:xfrm>
          <a:custGeom>
            <a:avLst/>
            <a:gdLst>
              <a:gd name="textAreaLeft" fmla="*/ 0 w 1828800"/>
              <a:gd name="textAreaRight" fmla="*/ 1829160 w 1828800"/>
              <a:gd name="textAreaTop" fmla="*/ 0 h 1676160"/>
              <a:gd name="textAreaBottom" fmla="*/ 1676520 h 1676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669" y="0"/>
                </a:lnTo>
                <a:lnTo>
                  <a:pt x="21600" y="10800"/>
                </a:lnTo>
                <a:lnTo>
                  <a:pt x="19669" y="21600"/>
                </a:lnTo>
                <a:lnTo>
                  <a:pt x="0" y="21600"/>
                </a:lnTo>
                <a:lnTo>
                  <a:pt x="1931" y="108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8288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Determine 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business solution 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to issues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"/>
          <p:cNvSpPr/>
          <p:nvPr/>
        </p:nvSpPr>
        <p:spPr>
          <a:xfrm>
            <a:off x="7288200" y="1905120"/>
            <a:ext cx="1830240" cy="1676160"/>
          </a:xfrm>
          <a:custGeom>
            <a:avLst/>
            <a:gdLst>
              <a:gd name="textAreaLeft" fmla="*/ 0 w 1830240"/>
              <a:gd name="textAreaRight" fmla="*/ 1830600 w 1830240"/>
              <a:gd name="textAreaTop" fmla="*/ 0 h 1676160"/>
              <a:gd name="textAreaBottom" fmla="*/ 1676520 h 1676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440" y="0"/>
                </a:lnTo>
                <a:lnTo>
                  <a:pt x="21600" y="10800"/>
                </a:lnTo>
                <a:lnTo>
                  <a:pt x="19440" y="21600"/>
                </a:lnTo>
                <a:lnTo>
                  <a:pt x="0" y="21600"/>
                </a:lnTo>
                <a:lnTo>
                  <a:pt x="2160" y="10800"/>
                </a:lnTo>
                <a:close/>
              </a:path>
            </a:pathLst>
          </a:custGeom>
          <a:noFill/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8211960" y="2733840"/>
            <a:ext cx="906480" cy="847440"/>
          </a:xfrm>
          <a:custGeom>
            <a:avLst/>
            <a:gdLst/>
            <a:ahLst/>
            <a:rect l="l" t="t" r="r" b="b"/>
            <a:pathLst>
              <a:path w="571" h="364">
                <a:moveTo>
                  <a:pt x="0" y="363"/>
                </a:moveTo>
                <a:lnTo>
                  <a:pt x="132" y="1"/>
                </a:lnTo>
                <a:lnTo>
                  <a:pt x="571" y="0"/>
                </a:lnTo>
                <a:lnTo>
                  <a:pt x="460" y="360"/>
                </a:lnTo>
                <a:lnTo>
                  <a:pt x="455" y="364"/>
                </a:lnTo>
                <a:lnTo>
                  <a:pt x="3" y="364"/>
                </a:lnTo>
              </a:path>
            </a:pathLst>
          </a:custGeom>
          <a:noFill/>
          <a:ln w="12600">
            <a:solidFill>
              <a:srgbClr val="b2b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"/>
          <p:cNvSpPr/>
          <p:nvPr/>
        </p:nvSpPr>
        <p:spPr>
          <a:xfrm>
            <a:off x="990720" y="194328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"/>
          <p:cNvSpPr/>
          <p:nvPr/>
        </p:nvSpPr>
        <p:spPr>
          <a:xfrm>
            <a:off x="2592360" y="194328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"/>
          <p:cNvSpPr/>
          <p:nvPr/>
        </p:nvSpPr>
        <p:spPr>
          <a:xfrm>
            <a:off x="4192560" y="194328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7392960" y="1943280"/>
            <a:ext cx="23004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"/>
          <p:cNvSpPr/>
          <p:nvPr/>
        </p:nvSpPr>
        <p:spPr>
          <a:xfrm>
            <a:off x="8537400" y="278136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5869080" y="2066760"/>
            <a:ext cx="1447560" cy="457200"/>
          </a:xfrm>
          <a:prstGeom prst="rect">
            <a:avLst/>
          </a:pr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Determine responsibilities/ functional specs of  systems/apps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"/>
          <p:cNvSpPr/>
          <p:nvPr/>
        </p:nvSpPr>
        <p:spPr>
          <a:xfrm>
            <a:off x="5925960" y="2914560"/>
            <a:ext cx="1295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Pilots of</a:t>
            </a:r>
            <a:br>
              <a:rPr sz="1200"/>
            </a:b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solutions per business issue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7566120" y="2066760"/>
            <a:ext cx="12952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Detail specs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and build applications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"/>
          <p:cNvSpPr/>
          <p:nvPr/>
        </p:nvSpPr>
        <p:spPr>
          <a:xfrm>
            <a:off x="8299440" y="3048120"/>
            <a:ext cx="685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Roll out (phased)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"/>
          <p:cNvSpPr/>
          <p:nvPr/>
        </p:nvSpPr>
        <p:spPr>
          <a:xfrm flipV="1">
            <a:off x="6539040" y="2628720"/>
            <a:ext cx="0" cy="228600"/>
          </a:xfrm>
          <a:prstGeom prst="line">
            <a:avLst/>
          </a:prstGeom>
          <a:ln w="28440">
            <a:solidFill>
              <a:srgbClr val="80808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"/>
          <p:cNvSpPr/>
          <p:nvPr/>
        </p:nvSpPr>
        <p:spPr>
          <a:xfrm>
            <a:off x="1295280" y="1574640"/>
            <a:ext cx="6624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 week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"/>
          <p:cNvSpPr/>
          <p:nvPr/>
        </p:nvSpPr>
        <p:spPr>
          <a:xfrm>
            <a:off x="2911680" y="1574640"/>
            <a:ext cx="909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4–6 weeks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"/>
          <p:cNvSpPr/>
          <p:nvPr/>
        </p:nvSpPr>
        <p:spPr>
          <a:xfrm>
            <a:off x="4454640" y="1574640"/>
            <a:ext cx="909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2–4 weeks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"/>
          <p:cNvSpPr/>
          <p:nvPr/>
        </p:nvSpPr>
        <p:spPr>
          <a:xfrm>
            <a:off x="6172200" y="1574640"/>
            <a:ext cx="909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2–4 weeks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"/>
          <p:cNvSpPr/>
          <p:nvPr/>
        </p:nvSpPr>
        <p:spPr>
          <a:xfrm>
            <a:off x="736560" y="3657600"/>
            <a:ext cx="173052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Interviews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sales, business, pricing, costing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Refine business issues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Review current ABC structure and pricing policies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Understand business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Collect examples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"/>
          <p:cNvSpPr/>
          <p:nvPr/>
        </p:nvSpPr>
        <p:spPr>
          <a:xfrm>
            <a:off x="2438280" y="3657600"/>
            <a:ext cx="16020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Analytical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work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Sales interviews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Model economics based on examples and selected countries/routes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4040280" y="3657600"/>
            <a:ext cx="159048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Discussions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 with sales/business/ pricing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Check with business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"/>
          <p:cNvSpPr/>
          <p:nvPr/>
        </p:nvSpPr>
        <p:spPr>
          <a:xfrm>
            <a:off x="5716440" y="3657600"/>
            <a:ext cx="16002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Select example(s)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 issue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Model 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 parallel, develop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organizational solution and high level functional spec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for ABC improvements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"/>
          <p:cNvSpPr/>
          <p:nvPr/>
        </p:nvSpPr>
        <p:spPr>
          <a:xfrm flipV="1">
            <a:off x="2438280" y="3581280"/>
            <a:ext cx="0" cy="240048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"/>
          <p:cNvSpPr/>
          <p:nvPr/>
        </p:nvSpPr>
        <p:spPr>
          <a:xfrm flipV="1">
            <a:off x="4040280" y="3581280"/>
            <a:ext cx="0" cy="240048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"/>
          <p:cNvSpPr/>
          <p:nvPr/>
        </p:nvSpPr>
        <p:spPr>
          <a:xfrm flipV="1">
            <a:off x="5707080" y="3581280"/>
            <a:ext cx="0" cy="240048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"/>
          <p:cNvSpPr/>
          <p:nvPr/>
        </p:nvSpPr>
        <p:spPr>
          <a:xfrm flipV="1">
            <a:off x="7288200" y="3581280"/>
            <a:ext cx="0" cy="240048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"/>
          <p:cNvSpPr/>
          <p:nvPr/>
        </p:nvSpPr>
        <p:spPr>
          <a:xfrm>
            <a:off x="5792760" y="194328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"/>
          <p:cNvSpPr/>
          <p:nvPr/>
        </p:nvSpPr>
        <p:spPr>
          <a:xfrm>
            <a:off x="5869080" y="2781360"/>
            <a:ext cx="228600" cy="2286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"/>
          <p:cNvSpPr/>
          <p:nvPr/>
        </p:nvSpPr>
        <p:spPr>
          <a:xfrm>
            <a:off x="2363760" y="5896080"/>
            <a:ext cx="150840" cy="152280"/>
          </a:xfrm>
          <a:prstGeom prst="triangle">
            <a:avLst>
              <a:gd name="adj" fmla="val 50000"/>
            </a:avLst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" bIns="396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"/>
          <p:cNvSpPr/>
          <p:nvPr/>
        </p:nvSpPr>
        <p:spPr>
          <a:xfrm>
            <a:off x="3965400" y="5896080"/>
            <a:ext cx="150840" cy="152280"/>
          </a:xfrm>
          <a:prstGeom prst="triangle">
            <a:avLst>
              <a:gd name="adj" fmla="val 50000"/>
            </a:avLst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" bIns="396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"/>
          <p:cNvSpPr/>
          <p:nvPr/>
        </p:nvSpPr>
        <p:spPr>
          <a:xfrm>
            <a:off x="7221600" y="5896080"/>
            <a:ext cx="150840" cy="152280"/>
          </a:xfrm>
          <a:prstGeom prst="triangle">
            <a:avLst>
              <a:gd name="adj" fmla="val 50000"/>
            </a:avLst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" bIns="396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"/>
          <p:cNvSpPr/>
          <p:nvPr/>
        </p:nvSpPr>
        <p:spPr>
          <a:xfrm>
            <a:off x="5630760" y="5896080"/>
            <a:ext cx="150840" cy="152280"/>
          </a:xfrm>
          <a:prstGeom prst="triangle">
            <a:avLst>
              <a:gd name="adj" fmla="val 50000"/>
            </a:avLst>
          </a:prstGeom>
          <a:solidFill>
            <a:srgbClr val="c41300"/>
          </a:solidFill>
          <a:ln w="936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" bIns="396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Sales force best practice along key dimensions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334" name=""/>
          <p:cNvSpPr/>
          <p:nvPr/>
        </p:nvSpPr>
        <p:spPr>
          <a:xfrm>
            <a:off x="3124080" y="1766880"/>
            <a:ext cx="3733920" cy="3733920"/>
          </a:xfrm>
          <a:prstGeom prst="ellipse">
            <a:avLst/>
          </a:prstGeom>
          <a:noFill/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"/>
          <p:cNvSpPr/>
          <p:nvPr/>
        </p:nvSpPr>
        <p:spPr>
          <a:xfrm>
            <a:off x="2666880" y="2452680"/>
            <a:ext cx="144792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Performance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evaluation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"/>
          <p:cNvSpPr/>
          <p:nvPr/>
        </p:nvSpPr>
        <p:spPr>
          <a:xfrm>
            <a:off x="5791320" y="2452680"/>
            <a:ext cx="144756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Organization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"/>
          <p:cNvSpPr/>
          <p:nvPr/>
        </p:nvSpPr>
        <p:spPr>
          <a:xfrm>
            <a:off x="4302000" y="1538280"/>
            <a:ext cx="144936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"/>
          <p:cNvSpPr/>
          <p:nvPr/>
        </p:nvSpPr>
        <p:spPr>
          <a:xfrm>
            <a:off x="4302000" y="5043600"/>
            <a:ext cx="144936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Support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systems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"/>
          <p:cNvSpPr/>
          <p:nvPr/>
        </p:nvSpPr>
        <p:spPr>
          <a:xfrm>
            <a:off x="2666880" y="4052880"/>
            <a:ext cx="144792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Motivation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and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supervision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"/>
          <p:cNvSpPr/>
          <p:nvPr/>
        </p:nvSpPr>
        <p:spPr>
          <a:xfrm>
            <a:off x="5791320" y="4052880"/>
            <a:ext cx="1447560" cy="685800"/>
          </a:xfrm>
          <a:prstGeom prst="ellipse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Recruitment,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Training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"/>
          <p:cNvSpPr/>
          <p:nvPr/>
        </p:nvSpPr>
        <p:spPr>
          <a:xfrm flipV="1">
            <a:off x="3179520" y="3128040"/>
            <a:ext cx="13320" cy="5112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"/>
          <p:cNvSpPr/>
          <p:nvPr/>
        </p:nvSpPr>
        <p:spPr>
          <a:xfrm>
            <a:off x="6407280" y="2416320"/>
            <a:ext cx="34560" cy="3924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7560" bIns="-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"/>
          <p:cNvSpPr/>
          <p:nvPr/>
        </p:nvSpPr>
        <p:spPr>
          <a:xfrm flipV="1">
            <a:off x="4258080" y="1896120"/>
            <a:ext cx="48240" cy="2088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"/>
          <p:cNvSpPr/>
          <p:nvPr/>
        </p:nvSpPr>
        <p:spPr>
          <a:xfrm flipH="1">
            <a:off x="6805080" y="4027680"/>
            <a:ext cx="9720" cy="5184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"/>
          <p:cNvSpPr/>
          <p:nvPr/>
        </p:nvSpPr>
        <p:spPr>
          <a:xfrm flipH="1">
            <a:off x="5743440" y="5324040"/>
            <a:ext cx="48600" cy="1944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27360" bIns="-27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"/>
          <p:cNvSpPr/>
          <p:nvPr/>
        </p:nvSpPr>
        <p:spPr>
          <a:xfrm flipH="1" flipV="1">
            <a:off x="3486240" y="4735440"/>
            <a:ext cx="30960" cy="42120"/>
          </a:xfrm>
          <a:prstGeom prst="line">
            <a:avLst/>
          </a:prstGeom>
          <a:ln w="0">
            <a:solidFill>
              <a:srgbClr val="b2b2b2"/>
            </a:solidFill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Scholm; BCG analysis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"/>
          <p:cNvSpPr/>
          <p:nvPr/>
        </p:nvSpPr>
        <p:spPr>
          <a:xfrm>
            <a:off x="5986440" y="1523880"/>
            <a:ext cx="3462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Clear goals by region, product group for sales, profits, penetration, distribution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Convincing value proposition by product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7156440" y="2363760"/>
            <a:ext cx="2367000" cy="13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Clear definition of coverage of prioritized channels (by whom, how)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Explicit role definition with well defined goals supported by clear planning (e.g., visit routes by territory)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"/>
          <p:cNvSpPr/>
          <p:nvPr/>
        </p:nvSpPr>
        <p:spPr>
          <a:xfrm>
            <a:off x="7156440" y="4043520"/>
            <a:ext cx="2367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Attraction and development of people with strong skills, e.g.,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1303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Personal relations (customer, internal)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1303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Time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1303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Planning, preparation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1303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Selling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130320">
              <a:lnSpc>
                <a:spcPct val="100000"/>
              </a:lnSpc>
              <a:buClr>
                <a:srgbClr val="177b57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Knowledge (product, company, competitors, processes, etc.)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390600" y="2146320"/>
            <a:ext cx="222732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Setting and measurement of concrete goals by salesperson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Taking of corrective action as necessary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"/>
          <p:cNvSpPr/>
          <p:nvPr/>
        </p:nvSpPr>
        <p:spPr>
          <a:xfrm>
            <a:off x="390600" y="3819600"/>
            <a:ext cx="2192400" cy="13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Incentive compensation clearly linked to strategy and motivating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Right span of supervisor control (6–8) with delegated responsibility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Coaching as a priority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"/>
          <p:cNvSpPr/>
          <p:nvPr/>
        </p:nvSpPr>
        <p:spPr>
          <a:xfrm>
            <a:off x="2997360" y="5753160"/>
            <a:ext cx="39081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Focus on maximization of selling time and minimization of administration, travel, etc.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Effective (central) sales force support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8280" indent="-9828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Extensive use of computer support by front 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Best practice indicates that feedback and development should be integrated and embedded within organization (I)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2967120" y="1898640"/>
            <a:ext cx="3959280" cy="3957480"/>
          </a:xfrm>
          <a:prstGeom prst="ellipse">
            <a:avLst/>
          </a:prstGeom>
          <a:noFill/>
          <a:ln w="381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"/>
          <p:cNvSpPr/>
          <p:nvPr/>
        </p:nvSpPr>
        <p:spPr>
          <a:xfrm flipH="1" rot="3343200">
            <a:off x="3281400" y="2230200"/>
            <a:ext cx="1641600" cy="2391120"/>
          </a:xfrm>
          <a:custGeom>
            <a:avLst/>
            <a:gdLst/>
            <a:ahLst/>
            <a:rect l="l" t="t" r="r" b="b"/>
            <a:pathLst>
              <a:path w="648" h="817">
                <a:moveTo>
                  <a:pt x="582" y="21"/>
                </a:moveTo>
                <a:lnTo>
                  <a:pt x="609" y="6"/>
                </a:lnTo>
                <a:lnTo>
                  <a:pt x="312" y="0"/>
                </a:lnTo>
                <a:lnTo>
                  <a:pt x="135" y="190"/>
                </a:lnTo>
                <a:lnTo>
                  <a:pt x="174" y="177"/>
                </a:lnTo>
                <a:lnTo>
                  <a:pt x="182" y="193"/>
                </a:lnTo>
                <a:lnTo>
                  <a:pt x="192" y="214"/>
                </a:lnTo>
                <a:lnTo>
                  <a:pt x="196" y="229"/>
                </a:lnTo>
                <a:lnTo>
                  <a:pt x="199" y="255"/>
                </a:lnTo>
                <a:lnTo>
                  <a:pt x="197" y="286"/>
                </a:lnTo>
                <a:lnTo>
                  <a:pt x="193" y="305"/>
                </a:lnTo>
                <a:lnTo>
                  <a:pt x="184" y="326"/>
                </a:lnTo>
                <a:lnTo>
                  <a:pt x="173" y="346"/>
                </a:lnTo>
                <a:lnTo>
                  <a:pt x="159" y="365"/>
                </a:lnTo>
                <a:lnTo>
                  <a:pt x="143" y="382"/>
                </a:lnTo>
                <a:lnTo>
                  <a:pt x="126" y="395"/>
                </a:lnTo>
                <a:lnTo>
                  <a:pt x="109" y="406"/>
                </a:lnTo>
                <a:lnTo>
                  <a:pt x="81" y="419"/>
                </a:lnTo>
                <a:lnTo>
                  <a:pt x="53" y="429"/>
                </a:lnTo>
                <a:lnTo>
                  <a:pt x="43" y="432"/>
                </a:lnTo>
                <a:lnTo>
                  <a:pt x="136" y="623"/>
                </a:lnTo>
                <a:lnTo>
                  <a:pt x="0" y="816"/>
                </a:lnTo>
                <a:lnTo>
                  <a:pt x="27" y="815"/>
                </a:lnTo>
                <a:lnTo>
                  <a:pt x="55" y="814"/>
                </a:lnTo>
                <a:lnTo>
                  <a:pt x="86" y="810"/>
                </a:lnTo>
                <a:lnTo>
                  <a:pt x="118" y="806"/>
                </a:lnTo>
                <a:lnTo>
                  <a:pt x="149" y="799"/>
                </a:lnTo>
                <a:lnTo>
                  <a:pt x="180" y="792"/>
                </a:lnTo>
                <a:lnTo>
                  <a:pt x="204" y="785"/>
                </a:lnTo>
                <a:lnTo>
                  <a:pt x="230" y="777"/>
                </a:lnTo>
                <a:lnTo>
                  <a:pt x="262" y="766"/>
                </a:lnTo>
                <a:lnTo>
                  <a:pt x="289" y="754"/>
                </a:lnTo>
                <a:lnTo>
                  <a:pt x="315" y="743"/>
                </a:lnTo>
                <a:lnTo>
                  <a:pt x="343" y="728"/>
                </a:lnTo>
                <a:lnTo>
                  <a:pt x="371" y="713"/>
                </a:lnTo>
                <a:lnTo>
                  <a:pt x="394" y="699"/>
                </a:lnTo>
                <a:lnTo>
                  <a:pt x="420" y="680"/>
                </a:lnTo>
                <a:lnTo>
                  <a:pt x="446" y="661"/>
                </a:lnTo>
                <a:lnTo>
                  <a:pt x="469" y="640"/>
                </a:lnTo>
                <a:lnTo>
                  <a:pt x="488" y="623"/>
                </a:lnTo>
                <a:lnTo>
                  <a:pt x="509" y="602"/>
                </a:lnTo>
                <a:lnTo>
                  <a:pt x="525" y="584"/>
                </a:lnTo>
                <a:lnTo>
                  <a:pt x="543" y="562"/>
                </a:lnTo>
                <a:lnTo>
                  <a:pt x="561" y="539"/>
                </a:lnTo>
                <a:lnTo>
                  <a:pt x="574" y="514"/>
                </a:lnTo>
                <a:lnTo>
                  <a:pt x="588" y="492"/>
                </a:lnTo>
                <a:lnTo>
                  <a:pt x="598" y="471"/>
                </a:lnTo>
                <a:lnTo>
                  <a:pt x="612" y="439"/>
                </a:lnTo>
                <a:lnTo>
                  <a:pt x="621" y="414"/>
                </a:lnTo>
                <a:lnTo>
                  <a:pt x="632" y="380"/>
                </a:lnTo>
                <a:lnTo>
                  <a:pt x="639" y="342"/>
                </a:lnTo>
                <a:lnTo>
                  <a:pt x="644" y="308"/>
                </a:lnTo>
                <a:lnTo>
                  <a:pt x="647" y="278"/>
                </a:lnTo>
                <a:lnTo>
                  <a:pt x="647" y="246"/>
                </a:lnTo>
                <a:lnTo>
                  <a:pt x="646" y="220"/>
                </a:lnTo>
                <a:lnTo>
                  <a:pt x="642" y="181"/>
                </a:lnTo>
                <a:lnTo>
                  <a:pt x="632" y="142"/>
                </a:lnTo>
                <a:lnTo>
                  <a:pt x="623" y="108"/>
                </a:lnTo>
                <a:lnTo>
                  <a:pt x="612" y="80"/>
                </a:lnTo>
                <a:lnTo>
                  <a:pt x="602" y="57"/>
                </a:lnTo>
                <a:lnTo>
                  <a:pt x="593" y="39"/>
                </a:lnTo>
                <a:lnTo>
                  <a:pt x="582" y="21"/>
                </a:lnTo>
              </a:path>
            </a:pathLst>
          </a:custGeom>
          <a:solidFill>
            <a:srgbClr val="8ec6a1"/>
          </a:solidFill>
          <a:ln cap="rnd" w="12600">
            <a:solidFill>
              <a:srgbClr val="bcde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"/>
          <p:cNvSpPr/>
          <p:nvPr/>
        </p:nvSpPr>
        <p:spPr>
          <a:xfrm flipH="1" rot="3343200">
            <a:off x="4273560" y="2654640"/>
            <a:ext cx="2881080" cy="1419120"/>
          </a:xfrm>
          <a:custGeom>
            <a:avLst/>
            <a:gdLst/>
            <a:ahLst/>
            <a:rect l="l" t="t" r="r" b="b"/>
            <a:pathLst>
              <a:path w="1137" h="485">
                <a:moveTo>
                  <a:pt x="30" y="240"/>
                </a:moveTo>
                <a:lnTo>
                  <a:pt x="0" y="230"/>
                </a:lnTo>
                <a:lnTo>
                  <a:pt x="143" y="449"/>
                </a:lnTo>
                <a:lnTo>
                  <a:pt x="427" y="484"/>
                </a:lnTo>
                <a:lnTo>
                  <a:pt x="393" y="462"/>
                </a:lnTo>
                <a:lnTo>
                  <a:pt x="405" y="448"/>
                </a:lnTo>
                <a:lnTo>
                  <a:pt x="423" y="430"/>
                </a:lnTo>
                <a:lnTo>
                  <a:pt x="440" y="416"/>
                </a:lnTo>
                <a:lnTo>
                  <a:pt x="462" y="403"/>
                </a:lnTo>
                <a:lnTo>
                  <a:pt x="492" y="390"/>
                </a:lnTo>
                <a:lnTo>
                  <a:pt x="516" y="383"/>
                </a:lnTo>
                <a:lnTo>
                  <a:pt x="540" y="378"/>
                </a:lnTo>
                <a:lnTo>
                  <a:pt x="571" y="376"/>
                </a:lnTo>
                <a:lnTo>
                  <a:pt x="594" y="377"/>
                </a:lnTo>
                <a:lnTo>
                  <a:pt x="614" y="380"/>
                </a:lnTo>
                <a:lnTo>
                  <a:pt x="636" y="385"/>
                </a:lnTo>
                <a:lnTo>
                  <a:pt x="660" y="392"/>
                </a:lnTo>
                <a:lnTo>
                  <a:pt x="690" y="406"/>
                </a:lnTo>
                <a:lnTo>
                  <a:pt x="721" y="427"/>
                </a:lnTo>
                <a:lnTo>
                  <a:pt x="874" y="263"/>
                </a:lnTo>
                <a:lnTo>
                  <a:pt x="1136" y="269"/>
                </a:lnTo>
                <a:lnTo>
                  <a:pt x="1121" y="250"/>
                </a:lnTo>
                <a:lnTo>
                  <a:pt x="1106" y="229"/>
                </a:lnTo>
                <a:lnTo>
                  <a:pt x="1086" y="209"/>
                </a:lnTo>
                <a:lnTo>
                  <a:pt x="1067" y="188"/>
                </a:lnTo>
                <a:lnTo>
                  <a:pt x="1044" y="169"/>
                </a:lnTo>
                <a:lnTo>
                  <a:pt x="1024" y="150"/>
                </a:lnTo>
                <a:lnTo>
                  <a:pt x="1003" y="135"/>
                </a:lnTo>
                <a:lnTo>
                  <a:pt x="981" y="120"/>
                </a:lnTo>
                <a:lnTo>
                  <a:pt x="957" y="104"/>
                </a:lnTo>
                <a:lnTo>
                  <a:pt x="933" y="90"/>
                </a:lnTo>
                <a:lnTo>
                  <a:pt x="903" y="76"/>
                </a:lnTo>
                <a:lnTo>
                  <a:pt x="877" y="63"/>
                </a:lnTo>
                <a:lnTo>
                  <a:pt x="851" y="52"/>
                </a:lnTo>
                <a:lnTo>
                  <a:pt x="819" y="40"/>
                </a:lnTo>
                <a:lnTo>
                  <a:pt x="789" y="30"/>
                </a:lnTo>
                <a:lnTo>
                  <a:pt x="757" y="23"/>
                </a:lnTo>
                <a:lnTo>
                  <a:pt x="726" y="14"/>
                </a:lnTo>
                <a:lnTo>
                  <a:pt x="691" y="9"/>
                </a:lnTo>
                <a:lnTo>
                  <a:pt x="662" y="5"/>
                </a:lnTo>
                <a:lnTo>
                  <a:pt x="639" y="2"/>
                </a:lnTo>
                <a:lnTo>
                  <a:pt x="606" y="0"/>
                </a:lnTo>
                <a:lnTo>
                  <a:pt x="572" y="0"/>
                </a:lnTo>
                <a:lnTo>
                  <a:pt x="541" y="0"/>
                </a:lnTo>
                <a:lnTo>
                  <a:pt x="507" y="2"/>
                </a:lnTo>
                <a:lnTo>
                  <a:pt x="481" y="4"/>
                </a:lnTo>
                <a:lnTo>
                  <a:pt x="445" y="11"/>
                </a:lnTo>
                <a:lnTo>
                  <a:pt x="413" y="16"/>
                </a:lnTo>
                <a:lnTo>
                  <a:pt x="372" y="26"/>
                </a:lnTo>
                <a:lnTo>
                  <a:pt x="332" y="39"/>
                </a:lnTo>
                <a:lnTo>
                  <a:pt x="299" y="50"/>
                </a:lnTo>
                <a:lnTo>
                  <a:pt x="265" y="64"/>
                </a:lnTo>
                <a:lnTo>
                  <a:pt x="231" y="80"/>
                </a:lnTo>
                <a:lnTo>
                  <a:pt x="210" y="92"/>
                </a:lnTo>
                <a:lnTo>
                  <a:pt x="190" y="103"/>
                </a:lnTo>
                <a:lnTo>
                  <a:pt x="168" y="117"/>
                </a:lnTo>
                <a:lnTo>
                  <a:pt x="145" y="133"/>
                </a:lnTo>
                <a:lnTo>
                  <a:pt x="119" y="153"/>
                </a:lnTo>
                <a:lnTo>
                  <a:pt x="97" y="172"/>
                </a:lnTo>
                <a:lnTo>
                  <a:pt x="77" y="191"/>
                </a:lnTo>
                <a:lnTo>
                  <a:pt x="57" y="211"/>
                </a:lnTo>
                <a:lnTo>
                  <a:pt x="44" y="225"/>
                </a:lnTo>
                <a:lnTo>
                  <a:pt x="30" y="240"/>
                </a:lnTo>
              </a:path>
            </a:pathLst>
          </a:custGeom>
          <a:solidFill>
            <a:srgbClr val="e7d475"/>
          </a:solidFill>
          <a:ln cap="rnd" w="12600">
            <a:solidFill>
              <a:srgbClr val="f9ef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"/>
          <p:cNvSpPr/>
          <p:nvPr/>
        </p:nvSpPr>
        <p:spPr>
          <a:xfrm flipH="1" rot="3343200">
            <a:off x="3995640" y="3479400"/>
            <a:ext cx="1934640" cy="2484720"/>
          </a:xfrm>
          <a:custGeom>
            <a:avLst/>
            <a:gdLst/>
            <a:ahLst/>
            <a:rect l="l" t="t" r="r" b="b"/>
            <a:pathLst>
              <a:path w="764" h="850">
                <a:moveTo>
                  <a:pt x="610" y="824"/>
                </a:moveTo>
                <a:lnTo>
                  <a:pt x="611" y="849"/>
                </a:lnTo>
                <a:lnTo>
                  <a:pt x="763" y="635"/>
                </a:lnTo>
                <a:lnTo>
                  <a:pt x="657" y="410"/>
                </a:lnTo>
                <a:lnTo>
                  <a:pt x="654" y="446"/>
                </a:lnTo>
                <a:lnTo>
                  <a:pt x="630" y="445"/>
                </a:lnTo>
                <a:lnTo>
                  <a:pt x="604" y="440"/>
                </a:lnTo>
                <a:lnTo>
                  <a:pt x="582" y="435"/>
                </a:lnTo>
                <a:lnTo>
                  <a:pt x="557" y="425"/>
                </a:lnTo>
                <a:lnTo>
                  <a:pt x="528" y="410"/>
                </a:lnTo>
                <a:lnTo>
                  <a:pt x="510" y="395"/>
                </a:lnTo>
                <a:lnTo>
                  <a:pt x="495" y="382"/>
                </a:lnTo>
                <a:lnTo>
                  <a:pt x="477" y="361"/>
                </a:lnTo>
                <a:lnTo>
                  <a:pt x="464" y="341"/>
                </a:lnTo>
                <a:lnTo>
                  <a:pt x="457" y="326"/>
                </a:lnTo>
                <a:lnTo>
                  <a:pt x="451" y="306"/>
                </a:lnTo>
                <a:lnTo>
                  <a:pt x="447" y="286"/>
                </a:lnTo>
                <a:lnTo>
                  <a:pt x="447" y="258"/>
                </a:lnTo>
                <a:lnTo>
                  <a:pt x="450" y="239"/>
                </a:lnTo>
                <a:lnTo>
                  <a:pt x="454" y="224"/>
                </a:lnTo>
                <a:lnTo>
                  <a:pt x="208" y="198"/>
                </a:lnTo>
                <a:lnTo>
                  <a:pt x="82" y="0"/>
                </a:lnTo>
                <a:lnTo>
                  <a:pt x="69" y="20"/>
                </a:lnTo>
                <a:lnTo>
                  <a:pt x="60" y="40"/>
                </a:lnTo>
                <a:lnTo>
                  <a:pt x="46" y="65"/>
                </a:lnTo>
                <a:lnTo>
                  <a:pt x="35" y="92"/>
                </a:lnTo>
                <a:lnTo>
                  <a:pt x="27" y="117"/>
                </a:lnTo>
                <a:lnTo>
                  <a:pt x="19" y="139"/>
                </a:lnTo>
                <a:lnTo>
                  <a:pt x="12" y="166"/>
                </a:lnTo>
                <a:lnTo>
                  <a:pt x="7" y="186"/>
                </a:lnTo>
                <a:lnTo>
                  <a:pt x="3" y="214"/>
                </a:lnTo>
                <a:lnTo>
                  <a:pt x="2" y="235"/>
                </a:lnTo>
                <a:lnTo>
                  <a:pt x="0" y="264"/>
                </a:lnTo>
                <a:lnTo>
                  <a:pt x="0" y="291"/>
                </a:lnTo>
                <a:lnTo>
                  <a:pt x="3" y="323"/>
                </a:lnTo>
                <a:lnTo>
                  <a:pt x="7" y="347"/>
                </a:lnTo>
                <a:lnTo>
                  <a:pt x="11" y="374"/>
                </a:lnTo>
                <a:lnTo>
                  <a:pt x="19" y="403"/>
                </a:lnTo>
                <a:lnTo>
                  <a:pt x="28" y="430"/>
                </a:lnTo>
                <a:lnTo>
                  <a:pt x="38" y="458"/>
                </a:lnTo>
                <a:lnTo>
                  <a:pt x="48" y="479"/>
                </a:lnTo>
                <a:lnTo>
                  <a:pt x="58" y="498"/>
                </a:lnTo>
                <a:lnTo>
                  <a:pt x="70" y="520"/>
                </a:lnTo>
                <a:lnTo>
                  <a:pt x="85" y="544"/>
                </a:lnTo>
                <a:lnTo>
                  <a:pt x="104" y="571"/>
                </a:lnTo>
                <a:lnTo>
                  <a:pt x="119" y="589"/>
                </a:lnTo>
                <a:lnTo>
                  <a:pt x="139" y="610"/>
                </a:lnTo>
                <a:lnTo>
                  <a:pt x="160" y="634"/>
                </a:lnTo>
                <a:lnTo>
                  <a:pt x="186" y="656"/>
                </a:lnTo>
                <a:lnTo>
                  <a:pt x="218" y="683"/>
                </a:lnTo>
                <a:lnTo>
                  <a:pt x="246" y="702"/>
                </a:lnTo>
                <a:lnTo>
                  <a:pt x="277" y="723"/>
                </a:lnTo>
                <a:lnTo>
                  <a:pt x="305" y="739"/>
                </a:lnTo>
                <a:lnTo>
                  <a:pt x="337" y="755"/>
                </a:lnTo>
                <a:lnTo>
                  <a:pt x="368" y="768"/>
                </a:lnTo>
                <a:lnTo>
                  <a:pt x="411" y="785"/>
                </a:lnTo>
                <a:lnTo>
                  <a:pt x="454" y="798"/>
                </a:lnTo>
                <a:lnTo>
                  <a:pt x="489" y="807"/>
                </a:lnTo>
                <a:lnTo>
                  <a:pt x="523" y="814"/>
                </a:lnTo>
                <a:lnTo>
                  <a:pt x="556" y="818"/>
                </a:lnTo>
                <a:lnTo>
                  <a:pt x="581" y="822"/>
                </a:lnTo>
                <a:lnTo>
                  <a:pt x="610" y="824"/>
                </a:lnTo>
              </a:path>
            </a:pathLst>
          </a:custGeom>
          <a:solidFill>
            <a:srgbClr val="acc6d0"/>
          </a:solidFill>
          <a:ln cap="rnd" w="12600">
            <a:solidFill>
              <a:srgbClr val="d2e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"/>
          <p:cNvSpPr/>
          <p:nvPr/>
        </p:nvSpPr>
        <p:spPr>
          <a:xfrm>
            <a:off x="5162400" y="3178080"/>
            <a:ext cx="1381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Performance planning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"/>
          <p:cNvSpPr/>
          <p:nvPr/>
        </p:nvSpPr>
        <p:spPr>
          <a:xfrm>
            <a:off x="3344760" y="3178080"/>
            <a:ext cx="1379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Performance summary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"/>
          <p:cNvSpPr/>
          <p:nvPr/>
        </p:nvSpPr>
        <p:spPr>
          <a:xfrm>
            <a:off x="4154400" y="4718160"/>
            <a:ext cx="1381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Definition of targets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"/>
          <p:cNvSpPr/>
          <p:nvPr/>
        </p:nvSpPr>
        <p:spPr>
          <a:xfrm>
            <a:off x="4152960" y="1622520"/>
            <a:ext cx="1587600" cy="4597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Ongoing feedback process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"/>
          <p:cNvSpPr/>
          <p:nvPr/>
        </p:nvSpPr>
        <p:spPr>
          <a:xfrm>
            <a:off x="4152960" y="5673600"/>
            <a:ext cx="1587600" cy="4597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Ongoing development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"/>
          <p:cNvSpPr/>
          <p:nvPr/>
        </p:nvSpPr>
        <p:spPr>
          <a:xfrm flipH="1">
            <a:off x="5690880" y="5691960"/>
            <a:ext cx="86400" cy="43200"/>
          </a:xfrm>
          <a:prstGeom prst="line">
            <a:avLst/>
          </a:prstGeom>
          <a:ln w="76320">
            <a:solidFill>
              <a:srgbClr val="b2b2b2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" bIns="-36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 flipV="1">
            <a:off x="4093920" y="2041560"/>
            <a:ext cx="86040" cy="43560"/>
          </a:xfrm>
          <a:prstGeom prst="line">
            <a:avLst/>
          </a:prstGeom>
          <a:ln w="76320">
            <a:solidFill>
              <a:srgbClr val="b2b2b2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" bIns="-324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471240" y="165240"/>
            <a:ext cx="9086760" cy="831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Customer discovery further refines offerings by uncovering overlap between customer needs, supplier capabilities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4718160" y="2562120"/>
            <a:ext cx="749160" cy="1069920"/>
          </a:xfrm>
          <a:custGeom>
            <a:avLst/>
            <a:gdLst/>
            <a:ahLst/>
            <a:rect l="l" t="t" r="r" b="b"/>
            <a:pathLst>
              <a:path w="457" h="674">
                <a:moveTo>
                  <a:pt x="3" y="461"/>
                </a:moveTo>
                <a:cubicBezTo>
                  <a:pt x="1" y="161"/>
                  <a:pt x="228" y="0"/>
                  <a:pt x="228" y="0"/>
                </a:cubicBezTo>
                <a:cubicBezTo>
                  <a:pt x="228" y="0"/>
                  <a:pt x="445" y="141"/>
                  <a:pt x="451" y="464"/>
                </a:cubicBezTo>
                <a:cubicBezTo>
                  <a:pt x="457" y="567"/>
                  <a:pt x="412" y="674"/>
                  <a:pt x="412" y="674"/>
                </a:cubicBezTo>
                <a:cubicBezTo>
                  <a:pt x="412" y="674"/>
                  <a:pt x="234" y="602"/>
                  <a:pt x="42" y="672"/>
                </a:cubicBezTo>
                <a:cubicBezTo>
                  <a:pt x="42" y="672"/>
                  <a:pt x="0" y="572"/>
                  <a:pt x="3" y="461"/>
                </a:cubicBezTo>
                <a:close/>
              </a:path>
            </a:pathLst>
          </a:custGeom>
          <a:solidFill>
            <a:srgbClr val="06c2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"/>
          <p:cNvSpPr/>
          <p:nvPr/>
        </p:nvSpPr>
        <p:spPr>
          <a:xfrm>
            <a:off x="5087880" y="3629160"/>
            <a:ext cx="903240" cy="722160"/>
          </a:xfrm>
          <a:custGeom>
            <a:avLst/>
            <a:gdLst/>
            <a:ahLst/>
            <a:rect l="l" t="t" r="r" b="b"/>
            <a:pathLst>
              <a:path w="552" h="455">
                <a:moveTo>
                  <a:pt x="187" y="0"/>
                </a:moveTo>
                <a:cubicBezTo>
                  <a:pt x="477" y="102"/>
                  <a:pt x="552" y="350"/>
                  <a:pt x="552" y="350"/>
                </a:cubicBezTo>
                <a:cubicBezTo>
                  <a:pt x="552" y="350"/>
                  <a:pt x="261" y="455"/>
                  <a:pt x="0" y="252"/>
                </a:cubicBezTo>
                <a:cubicBezTo>
                  <a:pt x="127" y="146"/>
                  <a:pt x="166" y="56"/>
                  <a:pt x="187" y="0"/>
                </a:cubicBezTo>
                <a:close/>
              </a:path>
            </a:pathLst>
          </a:custGeom>
          <a:solidFill>
            <a:srgbClr val="c41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"/>
          <p:cNvSpPr/>
          <p:nvPr/>
        </p:nvSpPr>
        <p:spPr>
          <a:xfrm>
            <a:off x="1701720" y="3156120"/>
            <a:ext cx="143532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Your assets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Physical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Processes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People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Competitor assets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Physical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Processes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People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"/>
          <p:cNvSpPr/>
          <p:nvPr/>
        </p:nvSpPr>
        <p:spPr>
          <a:xfrm>
            <a:off x="7261200" y="3205080"/>
            <a:ext cx="11556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Profit drivers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"/>
          <p:cNvSpPr/>
          <p:nvPr/>
        </p:nvSpPr>
        <p:spPr>
          <a:xfrm>
            <a:off x="4249800" y="1562040"/>
            <a:ext cx="200664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6c245"/>
                </a:solidFill>
                <a:latin typeface="Arial"/>
                <a:ea typeface="宋体"/>
              </a:rPr>
              <a:t>CLIENT competitive advantage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"/>
          <p:cNvSpPr/>
          <p:nvPr/>
        </p:nvSpPr>
        <p:spPr>
          <a:xfrm>
            <a:off x="3530520" y="2362320"/>
            <a:ext cx="1927440" cy="1866960"/>
          </a:xfrm>
          <a:prstGeom prst="ellipse">
            <a:avLst/>
          </a:prstGeom>
          <a:noFill/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"/>
          <p:cNvSpPr/>
          <p:nvPr/>
        </p:nvSpPr>
        <p:spPr>
          <a:xfrm>
            <a:off x="4722840" y="2362320"/>
            <a:ext cx="1925640" cy="1866960"/>
          </a:xfrm>
          <a:prstGeom prst="ellipse">
            <a:avLst/>
          </a:prstGeom>
          <a:noFill/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"/>
          <p:cNvSpPr/>
          <p:nvPr/>
        </p:nvSpPr>
        <p:spPr>
          <a:xfrm>
            <a:off x="4127400" y="3581280"/>
            <a:ext cx="1925640" cy="1866960"/>
          </a:xfrm>
          <a:prstGeom prst="ellipse">
            <a:avLst/>
          </a:prstGeom>
          <a:noFill/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"/>
          <p:cNvSpPr/>
          <p:nvPr/>
        </p:nvSpPr>
        <p:spPr>
          <a:xfrm>
            <a:off x="3527280" y="3036960"/>
            <a:ext cx="1246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CLIENT's capabilities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"/>
          <p:cNvSpPr/>
          <p:nvPr/>
        </p:nvSpPr>
        <p:spPr>
          <a:xfrm>
            <a:off x="5489640" y="3036960"/>
            <a:ext cx="11142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Customer needs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"/>
          <p:cNvSpPr/>
          <p:nvPr/>
        </p:nvSpPr>
        <p:spPr>
          <a:xfrm>
            <a:off x="4195800" y="4424400"/>
            <a:ext cx="17892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Competitor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capabilities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"/>
          <p:cNvSpPr/>
          <p:nvPr/>
        </p:nvSpPr>
        <p:spPr>
          <a:xfrm>
            <a:off x="2976480" y="3295800"/>
            <a:ext cx="55584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"/>
          <p:cNvSpPr/>
          <p:nvPr/>
        </p:nvSpPr>
        <p:spPr>
          <a:xfrm>
            <a:off x="2976480" y="4583160"/>
            <a:ext cx="115092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"/>
          <p:cNvSpPr/>
          <p:nvPr/>
        </p:nvSpPr>
        <p:spPr>
          <a:xfrm flipH="1">
            <a:off x="6642000" y="3295800"/>
            <a:ext cx="55728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"/>
          <p:cNvSpPr/>
          <p:nvPr/>
        </p:nvSpPr>
        <p:spPr>
          <a:xfrm flipH="1">
            <a:off x="5079960" y="2023920"/>
            <a:ext cx="184320" cy="52416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"/>
          <p:cNvSpPr/>
          <p:nvPr/>
        </p:nvSpPr>
        <p:spPr>
          <a:xfrm flipH="1" flipV="1">
            <a:off x="5998680" y="4181400"/>
            <a:ext cx="438120" cy="30960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"/>
          <p:cNvSpPr/>
          <p:nvPr/>
        </p:nvSpPr>
        <p:spPr>
          <a:xfrm>
            <a:off x="6504120" y="4462560"/>
            <a:ext cx="18828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c41300"/>
                </a:solidFill>
                <a:latin typeface="Arial"/>
                <a:ea typeface="宋体"/>
              </a:rPr>
              <a:t>Competitor advantage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"/>
          <p:cNvSpPr/>
          <p:nvPr/>
        </p:nvSpPr>
        <p:spPr>
          <a:xfrm>
            <a:off x="5813280" y="2602080"/>
            <a:ext cx="114480" cy="110880"/>
          </a:xfrm>
          <a:prstGeom prst="ellipse">
            <a:avLst/>
          </a:prstGeom>
          <a:solidFill>
            <a:srgbClr val="06c245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680" bIns="316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"/>
          <p:cNvSpPr/>
          <p:nvPr/>
        </p:nvSpPr>
        <p:spPr>
          <a:xfrm>
            <a:off x="6524640" y="2314440"/>
            <a:ext cx="15555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New opportunity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"/>
          <p:cNvSpPr/>
          <p:nvPr/>
        </p:nvSpPr>
        <p:spPr>
          <a:xfrm flipH="1">
            <a:off x="5942160" y="2436840"/>
            <a:ext cx="522000" cy="19368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"/>
          <p:cNvSpPr/>
          <p:nvPr/>
        </p:nvSpPr>
        <p:spPr>
          <a:xfrm flipV="1">
            <a:off x="5424480" y="2704680"/>
            <a:ext cx="387360" cy="266760"/>
          </a:xfrm>
          <a:prstGeom prst="line">
            <a:avLst/>
          </a:prstGeom>
          <a:ln w="12600">
            <a:solidFill>
              <a:srgbClr val="808080"/>
            </a:solidFill>
            <a:prstDash val="dash"/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"/>
          <p:cNvSpPr/>
          <p:nvPr/>
        </p:nvSpPr>
        <p:spPr>
          <a:xfrm>
            <a:off x="1982880" y="5776920"/>
            <a:ext cx="594180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Ultimate deliverable: plan for improving customer satisfaction, loyalty, and share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6080" bIns="4608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Prioritize segments through assessment of market attractiveness and relative competitive position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391" name=""/>
          <p:cNvSpPr/>
          <p:nvPr/>
        </p:nvSpPr>
        <p:spPr>
          <a:xfrm>
            <a:off x="1552680" y="2073240"/>
            <a:ext cx="1933560" cy="17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Key criteria for assessing market attractiveness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Market size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Market growth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Industry margins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Price trends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Entry barriers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"/>
          <p:cNvSpPr/>
          <p:nvPr/>
        </p:nvSpPr>
        <p:spPr>
          <a:xfrm>
            <a:off x="3616200" y="4873680"/>
            <a:ext cx="412272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Key criteria for evaluating competitive position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Relative market share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Relative margin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Technological position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"/>
          <p:cNvSpPr/>
          <p:nvPr/>
        </p:nvSpPr>
        <p:spPr>
          <a:xfrm>
            <a:off x="5708520" y="4873680"/>
            <a:ext cx="203040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t">
            <a:noAutofit/>
          </a:bodyPr>
          <a:p>
            <a:pPr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Access to future growth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228600" indent="-11412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Command of key success factors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"/>
          <p:cNvSpPr/>
          <p:nvPr/>
        </p:nvSpPr>
        <p:spPr>
          <a:xfrm>
            <a:off x="3995640" y="1854360"/>
            <a:ext cx="3419640" cy="2557440"/>
          </a:xfrm>
          <a:prstGeom prst="rect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"/>
          <p:cNvSpPr/>
          <p:nvPr/>
        </p:nvSpPr>
        <p:spPr>
          <a:xfrm flipV="1" rot="5400000">
            <a:off x="6145560" y="136440"/>
            <a:ext cx="2558160" cy="341604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0800" y="0"/>
                </a:moveTo>
                <a:arcTo wR="10800" hR="10800" stAng="-5400000" swAng="5400000"/>
                <a:lnTo>
                  <a:pt x="10800" y="10800"/>
                </a:lnTo>
                <a:close/>
              </a:path>
              <a:path fill="none" w="21600" h="21600">
                <a:moveTo>
                  <a:pt x="10800" y="0"/>
                </a:moveTo>
                <a:arcTo wR="10800" hR="10800" stAng="-5400000" swAng="5400000"/>
              </a:path>
            </a:pathLst>
          </a:custGeom>
          <a:solidFill>
            <a:srgbClr val="06c245"/>
          </a:solidFill>
          <a:ln w="1260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4280" rIns="44280" tIns="90360" bIns="9036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"/>
          <p:cNvSpPr/>
          <p:nvPr/>
        </p:nvSpPr>
        <p:spPr>
          <a:xfrm flipV="1" rot="16200000">
            <a:off x="2717280" y="2703240"/>
            <a:ext cx="2555280" cy="341964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0800" y="0"/>
                </a:moveTo>
                <a:arcTo wR="10800" hR="10800" stAng="-5400000" swAng="5400000"/>
                <a:lnTo>
                  <a:pt x="10800" y="10800"/>
                </a:lnTo>
                <a:close/>
              </a:path>
              <a:path fill="none" w="21600" h="21600">
                <a:moveTo>
                  <a:pt x="10800" y="0"/>
                </a:moveTo>
                <a:arcTo wR="10800" hR="10800" stAng="-5400000" swAng="5400000"/>
              </a:path>
            </a:pathLst>
          </a:custGeom>
          <a:solidFill>
            <a:srgbClr val="c41300"/>
          </a:solidFill>
          <a:ln w="1260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4280" rIns="44280" tIns="90360" bIns="90360" anchor="ctr" anchorCtr="1" vert="eaVert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"/>
          <p:cNvSpPr/>
          <p:nvPr/>
        </p:nvSpPr>
        <p:spPr>
          <a:xfrm flipV="1">
            <a:off x="5707080" y="1846080"/>
            <a:ext cx="0" cy="256212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"/>
          <p:cNvSpPr/>
          <p:nvPr/>
        </p:nvSpPr>
        <p:spPr>
          <a:xfrm>
            <a:off x="3994200" y="3133800"/>
            <a:ext cx="3430440" cy="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"/>
          <p:cNvSpPr/>
          <p:nvPr/>
        </p:nvSpPr>
        <p:spPr>
          <a:xfrm flipV="1">
            <a:off x="3481560" y="1847880"/>
            <a:ext cx="372960" cy="261792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 rot="10800000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"/>
          <p:cNvSpPr/>
          <p:nvPr/>
        </p:nvSpPr>
        <p:spPr>
          <a:xfrm flipH="1" flipV="1" rot="5400000">
            <a:off x="5564160" y="3004200"/>
            <a:ext cx="277560" cy="3322800"/>
          </a:xfrm>
          <a:prstGeom prst="triangle">
            <a:avLst>
              <a:gd name="adj" fmla="val 50000"/>
            </a:avLst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4280" rIns="44280" tIns="90360" bIns="90360" anchor="ctr" anchorCtr="1" vert="eaVert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"/>
          <p:cNvSpPr/>
          <p:nvPr/>
        </p:nvSpPr>
        <p:spPr>
          <a:xfrm>
            <a:off x="4211640" y="2282760"/>
            <a:ext cx="11588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ctr">
            <a:spAutoFit/>
          </a:bodyPr>
          <a:p>
            <a:pPr algn="ctr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"Develop"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"/>
          <p:cNvSpPr/>
          <p:nvPr/>
        </p:nvSpPr>
        <p:spPr>
          <a:xfrm>
            <a:off x="4281480" y="3695760"/>
            <a:ext cx="10177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ctr">
            <a:spAutoFit/>
          </a:bodyPr>
          <a:p>
            <a:pPr algn="ctr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宋体"/>
              </a:rPr>
              <a:t>"Divest?"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"/>
          <p:cNvSpPr/>
          <p:nvPr/>
        </p:nvSpPr>
        <p:spPr>
          <a:xfrm>
            <a:off x="5846760" y="3605400"/>
            <a:ext cx="1436760" cy="4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ctr">
            <a:spAutoFit/>
          </a:bodyPr>
          <a:p>
            <a:pPr algn="ctr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"Keep opportunistic"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"/>
          <p:cNvSpPr/>
          <p:nvPr/>
        </p:nvSpPr>
        <p:spPr>
          <a:xfrm>
            <a:off x="5915160" y="2281320"/>
            <a:ext cx="13017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0600" rIns="71280" tIns="60480" bIns="60480" anchor="ctr">
            <a:spAutoFit/>
          </a:bodyPr>
          <a:p>
            <a:pPr algn="ctr">
              <a:lnSpc>
                <a:spcPct val="90000"/>
              </a:lnSpc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宋体"/>
              </a:rPr>
              <a:t>"Accelerate"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Approach toward channel orchestration focused on optimizing trade-off between cost and effectiveness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406" name=""/>
          <p:cNvSpPr/>
          <p:nvPr/>
        </p:nvSpPr>
        <p:spPr>
          <a:xfrm>
            <a:off x="455760" y="1367640"/>
            <a:ext cx="411300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Cost relation more favorable with</a:t>
            </a:r>
            <a:br>
              <a:rPr sz="1600"/>
            </a:b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channel orchestration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"/>
          <p:cNvSpPr/>
          <p:nvPr/>
        </p:nvSpPr>
        <p:spPr>
          <a:xfrm>
            <a:off x="5337000" y="1367640"/>
            <a:ext cx="4113360" cy="670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Key principles to elaborate</a:t>
            </a:r>
            <a:br>
              <a:rPr sz="1600"/>
            </a:b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channels orchestration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"/>
          <p:cNvSpPr/>
          <p:nvPr/>
        </p:nvSpPr>
        <p:spPr>
          <a:xfrm>
            <a:off x="5337000" y="2038320"/>
            <a:ext cx="411336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Focus on most attractive clients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Eliminate low potential clients from portfolio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Define clear rules of allocation and migration across channels according to potential and actual revenues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Optimize utilization of resources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Adequate capability and cost of resources according to task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Re-evaluate channel mix according to segment potential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Optimization of interaction between channels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Clear rules and processes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Elimination of duplicities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Re-evaluate compensation metrics, aligning them with operational goals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casework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"/>
          <p:cNvSpPr/>
          <p:nvPr/>
        </p:nvSpPr>
        <p:spPr>
          <a:xfrm flipV="1" rot="10800000">
            <a:off x="1168200" y="5418000"/>
            <a:ext cx="3322440" cy="333360"/>
          </a:xfrm>
          <a:prstGeom prst="rtTriangle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"/>
          <p:cNvSpPr/>
          <p:nvPr/>
        </p:nvSpPr>
        <p:spPr>
          <a:xfrm flipH="1" rot="16200000">
            <a:off x="-593280" y="3724200"/>
            <a:ext cx="2786040" cy="344520"/>
          </a:xfrm>
          <a:prstGeom prst="rtTriangle">
            <a:avLst/>
          </a:pr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"/>
          <p:cNvSpPr/>
          <p:nvPr/>
        </p:nvSpPr>
        <p:spPr>
          <a:xfrm>
            <a:off x="4210200" y="5500800"/>
            <a:ext cx="198360" cy="19188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>
            <a:off x="684360" y="5041800"/>
            <a:ext cx="198360" cy="19224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"/>
          <p:cNvSpPr/>
          <p:nvPr/>
        </p:nvSpPr>
        <p:spPr>
          <a:xfrm>
            <a:off x="1225440" y="5500800"/>
            <a:ext cx="198720" cy="19188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"/>
          <p:cNvSpPr/>
          <p:nvPr/>
        </p:nvSpPr>
        <p:spPr>
          <a:xfrm flipH="1" rot="16200000">
            <a:off x="705600" y="2567880"/>
            <a:ext cx="192240" cy="196560"/>
          </a:xfrm>
          <a:prstGeom prst="ellipse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"/>
          <p:cNvSpPr/>
          <p:nvPr/>
        </p:nvSpPr>
        <p:spPr>
          <a:xfrm>
            <a:off x="490320" y="2095560"/>
            <a:ext cx="610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Channel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"/>
          <p:cNvSpPr/>
          <p:nvPr/>
        </p:nvSpPr>
        <p:spPr>
          <a:xfrm>
            <a:off x="2055240" y="5865840"/>
            <a:ext cx="1498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Clients potential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Channel effectiveness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"/>
          <p:cNvSpPr/>
          <p:nvPr/>
        </p:nvSpPr>
        <p:spPr>
          <a:xfrm>
            <a:off x="1168560" y="2503440"/>
            <a:ext cx="3321000" cy="2779920"/>
          </a:xfrm>
          <a:prstGeom prst="rect">
            <a:avLst/>
          </a:prstGeom>
          <a:solidFill>
            <a:srgbClr val="e2e2e2"/>
          </a:solidFill>
          <a:ln w="936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"/>
          <p:cNvSpPr/>
          <p:nvPr/>
        </p:nvSpPr>
        <p:spPr>
          <a:xfrm rot="19021200">
            <a:off x="1277640" y="3228480"/>
            <a:ext cx="3201840" cy="1401840"/>
          </a:xfrm>
          <a:prstGeom prst="ellipse">
            <a:avLst/>
          </a:prstGeom>
          <a:noFill/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"/>
          <p:cNvSpPr/>
          <p:nvPr/>
        </p:nvSpPr>
        <p:spPr>
          <a:xfrm>
            <a:off x="1285920" y="4732200"/>
            <a:ext cx="877680" cy="42732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Call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center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"/>
          <p:cNvSpPr/>
          <p:nvPr/>
        </p:nvSpPr>
        <p:spPr>
          <a:xfrm>
            <a:off x="3521160" y="2590920"/>
            <a:ext cx="877680" cy="426960"/>
          </a:xfrm>
          <a:prstGeom prst="ellipse">
            <a:avLst/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Sales rep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"/>
          <p:cNvSpPr/>
          <p:nvPr/>
        </p:nvSpPr>
        <p:spPr>
          <a:xfrm>
            <a:off x="1422360" y="2728800"/>
            <a:ext cx="933480" cy="463680"/>
          </a:xfrm>
          <a:prstGeom prst="wedgeRectCallout">
            <a:avLst>
              <a:gd name="adj1" fmla="val 53333"/>
              <a:gd name="adj2" fmla="val 84245"/>
            </a:avLst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Current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"/>
          <p:cNvSpPr/>
          <p:nvPr/>
        </p:nvSpPr>
        <p:spPr>
          <a:xfrm>
            <a:off x="3335400" y="4619520"/>
            <a:ext cx="1060560" cy="463680"/>
          </a:xfrm>
          <a:prstGeom prst="wedgeRectCallout">
            <a:avLst>
              <a:gd name="adj1" fmla="val -38425"/>
              <a:gd name="adj2" fmla="val -93833"/>
            </a:avLst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Channel orchestration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"/>
          <p:cNvSpPr/>
          <p:nvPr/>
        </p:nvSpPr>
        <p:spPr>
          <a:xfrm rot="2502600">
            <a:off x="2472840" y="3678120"/>
            <a:ext cx="901800" cy="338400"/>
          </a:xfrm>
          <a:prstGeom prst="rightArrow">
            <a:avLst>
              <a:gd name="adj1" fmla="val 50000"/>
              <a:gd name="adj2" fmla="val 66622"/>
            </a:avLst>
          </a:prstGeom>
          <a:solidFill>
            <a:srgbClr val="b2b2b2"/>
          </a:solidFill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Five steps to superior portfolio management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426" name=""/>
          <p:cNvSpPr/>
          <p:nvPr/>
        </p:nvSpPr>
        <p:spPr>
          <a:xfrm>
            <a:off x="8296920" y="73080"/>
            <a:ext cx="1143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d4d4d"/>
                </a:solidFill>
                <a:latin typeface="Arial"/>
                <a:ea typeface="宋体"/>
              </a:rPr>
              <a:t>Portfolio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"/>
          <p:cNvSpPr/>
          <p:nvPr/>
        </p:nvSpPr>
        <p:spPr>
          <a:xfrm>
            <a:off x="550800" y="1515960"/>
            <a:ext cx="7450200" cy="45108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Set baseline—understand corporate context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"/>
          <p:cNvSpPr/>
          <p:nvPr/>
        </p:nvSpPr>
        <p:spPr>
          <a:xfrm>
            <a:off x="550800" y="5535720"/>
            <a:ext cx="7450200" cy="450720"/>
          </a:xfrm>
          <a:prstGeom prst="rect">
            <a:avLst/>
          </a:pr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 strategy—reshape portfolio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"/>
          <p:cNvSpPr/>
          <p:nvPr/>
        </p:nvSpPr>
        <p:spPr>
          <a:xfrm flipV="1">
            <a:off x="2290680" y="1631880"/>
            <a:ext cx="216000" cy="2160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"/>
          <p:cNvSpPr/>
          <p:nvPr/>
        </p:nvSpPr>
        <p:spPr>
          <a:xfrm flipV="1">
            <a:off x="2592360" y="5650920"/>
            <a:ext cx="216000" cy="21564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8310600" y="1601640"/>
            <a:ext cx="1143000" cy="27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Execution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"/>
          <p:cNvSpPr/>
          <p:nvPr/>
        </p:nvSpPr>
        <p:spPr>
          <a:xfrm>
            <a:off x="8413920" y="1936800"/>
            <a:ext cx="938160" cy="41256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77b57"/>
                </a:solidFill>
                <a:latin typeface="Arial"/>
                <a:ea typeface="宋体"/>
              </a:rPr>
              <a:t>Turnaround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8413920" y="2747880"/>
            <a:ext cx="938160" cy="41292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77b57"/>
                </a:solidFill>
                <a:latin typeface="Arial"/>
                <a:ea typeface="宋体"/>
              </a:rPr>
              <a:t>Growth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"/>
          <p:cNvSpPr/>
          <p:nvPr/>
        </p:nvSpPr>
        <p:spPr>
          <a:xfrm>
            <a:off x="8413920" y="3559320"/>
            <a:ext cx="938160" cy="41256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77b57"/>
                </a:solidFill>
                <a:latin typeface="Arial"/>
                <a:ea typeface="宋体"/>
              </a:rPr>
              <a:t>Acquisition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8413920" y="4370400"/>
            <a:ext cx="938160" cy="41256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77b57"/>
                </a:solidFill>
                <a:latin typeface="Arial"/>
                <a:ea typeface="宋体"/>
              </a:rPr>
              <a:t>Divestiture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"/>
          <p:cNvSpPr/>
          <p:nvPr/>
        </p:nvSpPr>
        <p:spPr>
          <a:xfrm>
            <a:off x="8413920" y="5183280"/>
            <a:ext cx="938160" cy="41256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77b57"/>
                </a:solidFill>
                <a:latin typeface="Arial"/>
                <a:ea typeface="宋体"/>
              </a:rPr>
              <a:t>Innovation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841320" y="2709720"/>
            <a:ext cx="1860480" cy="2065320"/>
          </a:xfrm>
          <a:prstGeom prst="rect">
            <a:avLst/>
          </a:prstGeom>
          <a:solidFill>
            <a:srgbClr val="e7d475"/>
          </a:solidFill>
          <a:ln w="12600">
            <a:solidFill>
              <a:srgbClr val="e7d4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"/>
          <p:cNvSpPr/>
          <p:nvPr/>
        </p:nvSpPr>
        <p:spPr>
          <a:xfrm>
            <a:off x="-87480" y="3746520"/>
            <a:ext cx="1854000" cy="206316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0782" y="0"/>
                </a:moveTo>
                <a:arcTo wR="10800" hR="10800" stAng="-5405606" swAng="5405606"/>
                <a:lnTo>
                  <a:pt x="10800" y="10800"/>
                </a:lnTo>
                <a:close/>
              </a:path>
              <a:path fill="none" w="21600" h="21600">
                <a:moveTo>
                  <a:pt x="10782" y="0"/>
                </a:moveTo>
                <a:arcTo wR="10800" hR="10800" stAng="-5405606" swAng="5405606"/>
              </a:path>
            </a:pathLst>
          </a:custGeom>
          <a:solidFill>
            <a:srgbClr val="c41300"/>
          </a:solidFill>
          <a:ln w="12600">
            <a:solidFill>
              <a:srgbClr val="c41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"/>
          <p:cNvSpPr/>
          <p:nvPr/>
        </p:nvSpPr>
        <p:spPr>
          <a:xfrm rot="10800000">
            <a:off x="1774800" y="1676880"/>
            <a:ext cx="1863360" cy="2057040"/>
          </a:xfrm>
          <a:custGeom>
            <a:avLst/>
            <a:gdLst/>
            <a:ahLst/>
            <a:rect l="l" t="t" r="r" b="b"/>
            <a:pathLst>
              <a:path stroke="0" w="21600" h="21600">
                <a:moveTo>
                  <a:pt x="10800" y="0"/>
                </a:moveTo>
                <a:arcTo wR="10800" hR="10800" stAng="-5400000" swAng="5400000"/>
                <a:lnTo>
                  <a:pt x="10800" y="10800"/>
                </a:lnTo>
                <a:close/>
              </a:path>
              <a:path fill="none" w="21600" h="21600">
                <a:moveTo>
                  <a:pt x="10800" y="0"/>
                </a:moveTo>
                <a:arcTo wR="10800" hR="10800" stAng="-5400000" swAng="5400000"/>
              </a:path>
            </a:pathLst>
          </a:custGeom>
          <a:solidFill>
            <a:srgbClr val="06c245"/>
          </a:solidFill>
          <a:ln w="12600">
            <a:solidFill>
              <a:srgbClr val="06c24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"/>
          <p:cNvSpPr/>
          <p:nvPr/>
        </p:nvSpPr>
        <p:spPr>
          <a:xfrm rot="16200000">
            <a:off x="-19800" y="3650760"/>
            <a:ext cx="14486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Market attractiveness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"/>
          <p:cNvSpPr/>
          <p:nvPr/>
        </p:nvSpPr>
        <p:spPr>
          <a:xfrm>
            <a:off x="1086480" y="4813200"/>
            <a:ext cx="13723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Competitive position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"/>
          <p:cNvSpPr/>
          <p:nvPr/>
        </p:nvSpPr>
        <p:spPr>
          <a:xfrm>
            <a:off x="1771560" y="2706840"/>
            <a:ext cx="0" cy="2071440"/>
          </a:xfrm>
          <a:prstGeom prst="line">
            <a:avLst/>
          </a:prstGeom>
          <a:ln w="1260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843120" y="3741840"/>
            <a:ext cx="1858680" cy="0"/>
          </a:xfrm>
          <a:prstGeom prst="line">
            <a:avLst/>
          </a:prstGeom>
          <a:ln w="1260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"/>
          <p:cNvSpPr/>
          <p:nvPr/>
        </p:nvSpPr>
        <p:spPr>
          <a:xfrm rot="16200000">
            <a:off x="5679360" y="3645000"/>
            <a:ext cx="5248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ctr">
              <a:lnSpc>
                <a:spcPct val="9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Logic fit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"/>
          <p:cNvSpPr/>
          <p:nvPr/>
        </p:nvSpPr>
        <p:spPr>
          <a:xfrm flipV="1" rot="10800000">
            <a:off x="6617520" y="4831560"/>
            <a:ext cx="8128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ctr">
              <a:lnSpc>
                <a:spcPct val="9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Parenting fit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"/>
          <p:cNvSpPr/>
          <p:nvPr/>
        </p:nvSpPr>
        <p:spPr>
          <a:xfrm>
            <a:off x="6086520" y="2711520"/>
            <a:ext cx="1859040" cy="20620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"/>
          <p:cNvSpPr/>
          <p:nvPr/>
        </p:nvSpPr>
        <p:spPr>
          <a:xfrm>
            <a:off x="6086520" y="2705040"/>
            <a:ext cx="1859040" cy="2071800"/>
          </a:xfrm>
          <a:prstGeom prst="rect">
            <a:avLst/>
          </a:prstGeom>
          <a:solidFill>
            <a:srgbClr val="ffffff"/>
          </a:solidFill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"/>
          <p:cNvSpPr/>
          <p:nvPr/>
        </p:nvSpPr>
        <p:spPr>
          <a:xfrm>
            <a:off x="7020000" y="2703600"/>
            <a:ext cx="0" cy="207792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 anchorCtr="1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"/>
          <p:cNvSpPr/>
          <p:nvPr/>
        </p:nvSpPr>
        <p:spPr>
          <a:xfrm>
            <a:off x="6086520" y="3740040"/>
            <a:ext cx="1861920" cy="0"/>
          </a:xfrm>
          <a:prstGeom prst="line">
            <a:avLst/>
          </a:prstGeom>
          <a:ln w="126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-44280" bIns="-44280" anchor="ctr" anchorCtr="1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"/>
          <p:cNvSpPr/>
          <p:nvPr/>
        </p:nvSpPr>
        <p:spPr>
          <a:xfrm>
            <a:off x="6435720" y="3065400"/>
            <a:ext cx="274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 anchorCtr="1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"/>
          <p:cNvSpPr/>
          <p:nvPr/>
        </p:nvSpPr>
        <p:spPr>
          <a:xfrm>
            <a:off x="7350120" y="4129200"/>
            <a:ext cx="274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t" anchorCtr="1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52" name=""/>
          <p:cNvGrpSpPr/>
          <p:nvPr/>
        </p:nvGrpSpPr>
        <p:grpSpPr>
          <a:xfrm>
            <a:off x="3007800" y="3564000"/>
            <a:ext cx="1011600" cy="940680"/>
            <a:chOff x="3007800" y="3564000"/>
            <a:chExt cx="1011600" cy="940680"/>
          </a:xfrm>
        </p:grpSpPr>
        <p:grpSp>
          <p:nvGrpSpPr>
            <p:cNvPr id="1453" name=""/>
            <p:cNvGrpSpPr/>
            <p:nvPr/>
          </p:nvGrpSpPr>
          <p:grpSpPr>
            <a:xfrm>
              <a:off x="3007800" y="3564000"/>
              <a:ext cx="1011600" cy="940680"/>
              <a:chOff x="3007800" y="3564000"/>
              <a:chExt cx="1011600" cy="940680"/>
            </a:xfrm>
          </p:grpSpPr>
          <p:sp>
            <p:nvSpPr>
              <p:cNvPr id="1454" name=""/>
              <p:cNvSpPr/>
              <p:nvPr/>
            </p:nvSpPr>
            <p:spPr>
              <a:xfrm>
                <a:off x="3007800" y="3564000"/>
                <a:ext cx="1011600" cy="94068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61" y="1846"/>
                    </a:moveTo>
                    <a:arcTo wR="10800" hR="10800" stAng="-7439829" swAng="4017192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61" y="1846"/>
                    </a:moveTo>
                    <a:arcTo wR="10800" hR="10800" stAng="-7439829" swAng="4017192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5" name=""/>
              <p:cNvSpPr/>
              <p:nvPr/>
            </p:nvSpPr>
            <p:spPr>
              <a:xfrm>
                <a:off x="3259080" y="3804480"/>
                <a:ext cx="503640" cy="46692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48" y="1855"/>
                    </a:moveTo>
                    <a:arcTo wR="10800" hR="10800" stAng="-7444866" swAng="4014921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48" y="1855"/>
                    </a:moveTo>
                    <a:arcTo wR="10800" hR="10800" stAng="-7444866" swAng="4014921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6" name=""/>
              <p:cNvSpPr/>
              <p:nvPr/>
            </p:nvSpPr>
            <p:spPr>
              <a:xfrm>
                <a:off x="3231000" y="3648240"/>
                <a:ext cx="135360" cy="19188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7" name=""/>
              <p:cNvSpPr/>
              <p:nvPr/>
            </p:nvSpPr>
            <p:spPr>
              <a:xfrm flipH="1">
                <a:off x="3644640" y="3639600"/>
                <a:ext cx="147600" cy="19872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58" name=""/>
            <p:cNvSpPr/>
            <p:nvPr/>
          </p:nvSpPr>
          <p:spPr>
            <a:xfrm>
              <a:off x="3508920" y="3565080"/>
              <a:ext cx="0" cy="23508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9" name=""/>
          <p:cNvSpPr/>
          <p:nvPr/>
        </p:nvSpPr>
        <p:spPr>
          <a:xfrm>
            <a:off x="3510000" y="3360600"/>
            <a:ext cx="1131840" cy="79560"/>
          </a:xfrm>
          <a:custGeom>
            <a:avLst/>
            <a:gdLst/>
            <a:ahLst/>
            <a:rect l="l" t="t" r="r" b="b"/>
            <a:pathLst>
              <a:path w="3305" h="129">
                <a:moveTo>
                  <a:pt x="0" y="128"/>
                </a:moveTo>
                <a:lnTo>
                  <a:pt x="0" y="0"/>
                </a:lnTo>
                <a:lnTo>
                  <a:pt x="3304" y="0"/>
                </a:lnTo>
                <a:lnTo>
                  <a:pt x="3304" y="128"/>
                </a:lnTo>
              </a:path>
            </a:pathLst>
          </a:custGeom>
          <a:noFill/>
          <a:ln cap="rnd" w="1260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"/>
          <p:cNvSpPr/>
          <p:nvPr/>
        </p:nvSpPr>
        <p:spPr>
          <a:xfrm flipV="1">
            <a:off x="3510000" y="3569760"/>
            <a:ext cx="0" cy="228600"/>
          </a:xfrm>
          <a:prstGeom prst="line">
            <a:avLst/>
          </a:prstGeom>
          <a:ln w="12600">
            <a:solidFill>
              <a:srgbClr val="4d4d4d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"/>
          <p:cNvSpPr/>
          <p:nvPr/>
        </p:nvSpPr>
        <p:spPr>
          <a:xfrm>
            <a:off x="4638600" y="3565440"/>
            <a:ext cx="0" cy="241560"/>
          </a:xfrm>
          <a:prstGeom prst="line">
            <a:avLst/>
          </a:prstGeom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2" name=""/>
          <p:cNvGrpSpPr/>
          <p:nvPr/>
        </p:nvGrpSpPr>
        <p:grpSpPr>
          <a:xfrm>
            <a:off x="4135680" y="3562200"/>
            <a:ext cx="1006200" cy="944280"/>
            <a:chOff x="4135680" y="3562200"/>
            <a:chExt cx="1006200" cy="944280"/>
          </a:xfrm>
        </p:grpSpPr>
        <p:sp>
          <p:nvSpPr>
            <p:cNvPr id="1463" name=""/>
            <p:cNvSpPr/>
            <p:nvPr/>
          </p:nvSpPr>
          <p:spPr>
            <a:xfrm>
              <a:off x="4135680" y="3562200"/>
              <a:ext cx="1006200" cy="94428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4767" y="1842"/>
                  </a:moveTo>
                  <a:arcTo wR="10800" hR="10800" stAng="-7437470" swAng="4015736"/>
                  <a:lnTo>
                    <a:pt x="10800" y="10800"/>
                  </a:lnTo>
                  <a:close/>
                </a:path>
                <a:path fill="none" w="21600" h="21600">
                  <a:moveTo>
                    <a:pt x="4767" y="1842"/>
                  </a:moveTo>
                  <a:arcTo wR="10800" hR="10800" stAng="-7437470" swAng="4015736"/>
                </a:path>
              </a:pathLst>
            </a:custGeom>
            <a:noFill/>
            <a:ln cap="rnd"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4" name=""/>
            <p:cNvSpPr/>
            <p:nvPr/>
          </p:nvSpPr>
          <p:spPr>
            <a:xfrm>
              <a:off x="4385520" y="3803760"/>
              <a:ext cx="501120" cy="46908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4748" y="1855"/>
                  </a:moveTo>
                  <a:arcTo wR="10800" hR="10800" stAng="-7444866" swAng="4014921"/>
                  <a:lnTo>
                    <a:pt x="10800" y="10800"/>
                  </a:lnTo>
                  <a:close/>
                </a:path>
                <a:path fill="none" w="21600" h="21600">
                  <a:moveTo>
                    <a:pt x="4748" y="1855"/>
                  </a:moveTo>
                  <a:arcTo wR="10800" hR="10800" stAng="-7444866" swAng="4014921"/>
                </a:path>
              </a:pathLst>
            </a:custGeom>
            <a:noFill/>
            <a:ln cap="rnd"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5" name=""/>
            <p:cNvSpPr/>
            <p:nvPr/>
          </p:nvSpPr>
          <p:spPr>
            <a:xfrm>
              <a:off x="4357800" y="3646800"/>
              <a:ext cx="135000" cy="19260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6" name=""/>
            <p:cNvSpPr/>
            <p:nvPr/>
          </p:nvSpPr>
          <p:spPr>
            <a:xfrm flipH="1">
              <a:off x="4768920" y="3638160"/>
              <a:ext cx="147240" cy="19944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67" name=""/>
          <p:cNvSpPr/>
          <p:nvPr/>
        </p:nvSpPr>
        <p:spPr>
          <a:xfrm>
            <a:off x="4641840" y="3641760"/>
            <a:ext cx="270000" cy="166680"/>
          </a:xfrm>
          <a:custGeom>
            <a:avLst/>
            <a:gdLst/>
            <a:ahLst/>
            <a:rect l="l" t="t" r="r" b="b"/>
            <a:pathLst>
              <a:path w="271" h="134">
                <a:moveTo>
                  <a:pt x="0" y="134"/>
                </a:moveTo>
                <a:lnTo>
                  <a:pt x="271" y="0"/>
                </a:lnTo>
              </a:path>
            </a:pathLst>
          </a:custGeom>
          <a:noFill/>
          <a:ln w="12600">
            <a:solidFill>
              <a:srgbClr val="4d4d4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"/>
          <p:cNvSpPr/>
          <p:nvPr/>
        </p:nvSpPr>
        <p:spPr>
          <a:xfrm>
            <a:off x="4006800" y="2892600"/>
            <a:ext cx="0" cy="241200"/>
          </a:xfrm>
          <a:prstGeom prst="line">
            <a:avLst/>
          </a:prstGeom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9" name=""/>
          <p:cNvGrpSpPr/>
          <p:nvPr/>
        </p:nvGrpSpPr>
        <p:grpSpPr>
          <a:xfrm>
            <a:off x="3501360" y="2889360"/>
            <a:ext cx="1009440" cy="944280"/>
            <a:chOff x="3501360" y="2889360"/>
            <a:chExt cx="1009440" cy="944280"/>
          </a:xfrm>
        </p:grpSpPr>
        <p:sp>
          <p:nvSpPr>
            <p:cNvPr id="1470" name=""/>
            <p:cNvSpPr/>
            <p:nvPr/>
          </p:nvSpPr>
          <p:spPr>
            <a:xfrm>
              <a:off x="3501360" y="2889360"/>
              <a:ext cx="1009440" cy="94428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4767" y="1842"/>
                  </a:moveTo>
                  <a:arcTo wR="10800" hR="10800" stAng="-7437470" swAng="4015736"/>
                  <a:lnTo>
                    <a:pt x="10800" y="10800"/>
                  </a:lnTo>
                  <a:close/>
                </a:path>
                <a:path fill="none" w="21600" h="21600">
                  <a:moveTo>
                    <a:pt x="4767" y="1842"/>
                  </a:moveTo>
                  <a:arcTo wR="10800" hR="10800" stAng="-7437470" swAng="4015736"/>
                </a:path>
              </a:pathLst>
            </a:custGeom>
            <a:noFill/>
            <a:ln cap="rnd"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1" name=""/>
            <p:cNvSpPr/>
            <p:nvPr/>
          </p:nvSpPr>
          <p:spPr>
            <a:xfrm>
              <a:off x="3751920" y="3130920"/>
              <a:ext cx="502200" cy="469080"/>
            </a:xfrm>
            <a:custGeom>
              <a:avLst/>
              <a:gdLst/>
              <a:ahLst/>
              <a:rect l="l" t="t" r="r" b="b"/>
              <a:pathLst>
                <a:path stroke="0" w="21600" h="21600">
                  <a:moveTo>
                    <a:pt x="4748" y="1855"/>
                  </a:moveTo>
                  <a:arcTo wR="10800" hR="10800" stAng="-7444866" swAng="4014921"/>
                  <a:lnTo>
                    <a:pt x="10800" y="10800"/>
                  </a:lnTo>
                  <a:close/>
                </a:path>
                <a:path fill="none" w="21600" h="21600">
                  <a:moveTo>
                    <a:pt x="4748" y="1855"/>
                  </a:moveTo>
                  <a:arcTo wR="10800" hR="10800" stAng="-7444866" swAng="4014921"/>
                </a:path>
              </a:pathLst>
            </a:custGeom>
            <a:noFill/>
            <a:ln cap="rnd"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2" name=""/>
            <p:cNvSpPr/>
            <p:nvPr/>
          </p:nvSpPr>
          <p:spPr>
            <a:xfrm>
              <a:off x="3724200" y="2973960"/>
              <a:ext cx="135360" cy="19260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3" name=""/>
            <p:cNvSpPr/>
            <p:nvPr/>
          </p:nvSpPr>
          <p:spPr>
            <a:xfrm flipH="1">
              <a:off x="4137120" y="2965320"/>
              <a:ext cx="147600" cy="19944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74" name=""/>
          <p:cNvSpPr/>
          <p:nvPr/>
        </p:nvSpPr>
        <p:spPr>
          <a:xfrm>
            <a:off x="4010040" y="2968560"/>
            <a:ext cx="270000" cy="166680"/>
          </a:xfrm>
          <a:custGeom>
            <a:avLst/>
            <a:gdLst/>
            <a:ahLst/>
            <a:rect l="l" t="t" r="r" b="b"/>
            <a:pathLst>
              <a:path w="271" h="134">
                <a:moveTo>
                  <a:pt x="0" y="134"/>
                </a:moveTo>
                <a:lnTo>
                  <a:pt x="271" y="0"/>
                </a:lnTo>
              </a:path>
            </a:pathLst>
          </a:custGeom>
          <a:noFill/>
          <a:ln w="12600">
            <a:solidFill>
              <a:srgbClr val="4d4d4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4016520" y="3214800"/>
            <a:ext cx="0" cy="142920"/>
          </a:xfrm>
          <a:prstGeom prst="line">
            <a:avLst/>
          </a:prstGeom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 anchorCtr="1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6" name=""/>
          <p:cNvGraphicFramePr/>
          <p:nvPr/>
        </p:nvGraphicFramePr>
        <p:xfrm>
          <a:off x="3157560" y="3906720"/>
          <a:ext cx="944640" cy="91440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grpSp>
        <p:nvGrpSpPr>
          <p:cNvPr id="1477" name=""/>
          <p:cNvGrpSpPr/>
          <p:nvPr/>
        </p:nvGrpSpPr>
        <p:grpSpPr>
          <a:xfrm>
            <a:off x="4205160" y="3889440"/>
            <a:ext cx="876600" cy="131400"/>
            <a:chOff x="4205160" y="3889440"/>
            <a:chExt cx="876600" cy="131400"/>
          </a:xfrm>
        </p:grpSpPr>
        <p:sp>
          <p:nvSpPr>
            <p:cNvPr id="1478" name=""/>
            <p:cNvSpPr/>
            <p:nvPr/>
          </p:nvSpPr>
          <p:spPr>
            <a:xfrm>
              <a:off x="4643640" y="3889440"/>
              <a:ext cx="0" cy="4176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040" bIns="-504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9" name=""/>
            <p:cNvSpPr/>
            <p:nvPr/>
          </p:nvSpPr>
          <p:spPr>
            <a:xfrm>
              <a:off x="4205160" y="3935160"/>
              <a:ext cx="876600" cy="85680"/>
            </a:xfrm>
            <a:custGeom>
              <a:avLst/>
              <a:gdLst/>
              <a:ahLst/>
              <a:rect l="l" t="t" r="r" b="b"/>
              <a:pathLst>
                <a:path w="1909" h="129">
                  <a:moveTo>
                    <a:pt x="0" y="128"/>
                  </a:moveTo>
                  <a:lnTo>
                    <a:pt x="0" y="0"/>
                  </a:lnTo>
                  <a:lnTo>
                    <a:pt x="1908" y="0"/>
                  </a:lnTo>
                  <a:lnTo>
                    <a:pt x="1908" y="128"/>
                  </a:lnTo>
                </a:path>
              </a:pathLst>
            </a:custGeom>
            <a:noFill/>
            <a:ln cap="rnd" w="12600">
              <a:solidFill>
                <a:srgbClr val="4d4d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0" name=""/>
          <p:cNvGrpSpPr/>
          <p:nvPr/>
        </p:nvGrpSpPr>
        <p:grpSpPr>
          <a:xfrm>
            <a:off x="3699720" y="4143240"/>
            <a:ext cx="1009440" cy="944280"/>
            <a:chOff x="3699720" y="4143240"/>
            <a:chExt cx="1009440" cy="944280"/>
          </a:xfrm>
        </p:grpSpPr>
        <p:grpSp>
          <p:nvGrpSpPr>
            <p:cNvPr id="1481" name=""/>
            <p:cNvGrpSpPr/>
            <p:nvPr/>
          </p:nvGrpSpPr>
          <p:grpSpPr>
            <a:xfrm>
              <a:off x="3699720" y="4143240"/>
              <a:ext cx="1009440" cy="944280"/>
              <a:chOff x="3699720" y="4143240"/>
              <a:chExt cx="1009440" cy="944280"/>
            </a:xfrm>
          </p:grpSpPr>
          <p:sp>
            <p:nvSpPr>
              <p:cNvPr id="1482" name=""/>
              <p:cNvSpPr/>
              <p:nvPr/>
            </p:nvSpPr>
            <p:spPr>
              <a:xfrm>
                <a:off x="3699720" y="4143240"/>
                <a:ext cx="1009440" cy="94428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67" y="1842"/>
                    </a:moveTo>
                    <a:arcTo wR="10800" hR="10800" stAng="-7437470" swAng="4015736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67" y="1842"/>
                    </a:moveTo>
                    <a:arcTo wR="10800" hR="10800" stAng="-7437470" swAng="4015736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83" name=""/>
              <p:cNvSpPr/>
              <p:nvPr/>
            </p:nvSpPr>
            <p:spPr>
              <a:xfrm>
                <a:off x="3950280" y="4384800"/>
                <a:ext cx="502200" cy="46908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48" y="1855"/>
                    </a:moveTo>
                    <a:arcTo wR="10800" hR="10800" stAng="-7444866" swAng="4014921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48" y="1855"/>
                    </a:moveTo>
                    <a:arcTo wR="10800" hR="10800" stAng="-7444866" swAng="4014921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84" name=""/>
              <p:cNvSpPr/>
              <p:nvPr/>
            </p:nvSpPr>
            <p:spPr>
              <a:xfrm>
                <a:off x="3922560" y="4227840"/>
                <a:ext cx="135360" cy="19260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85" name=""/>
              <p:cNvSpPr/>
              <p:nvPr/>
            </p:nvSpPr>
            <p:spPr>
              <a:xfrm flipH="1">
                <a:off x="4335480" y="4219200"/>
                <a:ext cx="147600" cy="19944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86" name=""/>
            <p:cNvSpPr/>
            <p:nvPr/>
          </p:nvSpPr>
          <p:spPr>
            <a:xfrm>
              <a:off x="4204440" y="4145040"/>
              <a:ext cx="0" cy="23472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87" name=""/>
          <p:cNvSpPr/>
          <p:nvPr/>
        </p:nvSpPr>
        <p:spPr>
          <a:xfrm flipV="1">
            <a:off x="4205160" y="4165560"/>
            <a:ext cx="166680" cy="216000"/>
          </a:xfrm>
          <a:prstGeom prst="line">
            <a:avLst/>
          </a:prstGeom>
          <a:ln w="12600">
            <a:solidFill>
              <a:srgbClr val="4d4d4d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88" name=""/>
          <p:cNvGrpSpPr/>
          <p:nvPr/>
        </p:nvGrpSpPr>
        <p:grpSpPr>
          <a:xfrm>
            <a:off x="4588920" y="4143240"/>
            <a:ext cx="1010160" cy="944280"/>
            <a:chOff x="4588920" y="4143240"/>
            <a:chExt cx="1010160" cy="944280"/>
          </a:xfrm>
        </p:grpSpPr>
        <p:grpSp>
          <p:nvGrpSpPr>
            <p:cNvPr id="1489" name=""/>
            <p:cNvGrpSpPr/>
            <p:nvPr/>
          </p:nvGrpSpPr>
          <p:grpSpPr>
            <a:xfrm>
              <a:off x="4588920" y="4143240"/>
              <a:ext cx="1010160" cy="944280"/>
              <a:chOff x="4588920" y="4143240"/>
              <a:chExt cx="1010160" cy="944280"/>
            </a:xfrm>
          </p:grpSpPr>
          <p:sp>
            <p:nvSpPr>
              <p:cNvPr id="1490" name=""/>
              <p:cNvSpPr/>
              <p:nvPr/>
            </p:nvSpPr>
            <p:spPr>
              <a:xfrm>
                <a:off x="4588920" y="4143240"/>
                <a:ext cx="1010160" cy="94428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67" y="1842"/>
                    </a:moveTo>
                    <a:arcTo wR="10800" hR="10800" stAng="-7437470" swAng="4015736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67" y="1842"/>
                    </a:moveTo>
                    <a:arcTo wR="10800" hR="10800" stAng="-7437470" swAng="4015736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91" name=""/>
              <p:cNvSpPr/>
              <p:nvPr/>
            </p:nvSpPr>
            <p:spPr>
              <a:xfrm>
                <a:off x="4839480" y="4384800"/>
                <a:ext cx="502200" cy="469080"/>
              </a:xfrm>
              <a:custGeom>
                <a:avLst/>
                <a:gdLst/>
                <a:ahLst/>
                <a:rect l="l" t="t" r="r" b="b"/>
                <a:pathLst>
                  <a:path stroke="0" w="21600" h="21600">
                    <a:moveTo>
                      <a:pt x="4748" y="1855"/>
                    </a:moveTo>
                    <a:arcTo wR="10800" hR="10800" stAng="-7444866" swAng="4014921"/>
                    <a:lnTo>
                      <a:pt x="10800" y="10800"/>
                    </a:lnTo>
                    <a:close/>
                  </a:path>
                  <a:path fill="none" w="21600" h="21600">
                    <a:moveTo>
                      <a:pt x="4748" y="1855"/>
                    </a:moveTo>
                    <a:arcTo wR="10800" hR="10800" stAng="-7444866" swAng="4014921"/>
                  </a:path>
                </a:pathLst>
              </a:custGeom>
              <a:noFill/>
              <a:ln cap="rnd"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9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92" name=""/>
              <p:cNvSpPr/>
              <p:nvPr/>
            </p:nvSpPr>
            <p:spPr>
              <a:xfrm>
                <a:off x="4811760" y="4227840"/>
                <a:ext cx="135360" cy="19260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93" name=""/>
              <p:cNvSpPr/>
              <p:nvPr/>
            </p:nvSpPr>
            <p:spPr>
              <a:xfrm flipH="1">
                <a:off x="5224680" y="4219200"/>
                <a:ext cx="147600" cy="199440"/>
              </a:xfrm>
              <a:prstGeom prst="line">
                <a:avLst/>
              </a:prstGeom>
              <a:ln w="12600">
                <a:solidFill>
                  <a:srgbClr val="4d4d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494" name=""/>
            <p:cNvSpPr/>
            <p:nvPr/>
          </p:nvSpPr>
          <p:spPr>
            <a:xfrm>
              <a:off x="5093640" y="4145040"/>
              <a:ext cx="0" cy="234720"/>
            </a:xfrm>
            <a:prstGeom prst="line">
              <a:avLst/>
            </a:prstGeom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5" name=""/>
          <p:cNvSpPr/>
          <p:nvPr/>
        </p:nvSpPr>
        <p:spPr>
          <a:xfrm flipV="1">
            <a:off x="5091120" y="4149720"/>
            <a:ext cx="125280" cy="241200"/>
          </a:xfrm>
          <a:prstGeom prst="line">
            <a:avLst/>
          </a:prstGeom>
          <a:ln w="12600">
            <a:solidFill>
              <a:srgbClr val="4d4d4d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"/>
          <p:cNvSpPr/>
          <p:nvPr/>
        </p:nvSpPr>
        <p:spPr>
          <a:xfrm>
            <a:off x="3271680" y="3956040"/>
            <a:ext cx="422280" cy="42840"/>
          </a:xfrm>
          <a:prstGeom prst="line">
            <a:avLst/>
          </a:prstGeom>
          <a:ln w="12600">
            <a:solidFill>
              <a:srgbClr val="4d4d4d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 flipV="1">
            <a:off x="3317760" y="4016520"/>
            <a:ext cx="0" cy="426960"/>
          </a:xfrm>
          <a:prstGeom prst="line">
            <a:avLst/>
          </a:prstGeom>
          <a:ln w="936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98" name=""/>
          <p:cNvGraphicFramePr/>
          <p:nvPr/>
        </p:nvGraphicFramePr>
        <p:xfrm>
          <a:off x="4365720" y="2722680"/>
          <a:ext cx="942840" cy="91440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sp>
        <p:nvSpPr>
          <p:cNvPr id="1499" name=""/>
          <p:cNvSpPr/>
          <p:nvPr/>
        </p:nvSpPr>
        <p:spPr>
          <a:xfrm flipH="1">
            <a:off x="4351320" y="3184560"/>
            <a:ext cx="558720" cy="0"/>
          </a:xfrm>
          <a:prstGeom prst="line">
            <a:avLst/>
          </a:prstGeom>
          <a:ln w="936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"/>
          <p:cNvSpPr/>
          <p:nvPr/>
        </p:nvSpPr>
        <p:spPr>
          <a:xfrm flipV="1">
            <a:off x="4459320" y="2776680"/>
            <a:ext cx="0" cy="480960"/>
          </a:xfrm>
          <a:prstGeom prst="line">
            <a:avLst/>
          </a:prstGeom>
          <a:ln w="936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 flipV="1">
            <a:off x="4508640" y="2776680"/>
            <a:ext cx="303120" cy="217440"/>
          </a:xfrm>
          <a:prstGeom prst="line">
            <a:avLst/>
          </a:prstGeom>
          <a:ln w="12600">
            <a:solidFill>
              <a:srgbClr val="4d4d4d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"/>
          <p:cNvSpPr/>
          <p:nvPr/>
        </p:nvSpPr>
        <p:spPr>
          <a:xfrm>
            <a:off x="5784840" y="2044800"/>
            <a:ext cx="2216160" cy="27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Ownership fit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 flipV="1">
            <a:off x="5845320" y="2054160"/>
            <a:ext cx="215640" cy="2160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>
            <a:off x="3165480" y="2044800"/>
            <a:ext cx="2216160" cy="27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Value fit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"/>
          <p:cNvSpPr/>
          <p:nvPr/>
        </p:nvSpPr>
        <p:spPr>
          <a:xfrm flipV="1">
            <a:off x="3233880" y="2054160"/>
            <a:ext cx="215640" cy="2160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"/>
          <p:cNvSpPr/>
          <p:nvPr/>
        </p:nvSpPr>
        <p:spPr>
          <a:xfrm>
            <a:off x="550800" y="2044800"/>
            <a:ext cx="2212920" cy="274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46800" bIns="46800" anchor="b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Strategic fit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 flipV="1">
            <a:off x="619200" y="2054160"/>
            <a:ext cx="216000" cy="21600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08" name=""/>
          <p:cNvGraphicFramePr/>
          <p:nvPr/>
        </p:nvGraphicFramePr>
        <p:xfrm>
          <a:off x="4829040" y="4597560"/>
          <a:ext cx="944640" cy="914400"/>
        </p:xfrm>
        <a:graphic>
          <a:graphicData uri="http://schemas.openxmlformats.org/presentationml/2006/ole">
            <p:oleObj r:id="rId3" spid="">
              <p:embed/>
            </p:oleObj>
          </a:graphicData>
        </a:graphic>
      </p:graphicFrame>
      <p:graphicFrame>
        <p:nvGraphicFramePr>
          <p:cNvPr id="1509" name=""/>
          <p:cNvGraphicFramePr/>
          <p:nvPr/>
        </p:nvGraphicFramePr>
        <p:xfrm>
          <a:off x="3895560" y="4597560"/>
          <a:ext cx="943200" cy="914400"/>
        </p:xfrm>
        <a:graphic>
          <a:graphicData uri="http://schemas.openxmlformats.org/presentationml/2006/ole">
            <p:oleObj r:id="rId4" spid="">
              <p:embed/>
            </p:oleObj>
          </a:graphicData>
        </a:graphic>
      </p:graphicFrame>
      <p:sp>
        <p:nvSpPr>
          <p:cNvPr id="1510" name=""/>
          <p:cNvSpPr/>
          <p:nvPr/>
        </p:nvSpPr>
        <p:spPr>
          <a:xfrm flipV="1">
            <a:off x="4167360" y="4621320"/>
            <a:ext cx="0" cy="512640"/>
          </a:xfrm>
          <a:prstGeom prst="line">
            <a:avLst/>
          </a:prstGeom>
          <a:ln w="936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 flipV="1">
            <a:off x="5049720" y="4617720"/>
            <a:ext cx="0" cy="514440"/>
          </a:xfrm>
          <a:prstGeom prst="line">
            <a:avLst/>
          </a:prstGeom>
          <a:ln w="9360">
            <a:solidFill>
              <a:srgbClr val="80808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CD Marketing Suite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13" name=""/>
          <p:cNvGrpSpPr/>
          <p:nvPr/>
        </p:nvGrpSpPr>
        <p:grpSpPr>
          <a:xfrm>
            <a:off x="6280200" y="3952800"/>
            <a:ext cx="587160" cy="606600"/>
            <a:chOff x="6280200" y="3952800"/>
            <a:chExt cx="587160" cy="606600"/>
          </a:xfrm>
        </p:grpSpPr>
        <p:sp>
          <p:nvSpPr>
            <p:cNvPr id="1514" name=""/>
            <p:cNvSpPr/>
            <p:nvPr/>
          </p:nvSpPr>
          <p:spPr>
            <a:xfrm>
              <a:off x="6280200" y="3952800"/>
              <a:ext cx="587160" cy="606600"/>
            </a:xfrm>
            <a:custGeom>
              <a:avLst/>
              <a:gdLst/>
              <a:ahLst/>
              <a:rect l="l" t="t" r="r" b="b"/>
              <a:pathLst>
                <a:path w="606" h="606">
                  <a:moveTo>
                    <a:pt x="0" y="186"/>
                  </a:moveTo>
                  <a:lnTo>
                    <a:pt x="187" y="0"/>
                  </a:lnTo>
                  <a:lnTo>
                    <a:pt x="418" y="0"/>
                  </a:lnTo>
                  <a:lnTo>
                    <a:pt x="606" y="186"/>
                  </a:lnTo>
                  <a:lnTo>
                    <a:pt x="606" y="417"/>
                  </a:lnTo>
                  <a:lnTo>
                    <a:pt x="418" y="606"/>
                  </a:lnTo>
                  <a:lnTo>
                    <a:pt x="187" y="606"/>
                  </a:lnTo>
                  <a:lnTo>
                    <a:pt x="0" y="417"/>
                  </a:lnTo>
                  <a:lnTo>
                    <a:pt x="0" y="186"/>
                  </a:lnTo>
                  <a:close/>
                </a:path>
              </a:pathLst>
            </a:custGeom>
            <a:solidFill>
              <a:srgbClr val="ff0000"/>
            </a:solidFill>
            <a:ln w="126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5" name=""/>
            <p:cNvSpPr/>
            <p:nvPr/>
          </p:nvSpPr>
          <p:spPr>
            <a:xfrm>
              <a:off x="6307920" y="3981600"/>
              <a:ext cx="531000" cy="548640"/>
            </a:xfrm>
            <a:custGeom>
              <a:avLst/>
              <a:gdLst/>
              <a:ahLst/>
              <a:rect l="l" t="t" r="r" b="b"/>
              <a:pathLst>
                <a:path w="606" h="606">
                  <a:moveTo>
                    <a:pt x="0" y="186"/>
                  </a:moveTo>
                  <a:lnTo>
                    <a:pt x="187" y="0"/>
                  </a:lnTo>
                  <a:lnTo>
                    <a:pt x="418" y="0"/>
                  </a:lnTo>
                  <a:lnTo>
                    <a:pt x="606" y="186"/>
                  </a:lnTo>
                  <a:lnTo>
                    <a:pt x="606" y="417"/>
                  </a:lnTo>
                  <a:lnTo>
                    <a:pt x="418" y="606"/>
                  </a:lnTo>
                  <a:lnTo>
                    <a:pt x="187" y="606"/>
                  </a:lnTo>
                  <a:lnTo>
                    <a:pt x="0" y="417"/>
                  </a:lnTo>
                  <a:lnTo>
                    <a:pt x="0" y="186"/>
                  </a:lnTo>
                  <a:close/>
                </a:path>
              </a:pathLst>
            </a:custGeom>
            <a:noFill/>
            <a:ln w="381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16" name=""/>
            <p:cNvGrpSpPr/>
            <p:nvPr/>
          </p:nvGrpSpPr>
          <p:grpSpPr>
            <a:xfrm>
              <a:off x="6354360" y="4135320"/>
              <a:ext cx="437760" cy="255240"/>
              <a:chOff x="6354360" y="4135320"/>
              <a:chExt cx="437760" cy="255240"/>
            </a:xfrm>
          </p:grpSpPr>
          <p:sp>
            <p:nvSpPr>
              <p:cNvPr id="1517" name=""/>
              <p:cNvSpPr/>
              <p:nvPr/>
            </p:nvSpPr>
            <p:spPr>
              <a:xfrm>
                <a:off x="6694920" y="4135320"/>
                <a:ext cx="97200" cy="255240"/>
              </a:xfrm>
              <a:custGeom>
                <a:avLst/>
                <a:gdLst/>
                <a:ahLst/>
                <a:rect l="l" t="t" r="r" b="b"/>
                <a:pathLst>
                  <a:path w="253" h="634">
                    <a:moveTo>
                      <a:pt x="0" y="0"/>
                    </a:moveTo>
                    <a:lnTo>
                      <a:pt x="178" y="0"/>
                    </a:lnTo>
                    <a:lnTo>
                      <a:pt x="253" y="101"/>
                    </a:lnTo>
                    <a:lnTo>
                      <a:pt x="253" y="333"/>
                    </a:lnTo>
                    <a:lnTo>
                      <a:pt x="178" y="433"/>
                    </a:lnTo>
                    <a:lnTo>
                      <a:pt x="104" y="433"/>
                    </a:lnTo>
                    <a:lnTo>
                      <a:pt x="104" y="634"/>
                    </a:lnTo>
                    <a:lnTo>
                      <a:pt x="0" y="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8" name=""/>
              <p:cNvSpPr/>
              <p:nvPr/>
            </p:nvSpPr>
            <p:spPr>
              <a:xfrm>
                <a:off x="6571440" y="4135320"/>
                <a:ext cx="104400" cy="255240"/>
              </a:xfrm>
              <a:custGeom>
                <a:avLst/>
                <a:gdLst/>
                <a:ahLst/>
                <a:rect l="l" t="t" r="r" b="b"/>
                <a:pathLst>
                  <a:path w="271" h="634">
                    <a:moveTo>
                      <a:pt x="75" y="0"/>
                    </a:moveTo>
                    <a:lnTo>
                      <a:pt x="196" y="0"/>
                    </a:lnTo>
                    <a:lnTo>
                      <a:pt x="271" y="101"/>
                    </a:lnTo>
                    <a:lnTo>
                      <a:pt x="271" y="533"/>
                    </a:lnTo>
                    <a:lnTo>
                      <a:pt x="196" y="634"/>
                    </a:lnTo>
                    <a:lnTo>
                      <a:pt x="75" y="634"/>
                    </a:lnTo>
                    <a:lnTo>
                      <a:pt x="0" y="543"/>
                    </a:lnTo>
                    <a:lnTo>
                      <a:pt x="0" y="10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9" name=""/>
              <p:cNvSpPr/>
              <p:nvPr/>
            </p:nvSpPr>
            <p:spPr>
              <a:xfrm>
                <a:off x="6354360" y="4135320"/>
                <a:ext cx="97200" cy="255240"/>
              </a:xfrm>
              <a:custGeom>
                <a:avLst/>
                <a:gdLst/>
                <a:ahLst/>
                <a:rect l="l" t="t" r="r" b="b"/>
                <a:pathLst>
                  <a:path w="253" h="634">
                    <a:moveTo>
                      <a:pt x="64" y="0"/>
                    </a:moveTo>
                    <a:lnTo>
                      <a:pt x="177" y="0"/>
                    </a:lnTo>
                    <a:lnTo>
                      <a:pt x="253" y="101"/>
                    </a:lnTo>
                    <a:lnTo>
                      <a:pt x="253" y="212"/>
                    </a:lnTo>
                    <a:lnTo>
                      <a:pt x="158" y="212"/>
                    </a:lnTo>
                    <a:lnTo>
                      <a:pt x="158" y="130"/>
                    </a:lnTo>
                    <a:lnTo>
                      <a:pt x="93" y="130"/>
                    </a:lnTo>
                    <a:lnTo>
                      <a:pt x="93" y="272"/>
                    </a:lnTo>
                    <a:lnTo>
                      <a:pt x="177" y="272"/>
                    </a:lnTo>
                    <a:lnTo>
                      <a:pt x="253" y="353"/>
                    </a:lnTo>
                    <a:lnTo>
                      <a:pt x="253" y="543"/>
                    </a:lnTo>
                    <a:lnTo>
                      <a:pt x="187" y="634"/>
                    </a:lnTo>
                    <a:lnTo>
                      <a:pt x="64" y="634"/>
                    </a:lnTo>
                    <a:lnTo>
                      <a:pt x="0" y="543"/>
                    </a:lnTo>
                    <a:lnTo>
                      <a:pt x="0" y="433"/>
                    </a:lnTo>
                    <a:lnTo>
                      <a:pt x="93" y="433"/>
                    </a:lnTo>
                    <a:lnTo>
                      <a:pt x="93" y="513"/>
                    </a:lnTo>
                    <a:lnTo>
                      <a:pt x="158" y="513"/>
                    </a:lnTo>
                    <a:lnTo>
                      <a:pt x="158" y="372"/>
                    </a:lnTo>
                    <a:lnTo>
                      <a:pt x="74" y="372"/>
                    </a:lnTo>
                    <a:lnTo>
                      <a:pt x="0" y="292"/>
                    </a:lnTo>
                    <a:lnTo>
                      <a:pt x="0" y="10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0" name=""/>
              <p:cNvSpPr/>
              <p:nvPr/>
            </p:nvSpPr>
            <p:spPr>
              <a:xfrm>
                <a:off x="6470280" y="4135320"/>
                <a:ext cx="89280" cy="255240"/>
              </a:xfrm>
              <a:custGeom>
                <a:avLst/>
                <a:gdLst/>
                <a:ahLst/>
                <a:rect l="l" t="t" r="r" b="b"/>
                <a:pathLst>
                  <a:path w="232" h="634">
                    <a:moveTo>
                      <a:pt x="0" y="0"/>
                    </a:moveTo>
                    <a:lnTo>
                      <a:pt x="232" y="0"/>
                    </a:lnTo>
                    <a:lnTo>
                      <a:pt x="232" y="130"/>
                    </a:lnTo>
                    <a:lnTo>
                      <a:pt x="168" y="130"/>
                    </a:lnTo>
                    <a:lnTo>
                      <a:pt x="168" y="634"/>
                    </a:lnTo>
                    <a:lnTo>
                      <a:pt x="65" y="634"/>
                    </a:lnTo>
                    <a:lnTo>
                      <a:pt x="65" y="130"/>
                    </a:lnTo>
                    <a:lnTo>
                      <a:pt x="0" y="1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1" name=""/>
              <p:cNvSpPr/>
              <p:nvPr/>
            </p:nvSpPr>
            <p:spPr>
              <a:xfrm>
                <a:off x="6612480" y="4189320"/>
                <a:ext cx="23040" cy="146880"/>
              </a:xfrm>
              <a:prstGeom prst="rect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2" name=""/>
              <p:cNvSpPr/>
              <p:nvPr/>
            </p:nvSpPr>
            <p:spPr>
              <a:xfrm>
                <a:off x="6736680" y="4189320"/>
                <a:ext cx="18360" cy="66240"/>
              </a:xfrm>
              <a:prstGeom prst="rect">
                <a:avLst/>
              </a:prstGeom>
              <a:solidFill>
                <a:srgbClr val="ff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523" name=""/>
          <p:cNvSpPr/>
          <p:nvPr/>
        </p:nvSpPr>
        <p:spPr>
          <a:xfrm>
            <a:off x="7413480" y="3112920"/>
            <a:ext cx="147960" cy="160560"/>
          </a:xfrm>
          <a:custGeom>
            <a:avLst/>
            <a:gdLst/>
            <a:ahLst/>
            <a:rect l="l" t="t" r="r" b="b"/>
            <a:pathLst>
              <a:path w="352" h="380">
                <a:moveTo>
                  <a:pt x="2" y="264"/>
                </a:moveTo>
                <a:cubicBezTo>
                  <a:pt x="42" y="304"/>
                  <a:pt x="56" y="361"/>
                  <a:pt x="78" y="380"/>
                </a:cubicBezTo>
                <a:cubicBezTo>
                  <a:pt x="105" y="379"/>
                  <a:pt x="132" y="378"/>
                  <a:pt x="132" y="378"/>
                </a:cubicBezTo>
                <a:cubicBezTo>
                  <a:pt x="190" y="174"/>
                  <a:pt x="352" y="26"/>
                  <a:pt x="352" y="26"/>
                </a:cubicBezTo>
                <a:cubicBezTo>
                  <a:pt x="318" y="0"/>
                  <a:pt x="296" y="14"/>
                  <a:pt x="296" y="14"/>
                </a:cubicBezTo>
                <a:cubicBezTo>
                  <a:pt x="296" y="14"/>
                  <a:pt x="186" y="130"/>
                  <a:pt x="102" y="304"/>
                </a:cubicBezTo>
                <a:cubicBezTo>
                  <a:pt x="86" y="258"/>
                  <a:pt x="28" y="242"/>
                  <a:pt x="28" y="242"/>
                </a:cubicBezTo>
                <a:cubicBezTo>
                  <a:pt x="28" y="242"/>
                  <a:pt x="0" y="246"/>
                  <a:pt x="2" y="264"/>
                </a:cubicBezTo>
                <a:close/>
              </a:path>
            </a:pathLst>
          </a:custGeom>
          <a:solidFill>
            <a:srgbClr val="06c245"/>
          </a:solidFill>
          <a:ln w="9360">
            <a:solidFill>
              <a:srgbClr val="06c2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69120" bIns="6912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title"/>
          </p:nvPr>
        </p:nvSpPr>
        <p:spPr>
          <a:xfrm>
            <a:off x="471240" y="165240"/>
            <a:ext cx="8980200" cy="838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BCG alliance builder—six steps to create successful alliances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5695920" y="1456560"/>
            <a:ext cx="3597480" cy="6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Four types of strategic alliances with different success factors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"/>
          <p:cNvSpPr/>
          <p:nvPr/>
        </p:nvSpPr>
        <p:spPr>
          <a:xfrm>
            <a:off x="6819840" y="3770280"/>
            <a:ext cx="1133640" cy="1093680"/>
          </a:xfrm>
          <a:prstGeom prst="rect">
            <a:avLst/>
          </a:prstGeom>
          <a:solidFill>
            <a:srgbClr val="bcdec2"/>
          </a:solidFill>
          <a:ln w="1260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27360" bIns="27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M&amp;A-like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"/>
          <p:cNvSpPr/>
          <p:nvPr/>
        </p:nvSpPr>
        <p:spPr>
          <a:xfrm>
            <a:off x="6819840" y="2678040"/>
            <a:ext cx="1135080" cy="1081080"/>
          </a:xfrm>
          <a:prstGeom prst="rect">
            <a:avLst/>
          </a:prstGeom>
          <a:solidFill>
            <a:srgbClr val="d2e0e6"/>
          </a:solidFill>
          <a:ln w="1260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Expertise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providing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7967520" y="3770280"/>
            <a:ext cx="1135080" cy="1093680"/>
          </a:xfrm>
          <a:prstGeom prst="rect">
            <a:avLst/>
          </a:prstGeom>
          <a:solidFill>
            <a:srgbClr val="f9efbd"/>
          </a:solidFill>
          <a:ln w="1260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Cooperation for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critical mass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"/>
          <p:cNvSpPr/>
          <p:nvPr/>
        </p:nvSpPr>
        <p:spPr>
          <a:xfrm>
            <a:off x="6819840" y="5162400"/>
            <a:ext cx="2270160" cy="0"/>
          </a:xfrm>
          <a:prstGeom prst="line">
            <a:avLst/>
          </a:prstGeom>
          <a:ln w="12600">
            <a:solidFill>
              <a:srgbClr val="808080"/>
            </a:solidFill>
            <a:miter/>
            <a:headEnd len="med" type="stealth" w="med"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" name=""/>
          <p:cNvSpPr/>
          <p:nvPr/>
        </p:nvSpPr>
        <p:spPr>
          <a:xfrm>
            <a:off x="6275520" y="2678040"/>
            <a:ext cx="0" cy="2175120"/>
          </a:xfrm>
          <a:prstGeom prst="line">
            <a:avLst/>
          </a:prstGeom>
          <a:ln w="12600">
            <a:solidFill>
              <a:srgbClr val="808080"/>
            </a:solidFill>
            <a:miter/>
            <a:headEnd len="med" type="stealth" w="med"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"/>
          <p:cNvSpPr/>
          <p:nvPr/>
        </p:nvSpPr>
        <p:spPr>
          <a:xfrm>
            <a:off x="5884560" y="4883040"/>
            <a:ext cx="779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Competitors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"/>
          <p:cNvSpPr/>
          <p:nvPr/>
        </p:nvSpPr>
        <p:spPr>
          <a:xfrm>
            <a:off x="5753160" y="2478240"/>
            <a:ext cx="1047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Non-competitors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5952600" y="3613320"/>
            <a:ext cx="646920" cy="305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Partnership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direction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"/>
          <p:cNvSpPr/>
          <p:nvPr/>
        </p:nvSpPr>
        <p:spPr>
          <a:xfrm>
            <a:off x="6823440" y="5294160"/>
            <a:ext cx="302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Total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" name=""/>
          <p:cNvSpPr/>
          <p:nvPr/>
        </p:nvSpPr>
        <p:spPr>
          <a:xfrm>
            <a:off x="8704080" y="5294160"/>
            <a:ext cx="3862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Partial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"/>
          <p:cNvSpPr/>
          <p:nvPr/>
        </p:nvSpPr>
        <p:spPr>
          <a:xfrm>
            <a:off x="7437600" y="5086440"/>
            <a:ext cx="963720" cy="1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Scope of alliance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"/>
          <p:cNvSpPr/>
          <p:nvPr/>
        </p:nvSpPr>
        <p:spPr>
          <a:xfrm>
            <a:off x="2043000" y="5775480"/>
            <a:ext cx="1328760" cy="471240"/>
          </a:xfrm>
          <a:custGeom>
            <a:avLst/>
            <a:gdLst>
              <a:gd name="textAreaLeft" fmla="*/ 0 w 1328760"/>
              <a:gd name="textAreaRight" fmla="*/ 1329120 w 132876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Define alliance segments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"/>
          <p:cNvSpPr/>
          <p:nvPr/>
        </p:nvSpPr>
        <p:spPr>
          <a:xfrm>
            <a:off x="3216240" y="5775480"/>
            <a:ext cx="1328760" cy="471240"/>
          </a:xfrm>
          <a:custGeom>
            <a:avLst/>
            <a:gdLst>
              <a:gd name="textAreaLeft" fmla="*/ 0 w 1328760"/>
              <a:gd name="textAreaRight" fmla="*/ 1329120 w 132876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Continuously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reshape portfolio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"/>
          <p:cNvSpPr/>
          <p:nvPr/>
        </p:nvSpPr>
        <p:spPr>
          <a:xfrm>
            <a:off x="878040" y="5775480"/>
            <a:ext cx="1322280" cy="471240"/>
          </a:xfrm>
          <a:custGeom>
            <a:avLst/>
            <a:gdLst>
              <a:gd name="textAreaLeft" fmla="*/ 0 w 1322280"/>
              <a:gd name="textAreaRight" fmla="*/ 1322640 w 132228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Establish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alliance office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"/>
          <p:cNvSpPr/>
          <p:nvPr/>
        </p:nvSpPr>
        <p:spPr>
          <a:xfrm>
            <a:off x="878040" y="5506920"/>
            <a:ext cx="35128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Alliance portfolio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"/>
          <p:cNvSpPr/>
          <p:nvPr/>
        </p:nvSpPr>
        <p:spPr>
          <a:xfrm>
            <a:off x="625320" y="5516640"/>
            <a:ext cx="227160" cy="22536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" name=""/>
          <p:cNvSpPr/>
          <p:nvPr/>
        </p:nvSpPr>
        <p:spPr>
          <a:xfrm>
            <a:off x="2043000" y="4973760"/>
            <a:ext cx="1328760" cy="471240"/>
          </a:xfrm>
          <a:custGeom>
            <a:avLst/>
            <a:gdLst>
              <a:gd name="textAreaLeft" fmla="*/ 0 w 1328760"/>
              <a:gd name="textAreaRight" fmla="*/ 1329120 w 132876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Continue,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re-launch, or exit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"/>
          <p:cNvSpPr/>
          <p:nvPr/>
        </p:nvSpPr>
        <p:spPr>
          <a:xfrm>
            <a:off x="3216240" y="4973760"/>
            <a:ext cx="1327320" cy="471240"/>
          </a:xfrm>
          <a:custGeom>
            <a:avLst/>
            <a:gdLst>
              <a:gd name="textAreaLeft" fmla="*/ 0 w 1327320"/>
              <a:gd name="textAreaRight" fmla="*/ 1327680 w 132732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Learn from experience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"/>
          <p:cNvSpPr/>
          <p:nvPr/>
        </p:nvSpPr>
        <p:spPr>
          <a:xfrm>
            <a:off x="878040" y="4973760"/>
            <a:ext cx="1323720" cy="471240"/>
          </a:xfrm>
          <a:custGeom>
            <a:avLst/>
            <a:gdLst>
              <a:gd name="textAreaLeft" fmla="*/ 0 w 1323720"/>
              <a:gd name="textAreaRight" fmla="*/ 1324080 w 132372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Identify gaps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between goals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and results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"/>
          <p:cNvSpPr/>
          <p:nvPr/>
        </p:nvSpPr>
        <p:spPr>
          <a:xfrm>
            <a:off x="878040" y="4705200"/>
            <a:ext cx="35128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Continuous evaluation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"/>
          <p:cNvSpPr/>
          <p:nvPr/>
        </p:nvSpPr>
        <p:spPr>
          <a:xfrm>
            <a:off x="625320" y="4724280"/>
            <a:ext cx="227160" cy="22572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"/>
          <p:cNvSpPr/>
          <p:nvPr/>
        </p:nvSpPr>
        <p:spPr>
          <a:xfrm>
            <a:off x="878040" y="4172040"/>
            <a:ext cx="1950840" cy="471240"/>
          </a:xfrm>
          <a:custGeom>
            <a:avLst/>
            <a:gdLst>
              <a:gd name="textAreaLeft" fmla="*/ 0 w 1950840"/>
              <a:gd name="textAreaRight" fmla="*/ 1951200 w 195084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23" y="0"/>
                </a:lnTo>
                <a:lnTo>
                  <a:pt x="21600" y="10800"/>
                </a:lnTo>
                <a:lnTo>
                  <a:pt x="19823" y="21600"/>
                </a:lnTo>
                <a:lnTo>
                  <a:pt x="0" y="21600"/>
                </a:lnTo>
                <a:lnTo>
                  <a:pt x="1777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Design alliance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organization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>
            <a:off x="2598840" y="4172040"/>
            <a:ext cx="1946160" cy="471240"/>
          </a:xfrm>
          <a:custGeom>
            <a:avLst/>
            <a:gdLst>
              <a:gd name="textAreaLeft" fmla="*/ 0 w 1946160"/>
              <a:gd name="textAreaRight" fmla="*/ 1946520 w 194616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21" y="0"/>
                </a:lnTo>
                <a:lnTo>
                  <a:pt x="21600" y="10800"/>
                </a:lnTo>
                <a:lnTo>
                  <a:pt x="19821" y="21600"/>
                </a:lnTo>
                <a:lnTo>
                  <a:pt x="0" y="21600"/>
                </a:lnTo>
                <a:lnTo>
                  <a:pt x="1779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Monitor based on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business criteria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"/>
          <p:cNvSpPr/>
          <p:nvPr/>
        </p:nvSpPr>
        <p:spPr>
          <a:xfrm>
            <a:off x="878040" y="3903840"/>
            <a:ext cx="351144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Alliance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>
            <a:off x="625320" y="3913200"/>
            <a:ext cx="227160" cy="22536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>
            <a:off x="2046240" y="3371760"/>
            <a:ext cx="1327320" cy="471600"/>
          </a:xfrm>
          <a:custGeom>
            <a:avLst/>
            <a:gdLst>
              <a:gd name="textAreaLeft" fmla="*/ 0 w 1327320"/>
              <a:gd name="textAreaRight" fmla="*/ 1327680 w 132732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Define governance and exit strategy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"/>
          <p:cNvSpPr/>
          <p:nvPr/>
        </p:nvSpPr>
        <p:spPr>
          <a:xfrm>
            <a:off x="3218040" y="3371760"/>
            <a:ext cx="1326960" cy="471600"/>
          </a:xfrm>
          <a:custGeom>
            <a:avLst/>
            <a:gdLst>
              <a:gd name="textAreaLeft" fmla="*/ 0 w 1326960"/>
              <a:gd name="textAreaRight" fmla="*/ 1327320 w 132696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Close deal or </a:t>
            </a:r>
            <a:br>
              <a:rPr sz="900"/>
            </a:b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stop negotiating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>
            <a:off x="878040" y="3371760"/>
            <a:ext cx="1325520" cy="471600"/>
          </a:xfrm>
          <a:custGeom>
            <a:avLst/>
            <a:gdLst>
              <a:gd name="textAreaLeft" fmla="*/ 0 w 1325520"/>
              <a:gd name="textAreaRight" fmla="*/ 1325880 w 132552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Enter with strategic deal plan in place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>
            <a:off x="878040" y="3103560"/>
            <a:ext cx="351144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Negotiation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>
            <a:off x="625320" y="3112920"/>
            <a:ext cx="227160" cy="22572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"/>
          <p:cNvSpPr/>
          <p:nvPr/>
        </p:nvSpPr>
        <p:spPr>
          <a:xfrm>
            <a:off x="878040" y="2570040"/>
            <a:ext cx="1950840" cy="471600"/>
          </a:xfrm>
          <a:custGeom>
            <a:avLst/>
            <a:gdLst>
              <a:gd name="textAreaLeft" fmla="*/ 0 w 1950840"/>
              <a:gd name="textAreaRight" fmla="*/ 1951200 w 195084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23" y="0"/>
                </a:lnTo>
                <a:lnTo>
                  <a:pt x="21600" y="10800"/>
                </a:lnTo>
                <a:lnTo>
                  <a:pt x="19823" y="21600"/>
                </a:lnTo>
                <a:lnTo>
                  <a:pt x="0" y="21600"/>
                </a:lnTo>
                <a:lnTo>
                  <a:pt x="1777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Screen based on 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financial and strategic fit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"/>
          <p:cNvSpPr/>
          <p:nvPr/>
        </p:nvSpPr>
        <p:spPr>
          <a:xfrm>
            <a:off x="2598840" y="2570040"/>
            <a:ext cx="1946160" cy="471600"/>
          </a:xfrm>
          <a:custGeom>
            <a:avLst/>
            <a:gdLst>
              <a:gd name="textAreaLeft" fmla="*/ 0 w 1946160"/>
              <a:gd name="textAreaRight" fmla="*/ 1946520 w 194616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21" y="0"/>
                </a:lnTo>
                <a:lnTo>
                  <a:pt x="21600" y="10800"/>
                </a:lnTo>
                <a:lnTo>
                  <a:pt x="19821" y="21600"/>
                </a:lnTo>
                <a:lnTo>
                  <a:pt x="0" y="21600"/>
                </a:lnTo>
                <a:lnTo>
                  <a:pt x="1779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Select based on alliance experience and cultural fit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>
            <a:off x="878040" y="2301840"/>
            <a:ext cx="351144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Partner search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>
            <a:off x="625320" y="2311560"/>
            <a:ext cx="227160" cy="22536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0" name=""/>
          <p:cNvSpPr/>
          <p:nvPr/>
        </p:nvSpPr>
        <p:spPr>
          <a:xfrm>
            <a:off x="2044800" y="1770120"/>
            <a:ext cx="1328760" cy="471600"/>
          </a:xfrm>
          <a:custGeom>
            <a:avLst/>
            <a:gdLst>
              <a:gd name="textAreaLeft" fmla="*/ 0 w 1328760"/>
              <a:gd name="textAreaRight" fmla="*/ 1329120 w 132876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Define alliance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strategy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"/>
          <p:cNvSpPr/>
          <p:nvPr/>
        </p:nvSpPr>
        <p:spPr>
          <a:xfrm>
            <a:off x="3218040" y="1770120"/>
            <a:ext cx="1326960" cy="471600"/>
          </a:xfrm>
          <a:custGeom>
            <a:avLst/>
            <a:gdLst>
              <a:gd name="textAreaLeft" fmla="*/ 0 w 1326960"/>
              <a:gd name="textAreaRight" fmla="*/ 1327320 w 132696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Define ideal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deal structure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" name=""/>
          <p:cNvSpPr/>
          <p:nvPr/>
        </p:nvSpPr>
        <p:spPr>
          <a:xfrm>
            <a:off x="878040" y="1770120"/>
            <a:ext cx="1325520" cy="471600"/>
          </a:xfrm>
          <a:custGeom>
            <a:avLst/>
            <a:gdLst>
              <a:gd name="textAreaLeft" fmla="*/ 0 w 1325520"/>
              <a:gd name="textAreaRight" fmla="*/ 1325880 w 1325520"/>
              <a:gd name="textAreaTop" fmla="*/ 0 h 471600"/>
              <a:gd name="textAreaBottom" fmla="*/ 471960 h 47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059" y="0"/>
                </a:lnTo>
                <a:lnTo>
                  <a:pt x="21600" y="10800"/>
                </a:lnTo>
                <a:lnTo>
                  <a:pt x="19059" y="21600"/>
                </a:lnTo>
                <a:lnTo>
                  <a:pt x="0" y="21600"/>
                </a:lnTo>
                <a:lnTo>
                  <a:pt x="2541" y="10800"/>
                </a:lnTo>
                <a:close/>
              </a:path>
            </a:pathLst>
          </a:custGeom>
          <a:solidFill>
            <a:srgbClr val="e2e2e2"/>
          </a:solidFill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Assess needs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"/>
          <p:cNvSpPr/>
          <p:nvPr/>
        </p:nvSpPr>
        <p:spPr>
          <a:xfrm>
            <a:off x="878040" y="1501920"/>
            <a:ext cx="351288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Alliance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"/>
          <p:cNvSpPr/>
          <p:nvPr/>
        </p:nvSpPr>
        <p:spPr>
          <a:xfrm>
            <a:off x="625320" y="1521000"/>
            <a:ext cx="227160" cy="225360"/>
          </a:xfrm>
          <a:prstGeom prst="ellipse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117000" rIns="117000" tIns="59400" bIns="594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宋体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CD Marketing Suite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" name=""/>
          <p:cNvSpPr/>
          <p:nvPr/>
        </p:nvSpPr>
        <p:spPr>
          <a:xfrm>
            <a:off x="7967520" y="2678040"/>
            <a:ext cx="1135080" cy="1081080"/>
          </a:xfrm>
          <a:prstGeom prst="rect">
            <a:avLst/>
          </a:prstGeom>
          <a:solidFill>
            <a:srgbClr val="cea09d"/>
          </a:solidFill>
          <a:ln w="12600">
            <a:solidFill>
              <a:srgbClr val="cea09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New business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PlaceHolder 1"/>
          <p:cNvSpPr>
            <a:spLocks noGrp="1"/>
          </p:cNvSpPr>
          <p:nvPr>
            <p:ph type="title"/>
          </p:nvPr>
        </p:nvSpPr>
        <p:spPr>
          <a:xfrm>
            <a:off x="471600" y="165240"/>
            <a:ext cx="9277200" cy="838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BCG HRV methodology provides an integrated view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on all relevant value components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569" name=""/>
          <p:cNvSpPr/>
          <p:nvPr/>
        </p:nvSpPr>
        <p:spPr>
          <a:xfrm>
            <a:off x="7677720" y="72720"/>
            <a:ext cx="1677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d4d4d"/>
                </a:solidFill>
                <a:latin typeface="Arial"/>
                <a:ea typeface="宋体"/>
              </a:rPr>
              <a:t>High-resolution valuation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"/>
          <p:cNvSpPr/>
          <p:nvPr/>
        </p:nvSpPr>
        <p:spPr>
          <a:xfrm flipV="1">
            <a:off x="392040" y="2032560"/>
            <a:ext cx="9131400" cy="38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t" anchorCtr="1" vert="eaVer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Value components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"/>
          <p:cNvSpPr/>
          <p:nvPr/>
        </p:nvSpPr>
        <p:spPr>
          <a:xfrm>
            <a:off x="233280" y="5908680"/>
            <a:ext cx="944892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95000"/>
              </a:lnSpc>
              <a:spcAft>
                <a:spcPts val="6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Impact and feasibility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 of the transaction: implied multiples and TSR impact, internal feasibility (financing, management restriction), and external feasibility (regulatory approval)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"/>
          <p:cNvSpPr/>
          <p:nvPr/>
        </p:nvSpPr>
        <p:spPr>
          <a:xfrm>
            <a:off x="233280" y="1467000"/>
            <a:ext cx="94489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95000"/>
              </a:lnSpc>
              <a:spcAft>
                <a:spcPts val="6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Strategic logic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 behind a possible acquisition clearly carved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"/>
          <p:cNvSpPr/>
          <p:nvPr/>
        </p:nvSpPr>
        <p:spPr>
          <a:xfrm>
            <a:off x="3154320" y="2144880"/>
            <a:ext cx="3603600" cy="3601800"/>
          </a:xfrm>
          <a:prstGeom prst="ellipse">
            <a:avLst/>
          </a:prstGeom>
          <a:solidFill>
            <a:srgbClr val="8ec6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"/>
          <p:cNvSpPr/>
          <p:nvPr/>
        </p:nvSpPr>
        <p:spPr>
          <a:xfrm>
            <a:off x="3557520" y="2548080"/>
            <a:ext cx="2795760" cy="2793960"/>
          </a:xfrm>
          <a:prstGeom prst="ellipse">
            <a:avLst/>
          </a:prstGeom>
          <a:solidFill>
            <a:srgbClr val="acc6d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>
              <a:spcAft>
                <a:spcPts val="6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"/>
          <p:cNvSpPr/>
          <p:nvPr/>
        </p:nvSpPr>
        <p:spPr>
          <a:xfrm>
            <a:off x="4002120" y="2994120"/>
            <a:ext cx="1906560" cy="1903320"/>
          </a:xfrm>
          <a:prstGeom prst="ellipse">
            <a:avLst/>
          </a:prstGeom>
          <a:solidFill>
            <a:srgbClr val="bbad87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>
              <a:spcAft>
                <a:spcPts val="6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"/>
          <p:cNvSpPr/>
          <p:nvPr/>
        </p:nvSpPr>
        <p:spPr>
          <a:xfrm>
            <a:off x="4435560" y="3427560"/>
            <a:ext cx="1039680" cy="1035000"/>
          </a:xfrm>
          <a:prstGeom prst="ellipse">
            <a:avLst/>
          </a:prstGeom>
          <a:solidFill>
            <a:srgbClr val="e7d475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"/>
          <p:cNvSpPr/>
          <p:nvPr/>
        </p:nvSpPr>
        <p:spPr>
          <a:xfrm>
            <a:off x="4483080" y="2570040"/>
            <a:ext cx="932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Risk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8" name=""/>
          <p:cNvSpPr/>
          <p:nvPr/>
        </p:nvSpPr>
        <p:spPr>
          <a:xfrm flipV="1">
            <a:off x="2160000" y="4517640"/>
            <a:ext cx="1204920" cy="59220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"/>
          <p:cNvSpPr/>
          <p:nvPr/>
        </p:nvSpPr>
        <p:spPr>
          <a:xfrm flipH="1" flipV="1">
            <a:off x="6073560" y="4300560"/>
            <a:ext cx="1252440" cy="60480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"/>
          <p:cNvSpPr/>
          <p:nvPr/>
        </p:nvSpPr>
        <p:spPr>
          <a:xfrm>
            <a:off x="793800" y="4294080"/>
            <a:ext cx="2114640" cy="1236600"/>
          </a:xfrm>
          <a:prstGeom prst="rect">
            <a:avLst/>
          </a:prstGeom>
          <a:solidFill>
            <a:srgbClr val="8ec6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Systematic consideration of additional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strategic- value components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"/>
          <p:cNvSpPr/>
          <p:nvPr/>
        </p:nvSpPr>
        <p:spPr>
          <a:xfrm>
            <a:off x="7007400" y="4294080"/>
            <a:ext cx="2114280" cy="1236600"/>
          </a:xfrm>
          <a:prstGeom prst="rect">
            <a:avLst/>
          </a:prstGeom>
          <a:solidFill>
            <a:srgbClr val="acc6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Comprehensive  identification of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key risk drivers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 for the transaction and for the combined entity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"/>
          <p:cNvSpPr/>
          <p:nvPr/>
        </p:nvSpPr>
        <p:spPr>
          <a:xfrm>
            <a:off x="2257560" y="2579760"/>
            <a:ext cx="2565360" cy="99684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"/>
          <p:cNvSpPr/>
          <p:nvPr/>
        </p:nvSpPr>
        <p:spPr>
          <a:xfrm flipH="1">
            <a:off x="5614560" y="2995560"/>
            <a:ext cx="1903320" cy="65556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"/>
          <p:cNvSpPr/>
          <p:nvPr/>
        </p:nvSpPr>
        <p:spPr>
          <a:xfrm>
            <a:off x="793800" y="2138400"/>
            <a:ext cx="2106720" cy="1238040"/>
          </a:xfrm>
          <a:prstGeom prst="rect">
            <a:avLst/>
          </a:prstGeom>
          <a:solidFill>
            <a:srgbClr val="e7d4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Driver-based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stand-alone-value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calculation with an underlying specific market 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"/>
          <p:cNvSpPr/>
          <p:nvPr/>
        </p:nvSpPr>
        <p:spPr>
          <a:xfrm>
            <a:off x="7015320" y="2138400"/>
            <a:ext cx="2106360" cy="1238040"/>
          </a:xfrm>
          <a:prstGeom prst="rect">
            <a:avLst/>
          </a:prstGeom>
          <a:solidFill>
            <a:srgbClr val="bbad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algn="ct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Systematic quantification of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potential synergies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 and dissynergies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"/>
          <p:cNvSpPr/>
          <p:nvPr/>
        </p:nvSpPr>
        <p:spPr>
          <a:xfrm>
            <a:off x="4497480" y="3727440"/>
            <a:ext cx="91764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Stand-alone 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"/>
          <p:cNvSpPr/>
          <p:nvPr/>
        </p:nvSpPr>
        <p:spPr>
          <a:xfrm>
            <a:off x="4465800" y="3013200"/>
            <a:ext cx="98244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Synergies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"/>
          <p:cNvSpPr/>
          <p:nvPr/>
        </p:nvSpPr>
        <p:spPr>
          <a:xfrm>
            <a:off x="4356000" y="2146320"/>
            <a:ext cx="12016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Strategic value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CD Marketing Suite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Typical PMI process: Integration in four steps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1591" name=""/>
          <p:cNvSpPr/>
          <p:nvPr/>
        </p:nvSpPr>
        <p:spPr>
          <a:xfrm>
            <a:off x="4054320" y="2265480"/>
            <a:ext cx="0" cy="346392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"/>
          <p:cNvSpPr/>
          <p:nvPr/>
        </p:nvSpPr>
        <p:spPr>
          <a:xfrm>
            <a:off x="2751120" y="2265480"/>
            <a:ext cx="0" cy="346392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"/>
          <p:cNvSpPr/>
          <p:nvPr/>
        </p:nvSpPr>
        <p:spPr>
          <a:xfrm>
            <a:off x="1960560" y="2265480"/>
            <a:ext cx="0" cy="346392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"/>
          <p:cNvSpPr/>
          <p:nvPr/>
        </p:nvSpPr>
        <p:spPr>
          <a:xfrm>
            <a:off x="760320" y="2265480"/>
            <a:ext cx="0" cy="346392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"/>
          <p:cNvSpPr/>
          <p:nvPr/>
        </p:nvSpPr>
        <p:spPr>
          <a:xfrm>
            <a:off x="7964640" y="1501920"/>
            <a:ext cx="1393560" cy="763560"/>
          </a:xfrm>
          <a:custGeom>
            <a:avLst/>
            <a:gdLst>
              <a:gd name="textAreaLeft" fmla="*/ 0 w 1393560"/>
              <a:gd name="textAreaRight" fmla="*/ 1393920 w 1393560"/>
              <a:gd name="textAreaTop" fmla="*/ 0 h 763560"/>
              <a:gd name="textAreaBottom" fmla="*/ 763920 h 763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8514" y="0"/>
                </a:lnTo>
                <a:lnTo>
                  <a:pt x="21600" y="10800"/>
                </a:lnTo>
                <a:lnTo>
                  <a:pt x="18514" y="21600"/>
                </a:lnTo>
                <a:lnTo>
                  <a:pt x="0" y="21600"/>
                </a:lnTo>
                <a:lnTo>
                  <a:pt x="3086" y="108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b2b2b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"/>
          <p:cNvSpPr/>
          <p:nvPr/>
        </p:nvSpPr>
        <p:spPr>
          <a:xfrm>
            <a:off x="760320" y="1828800"/>
            <a:ext cx="1393920" cy="436680"/>
          </a:xfrm>
          <a:custGeom>
            <a:avLst/>
            <a:gdLst>
              <a:gd name="textAreaLeft" fmla="*/ 0 w 1393920"/>
              <a:gd name="textAreaRight" fmla="*/ 1394280 w 1393920"/>
              <a:gd name="textAreaTop" fmla="*/ 0 h 436680"/>
              <a:gd name="textAreaBottom" fmla="*/ 437040 h 436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8397" y="0"/>
                </a:lnTo>
                <a:lnTo>
                  <a:pt x="21600" y="10800"/>
                </a:lnTo>
                <a:lnTo>
                  <a:pt x="1839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b2b2b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Phase 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"/>
          <p:cNvSpPr/>
          <p:nvPr/>
        </p:nvSpPr>
        <p:spPr>
          <a:xfrm>
            <a:off x="1946160" y="1828800"/>
            <a:ext cx="2341800" cy="436680"/>
          </a:xfrm>
          <a:custGeom>
            <a:avLst/>
            <a:gdLst>
              <a:gd name="textAreaLeft" fmla="*/ 0 w 2341800"/>
              <a:gd name="textAreaRight" fmla="*/ 2342160 w 2341800"/>
              <a:gd name="textAreaTop" fmla="*/ 0 h 436680"/>
              <a:gd name="textAreaBottom" fmla="*/ 437040 h 436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723" y="0"/>
                </a:lnTo>
                <a:lnTo>
                  <a:pt x="21600" y="10800"/>
                </a:lnTo>
                <a:lnTo>
                  <a:pt x="19723" y="21600"/>
                </a:lnTo>
                <a:lnTo>
                  <a:pt x="0" y="21600"/>
                </a:lnTo>
                <a:lnTo>
                  <a:pt x="1877" y="10800"/>
                </a:lnTo>
                <a:close/>
              </a:path>
            </a:pathLst>
          </a:custGeom>
          <a:solidFill>
            <a:srgbClr val="bcdec2"/>
          </a:solidFill>
          <a:ln w="1260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Phase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(2–3 months)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"/>
          <p:cNvSpPr/>
          <p:nvPr/>
        </p:nvSpPr>
        <p:spPr>
          <a:xfrm>
            <a:off x="4057560" y="1828800"/>
            <a:ext cx="2341800" cy="436680"/>
          </a:xfrm>
          <a:custGeom>
            <a:avLst/>
            <a:gdLst>
              <a:gd name="textAreaLeft" fmla="*/ 0 w 2341800"/>
              <a:gd name="textAreaRight" fmla="*/ 2342160 w 2341800"/>
              <a:gd name="textAreaTop" fmla="*/ 0 h 436680"/>
              <a:gd name="textAreaBottom" fmla="*/ 437040 h 436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723" y="0"/>
                </a:lnTo>
                <a:lnTo>
                  <a:pt x="21600" y="10800"/>
                </a:lnTo>
                <a:lnTo>
                  <a:pt x="19723" y="21600"/>
                </a:lnTo>
                <a:lnTo>
                  <a:pt x="0" y="21600"/>
                </a:lnTo>
                <a:lnTo>
                  <a:pt x="1877" y="10800"/>
                </a:lnTo>
                <a:close/>
              </a:path>
            </a:pathLst>
          </a:custGeom>
          <a:solidFill>
            <a:srgbClr val="8ec6a1"/>
          </a:solidFill>
          <a:ln w="1260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Phase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(4–6 months)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"/>
          <p:cNvSpPr/>
          <p:nvPr/>
        </p:nvSpPr>
        <p:spPr>
          <a:xfrm>
            <a:off x="6188040" y="1828800"/>
            <a:ext cx="2338560" cy="436680"/>
          </a:xfrm>
          <a:custGeom>
            <a:avLst/>
            <a:gdLst>
              <a:gd name="textAreaLeft" fmla="*/ 0 w 2338560"/>
              <a:gd name="textAreaRight" fmla="*/ 2338920 w 2338560"/>
              <a:gd name="textAreaTop" fmla="*/ 0 h 436680"/>
              <a:gd name="textAreaBottom" fmla="*/ 437040 h 436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723" y="0"/>
                </a:lnTo>
                <a:lnTo>
                  <a:pt x="21600" y="10800"/>
                </a:lnTo>
                <a:lnTo>
                  <a:pt x="19723" y="21600"/>
                </a:lnTo>
                <a:lnTo>
                  <a:pt x="0" y="21600"/>
                </a:lnTo>
                <a:lnTo>
                  <a:pt x="1877" y="10800"/>
                </a:lnTo>
                <a:close/>
              </a:path>
            </a:pathLst>
          </a:custGeom>
          <a:solidFill>
            <a:srgbClr val="5bad82"/>
          </a:solidFill>
          <a:ln w="12600">
            <a:solidFill>
              <a:srgbClr val="5bad8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Phase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(12–24 months)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"/>
          <p:cNvSpPr/>
          <p:nvPr/>
        </p:nvSpPr>
        <p:spPr>
          <a:xfrm>
            <a:off x="760320" y="1501920"/>
            <a:ext cx="7766280" cy="331560"/>
          </a:xfrm>
          <a:custGeom>
            <a:avLst/>
            <a:gdLst>
              <a:gd name="textAreaLeft" fmla="*/ 0 w 7766280"/>
              <a:gd name="textAreaRight" fmla="*/ 7766640 w 7766280"/>
              <a:gd name="textAreaTop" fmla="*/ 0 h 331560"/>
              <a:gd name="textAreaBottom" fmla="*/ 331920 h 331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096" y="0"/>
                </a:lnTo>
                <a:lnTo>
                  <a:pt x="21600" y="10800"/>
                </a:lnTo>
                <a:lnTo>
                  <a:pt x="2109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Integration office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"/>
          <p:cNvSpPr/>
          <p:nvPr/>
        </p:nvSpPr>
        <p:spPr>
          <a:xfrm>
            <a:off x="1949400" y="2952720"/>
            <a:ext cx="2320920" cy="1004760"/>
          </a:xfrm>
          <a:custGeom>
            <a:avLst/>
            <a:gdLst>
              <a:gd name="textAreaLeft" fmla="*/ 0 w 2320920"/>
              <a:gd name="textAreaRight" fmla="*/ 2321280 w 2320920"/>
              <a:gd name="textAreaTop" fmla="*/ 0 h 1004760"/>
              <a:gd name="textAreaBottom" fmla="*/ 1005120 h 1004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385" y="0"/>
                </a:lnTo>
                <a:lnTo>
                  <a:pt x="21600" y="10800"/>
                </a:lnTo>
                <a:lnTo>
                  <a:pt x="1938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cdec2"/>
          </a:solidFill>
          <a:ln w="936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Integration planning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Readiness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Strategy/organization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Baseline/targets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Comm./change mgmt.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Integration concept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"/>
          <p:cNvSpPr/>
          <p:nvPr/>
        </p:nvSpPr>
        <p:spPr>
          <a:xfrm>
            <a:off x="4035600" y="4068720"/>
            <a:ext cx="2346120" cy="839880"/>
          </a:xfrm>
          <a:custGeom>
            <a:avLst/>
            <a:gdLst>
              <a:gd name="textAreaLeft" fmla="*/ 0 w 2346120"/>
              <a:gd name="textAreaRight" fmla="*/ 2346480 w 2346120"/>
              <a:gd name="textAreaTop" fmla="*/ 0 h 839880"/>
              <a:gd name="textAreaBottom" fmla="*/ 840240 h 839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62" y="0"/>
                </a:lnTo>
                <a:lnTo>
                  <a:pt x="21600" y="10800"/>
                </a:lnTo>
                <a:lnTo>
                  <a:pt x="1986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ec6a1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Integration detailing/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implementation initiation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Implementation start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Measure definition and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controlling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"/>
          <p:cNvSpPr/>
          <p:nvPr/>
        </p:nvSpPr>
        <p:spPr>
          <a:xfrm>
            <a:off x="779400" y="5729400"/>
            <a:ext cx="1795680" cy="452160"/>
          </a:xfrm>
          <a:custGeom>
            <a:avLst/>
            <a:gdLst>
              <a:gd name="textAreaLeft" fmla="*/ 0 w 1795680"/>
              <a:gd name="textAreaRight" fmla="*/ 1796040 w 1795680"/>
              <a:gd name="textAreaTop" fmla="*/ 0 h 452160"/>
              <a:gd name="textAreaBottom" fmla="*/ 452520 h 45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0973" y="0"/>
                </a:lnTo>
                <a:lnTo>
                  <a:pt x="21600" y="10800"/>
                </a:lnTo>
                <a:lnTo>
                  <a:pt x="2097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b2b2b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"/>
          <p:cNvSpPr/>
          <p:nvPr/>
        </p:nvSpPr>
        <p:spPr>
          <a:xfrm>
            <a:off x="921960" y="5815800"/>
            <a:ext cx="456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Signing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"/>
          <p:cNvSpPr/>
          <p:nvPr/>
        </p:nvSpPr>
        <p:spPr>
          <a:xfrm>
            <a:off x="1946160" y="5729400"/>
            <a:ext cx="6599520" cy="452160"/>
          </a:xfrm>
          <a:custGeom>
            <a:avLst/>
            <a:gdLst>
              <a:gd name="textAreaLeft" fmla="*/ 0 w 6599520"/>
              <a:gd name="textAreaRight" fmla="*/ 6599880 w 6599520"/>
              <a:gd name="textAreaTop" fmla="*/ 0 h 452160"/>
              <a:gd name="textAreaBottom" fmla="*/ 452520 h 45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0982" y="0"/>
                </a:lnTo>
                <a:lnTo>
                  <a:pt x="21600" y="10800"/>
                </a:lnTo>
                <a:lnTo>
                  <a:pt x="209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e2e2"/>
          </a:solidFill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"/>
          <p:cNvSpPr/>
          <p:nvPr/>
        </p:nvSpPr>
        <p:spPr>
          <a:xfrm>
            <a:off x="1947960" y="5734080"/>
            <a:ext cx="0" cy="438120"/>
          </a:xfrm>
          <a:prstGeom prst="line">
            <a:avLst/>
          </a:prstGeom>
          <a:ln w="2844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"/>
          <p:cNvSpPr/>
          <p:nvPr/>
        </p:nvSpPr>
        <p:spPr>
          <a:xfrm>
            <a:off x="1678680" y="5815440"/>
            <a:ext cx="59040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Start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integration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" name=""/>
          <p:cNvSpPr/>
          <p:nvPr/>
        </p:nvSpPr>
        <p:spPr>
          <a:xfrm>
            <a:off x="2343960" y="5815440"/>
            <a:ext cx="77328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Authorization/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closing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"/>
          <p:cNvSpPr/>
          <p:nvPr/>
        </p:nvSpPr>
        <p:spPr>
          <a:xfrm>
            <a:off x="3769560" y="5815440"/>
            <a:ext cx="68940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organization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"/>
          <p:cNvSpPr/>
          <p:nvPr/>
        </p:nvSpPr>
        <p:spPr>
          <a:xfrm>
            <a:off x="6180120" y="5027760"/>
            <a:ext cx="2346480" cy="625320"/>
          </a:xfrm>
          <a:custGeom>
            <a:avLst/>
            <a:gdLst>
              <a:gd name="textAreaLeft" fmla="*/ 0 w 2346480"/>
              <a:gd name="textAreaRight" fmla="*/ 2346840 w 2346480"/>
              <a:gd name="textAreaTop" fmla="*/ 0 h 625320"/>
              <a:gd name="textAreaBottom" fmla="*/ 625680 h 625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862" y="0"/>
                </a:lnTo>
                <a:lnTo>
                  <a:pt x="21600" y="10800"/>
                </a:lnTo>
                <a:lnTo>
                  <a:pt x="1986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bad82"/>
          </a:solidFill>
          <a:ln w="9360">
            <a:solidFill>
              <a:srgbClr val="5bad8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Implementation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285840" indent="-17136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Measure implementation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and tracking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"/>
          <p:cNvSpPr/>
          <p:nvPr/>
        </p:nvSpPr>
        <p:spPr>
          <a:xfrm>
            <a:off x="760320" y="2325600"/>
            <a:ext cx="1198800" cy="625680"/>
          </a:xfrm>
          <a:custGeom>
            <a:avLst/>
            <a:gdLst>
              <a:gd name="textAreaLeft" fmla="*/ 0 w 1198800"/>
              <a:gd name="textAreaRight" fmla="*/ 1199160 w 1198800"/>
              <a:gd name="textAreaTop" fmla="*/ 0 h 625680"/>
              <a:gd name="textAreaBottom" fmla="*/ 625680 h 625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9474" y="0"/>
                </a:lnTo>
                <a:lnTo>
                  <a:pt x="21600" y="10800"/>
                </a:lnTo>
                <a:lnTo>
                  <a:pt x="1947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b2b2b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Preparation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and integration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setup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"/>
          <p:cNvSpPr/>
          <p:nvPr/>
        </p:nvSpPr>
        <p:spPr>
          <a:xfrm>
            <a:off x="568440" y="4619520"/>
            <a:ext cx="118728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"/>
          <p:cNvSpPr/>
          <p:nvPr/>
        </p:nvSpPr>
        <p:spPr>
          <a:xfrm>
            <a:off x="595440" y="4703760"/>
            <a:ext cx="1882800" cy="45576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Finalization 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M&amp;A process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BCG CD Marketing Suite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"/>
          <p:cNvSpPr/>
          <p:nvPr/>
        </p:nvSpPr>
        <p:spPr>
          <a:xfrm>
            <a:off x="0" y="3051000"/>
            <a:ext cx="9906120" cy="762480"/>
          </a:xfrm>
          <a:prstGeom prst="rect">
            <a:avLst/>
          </a:prstGeom>
          <a:solidFill>
            <a:srgbClr val="177b57"/>
          </a:solidFill>
          <a:ln w="1260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0" rIns="90000" tIns="228600" bIns="228600" anchor="ctr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宋体"/>
              </a:rPr>
              <a:t>Maps and timelines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Broad resistance to traditional anti-malarial drugs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grpSp>
        <p:nvGrpSpPr>
          <p:cNvPr id="1617" name=""/>
          <p:cNvGrpSpPr/>
          <p:nvPr/>
        </p:nvGrpSpPr>
        <p:grpSpPr>
          <a:xfrm>
            <a:off x="304920" y="1600200"/>
            <a:ext cx="9222840" cy="4371480"/>
            <a:chOff x="304920" y="1600200"/>
            <a:chExt cx="9222840" cy="4371480"/>
          </a:xfrm>
        </p:grpSpPr>
        <p:sp>
          <p:nvSpPr>
            <p:cNvPr id="1618" name=""/>
            <p:cNvSpPr/>
            <p:nvPr/>
          </p:nvSpPr>
          <p:spPr>
            <a:xfrm>
              <a:off x="6831000" y="2418480"/>
              <a:ext cx="1619280" cy="1071000"/>
            </a:xfrm>
            <a:custGeom>
              <a:avLst/>
              <a:gdLst/>
              <a:ahLst/>
              <a:rect l="l" t="t" r="r" b="b"/>
              <a:pathLst>
                <a:path w="820" h="600">
                  <a:moveTo>
                    <a:pt x="414" y="452"/>
                  </a:moveTo>
                  <a:lnTo>
                    <a:pt x="420" y="452"/>
                  </a:lnTo>
                  <a:lnTo>
                    <a:pt x="424" y="454"/>
                  </a:lnTo>
                  <a:lnTo>
                    <a:pt x="426" y="456"/>
                  </a:lnTo>
                  <a:lnTo>
                    <a:pt x="430" y="462"/>
                  </a:lnTo>
                  <a:lnTo>
                    <a:pt x="430" y="464"/>
                  </a:lnTo>
                  <a:lnTo>
                    <a:pt x="434" y="466"/>
                  </a:lnTo>
                  <a:lnTo>
                    <a:pt x="438" y="466"/>
                  </a:lnTo>
                  <a:lnTo>
                    <a:pt x="440" y="470"/>
                  </a:lnTo>
                  <a:lnTo>
                    <a:pt x="442" y="480"/>
                  </a:lnTo>
                  <a:lnTo>
                    <a:pt x="446" y="496"/>
                  </a:lnTo>
                  <a:lnTo>
                    <a:pt x="444" y="500"/>
                  </a:lnTo>
                  <a:lnTo>
                    <a:pt x="446" y="502"/>
                  </a:lnTo>
                  <a:lnTo>
                    <a:pt x="440" y="504"/>
                  </a:lnTo>
                  <a:lnTo>
                    <a:pt x="436" y="510"/>
                  </a:lnTo>
                  <a:lnTo>
                    <a:pt x="434" y="516"/>
                  </a:lnTo>
                  <a:lnTo>
                    <a:pt x="434" y="520"/>
                  </a:lnTo>
                  <a:lnTo>
                    <a:pt x="436" y="528"/>
                  </a:lnTo>
                  <a:lnTo>
                    <a:pt x="438" y="532"/>
                  </a:lnTo>
                  <a:lnTo>
                    <a:pt x="442" y="534"/>
                  </a:lnTo>
                  <a:lnTo>
                    <a:pt x="448" y="534"/>
                  </a:lnTo>
                  <a:lnTo>
                    <a:pt x="452" y="534"/>
                  </a:lnTo>
                  <a:lnTo>
                    <a:pt x="454" y="536"/>
                  </a:lnTo>
                  <a:lnTo>
                    <a:pt x="456" y="542"/>
                  </a:lnTo>
                  <a:lnTo>
                    <a:pt x="458" y="546"/>
                  </a:lnTo>
                  <a:lnTo>
                    <a:pt x="462" y="548"/>
                  </a:lnTo>
                  <a:lnTo>
                    <a:pt x="466" y="550"/>
                  </a:lnTo>
                  <a:lnTo>
                    <a:pt x="468" y="554"/>
                  </a:lnTo>
                  <a:lnTo>
                    <a:pt x="468" y="558"/>
                  </a:lnTo>
                  <a:lnTo>
                    <a:pt x="466" y="568"/>
                  </a:lnTo>
                  <a:lnTo>
                    <a:pt x="472" y="570"/>
                  </a:lnTo>
                  <a:lnTo>
                    <a:pt x="478" y="574"/>
                  </a:lnTo>
                  <a:lnTo>
                    <a:pt x="484" y="578"/>
                  </a:lnTo>
                  <a:lnTo>
                    <a:pt x="490" y="580"/>
                  </a:lnTo>
                  <a:lnTo>
                    <a:pt x="492" y="582"/>
                  </a:lnTo>
                  <a:lnTo>
                    <a:pt x="496" y="578"/>
                  </a:lnTo>
                  <a:lnTo>
                    <a:pt x="500" y="582"/>
                  </a:lnTo>
                  <a:lnTo>
                    <a:pt x="502" y="582"/>
                  </a:lnTo>
                  <a:lnTo>
                    <a:pt x="506" y="580"/>
                  </a:lnTo>
                  <a:lnTo>
                    <a:pt x="502" y="574"/>
                  </a:lnTo>
                  <a:lnTo>
                    <a:pt x="500" y="568"/>
                  </a:lnTo>
                  <a:lnTo>
                    <a:pt x="500" y="566"/>
                  </a:lnTo>
                  <a:lnTo>
                    <a:pt x="502" y="562"/>
                  </a:lnTo>
                  <a:lnTo>
                    <a:pt x="506" y="560"/>
                  </a:lnTo>
                  <a:lnTo>
                    <a:pt x="518" y="560"/>
                  </a:lnTo>
                  <a:lnTo>
                    <a:pt x="524" y="560"/>
                  </a:lnTo>
                  <a:lnTo>
                    <a:pt x="534" y="558"/>
                  </a:lnTo>
                  <a:lnTo>
                    <a:pt x="542" y="552"/>
                  </a:lnTo>
                  <a:lnTo>
                    <a:pt x="550" y="548"/>
                  </a:lnTo>
                  <a:lnTo>
                    <a:pt x="558" y="546"/>
                  </a:lnTo>
                  <a:lnTo>
                    <a:pt x="564" y="548"/>
                  </a:lnTo>
                  <a:lnTo>
                    <a:pt x="568" y="550"/>
                  </a:lnTo>
                  <a:lnTo>
                    <a:pt x="574" y="552"/>
                  </a:lnTo>
                  <a:lnTo>
                    <a:pt x="578" y="552"/>
                  </a:lnTo>
                  <a:lnTo>
                    <a:pt x="580" y="558"/>
                  </a:lnTo>
                  <a:lnTo>
                    <a:pt x="582" y="562"/>
                  </a:lnTo>
                  <a:lnTo>
                    <a:pt x="590" y="570"/>
                  </a:lnTo>
                  <a:lnTo>
                    <a:pt x="598" y="574"/>
                  </a:lnTo>
                  <a:lnTo>
                    <a:pt x="606" y="576"/>
                  </a:lnTo>
                  <a:lnTo>
                    <a:pt x="620" y="576"/>
                  </a:lnTo>
                  <a:lnTo>
                    <a:pt x="626" y="576"/>
                  </a:lnTo>
                  <a:lnTo>
                    <a:pt x="630" y="578"/>
                  </a:lnTo>
                  <a:lnTo>
                    <a:pt x="638" y="582"/>
                  </a:lnTo>
                  <a:lnTo>
                    <a:pt x="638" y="588"/>
                  </a:lnTo>
                  <a:lnTo>
                    <a:pt x="638" y="594"/>
                  </a:lnTo>
                  <a:lnTo>
                    <a:pt x="640" y="598"/>
                  </a:lnTo>
                  <a:lnTo>
                    <a:pt x="646" y="600"/>
                  </a:lnTo>
                  <a:lnTo>
                    <a:pt x="650" y="596"/>
                  </a:lnTo>
                  <a:lnTo>
                    <a:pt x="648" y="594"/>
                  </a:lnTo>
                  <a:lnTo>
                    <a:pt x="648" y="590"/>
                  </a:lnTo>
                  <a:lnTo>
                    <a:pt x="646" y="584"/>
                  </a:lnTo>
                  <a:lnTo>
                    <a:pt x="662" y="580"/>
                  </a:lnTo>
                  <a:lnTo>
                    <a:pt x="674" y="572"/>
                  </a:lnTo>
                  <a:lnTo>
                    <a:pt x="696" y="558"/>
                  </a:lnTo>
                  <a:lnTo>
                    <a:pt x="696" y="568"/>
                  </a:lnTo>
                  <a:lnTo>
                    <a:pt x="708" y="568"/>
                  </a:lnTo>
                  <a:lnTo>
                    <a:pt x="712" y="562"/>
                  </a:lnTo>
                  <a:lnTo>
                    <a:pt x="714" y="560"/>
                  </a:lnTo>
                  <a:lnTo>
                    <a:pt x="724" y="556"/>
                  </a:lnTo>
                  <a:lnTo>
                    <a:pt x="734" y="554"/>
                  </a:lnTo>
                  <a:lnTo>
                    <a:pt x="738" y="552"/>
                  </a:lnTo>
                  <a:lnTo>
                    <a:pt x="742" y="548"/>
                  </a:lnTo>
                  <a:lnTo>
                    <a:pt x="742" y="550"/>
                  </a:lnTo>
                  <a:lnTo>
                    <a:pt x="746" y="540"/>
                  </a:lnTo>
                  <a:lnTo>
                    <a:pt x="752" y="532"/>
                  </a:lnTo>
                  <a:lnTo>
                    <a:pt x="770" y="518"/>
                  </a:lnTo>
                  <a:lnTo>
                    <a:pt x="772" y="514"/>
                  </a:lnTo>
                  <a:lnTo>
                    <a:pt x="774" y="508"/>
                  </a:lnTo>
                  <a:lnTo>
                    <a:pt x="774" y="498"/>
                  </a:lnTo>
                  <a:lnTo>
                    <a:pt x="774" y="488"/>
                  </a:lnTo>
                  <a:lnTo>
                    <a:pt x="778" y="478"/>
                  </a:lnTo>
                  <a:lnTo>
                    <a:pt x="786" y="466"/>
                  </a:lnTo>
                  <a:lnTo>
                    <a:pt x="792" y="454"/>
                  </a:lnTo>
                  <a:lnTo>
                    <a:pt x="794" y="448"/>
                  </a:lnTo>
                  <a:lnTo>
                    <a:pt x="794" y="442"/>
                  </a:lnTo>
                  <a:lnTo>
                    <a:pt x="792" y="432"/>
                  </a:lnTo>
                  <a:lnTo>
                    <a:pt x="790" y="426"/>
                  </a:lnTo>
                  <a:lnTo>
                    <a:pt x="782" y="420"/>
                  </a:lnTo>
                  <a:lnTo>
                    <a:pt x="772" y="418"/>
                  </a:lnTo>
                  <a:lnTo>
                    <a:pt x="778" y="410"/>
                  </a:lnTo>
                  <a:lnTo>
                    <a:pt x="786" y="406"/>
                  </a:lnTo>
                  <a:lnTo>
                    <a:pt x="778" y="400"/>
                  </a:lnTo>
                  <a:lnTo>
                    <a:pt x="774" y="396"/>
                  </a:lnTo>
                  <a:lnTo>
                    <a:pt x="772" y="392"/>
                  </a:lnTo>
                  <a:lnTo>
                    <a:pt x="776" y="392"/>
                  </a:lnTo>
                  <a:lnTo>
                    <a:pt x="768" y="378"/>
                  </a:lnTo>
                  <a:lnTo>
                    <a:pt x="760" y="366"/>
                  </a:lnTo>
                  <a:lnTo>
                    <a:pt x="750" y="352"/>
                  </a:lnTo>
                  <a:lnTo>
                    <a:pt x="738" y="342"/>
                  </a:lnTo>
                  <a:lnTo>
                    <a:pt x="726" y="338"/>
                  </a:lnTo>
                  <a:lnTo>
                    <a:pt x="720" y="334"/>
                  </a:lnTo>
                  <a:lnTo>
                    <a:pt x="718" y="332"/>
                  </a:lnTo>
                  <a:lnTo>
                    <a:pt x="718" y="328"/>
                  </a:lnTo>
                  <a:lnTo>
                    <a:pt x="718" y="324"/>
                  </a:lnTo>
                  <a:lnTo>
                    <a:pt x="720" y="316"/>
                  </a:lnTo>
                  <a:lnTo>
                    <a:pt x="724" y="312"/>
                  </a:lnTo>
                  <a:lnTo>
                    <a:pt x="728" y="308"/>
                  </a:lnTo>
                  <a:lnTo>
                    <a:pt x="748" y="294"/>
                  </a:lnTo>
                  <a:lnTo>
                    <a:pt x="734" y="286"/>
                  </a:lnTo>
                  <a:lnTo>
                    <a:pt x="726" y="282"/>
                  </a:lnTo>
                  <a:lnTo>
                    <a:pt x="718" y="280"/>
                  </a:lnTo>
                  <a:lnTo>
                    <a:pt x="714" y="282"/>
                  </a:lnTo>
                  <a:lnTo>
                    <a:pt x="710" y="286"/>
                  </a:lnTo>
                  <a:lnTo>
                    <a:pt x="706" y="290"/>
                  </a:lnTo>
                  <a:lnTo>
                    <a:pt x="702" y="290"/>
                  </a:lnTo>
                  <a:lnTo>
                    <a:pt x="662" y="266"/>
                  </a:lnTo>
                  <a:lnTo>
                    <a:pt x="662" y="262"/>
                  </a:lnTo>
                  <a:lnTo>
                    <a:pt x="666" y="260"/>
                  </a:lnTo>
                  <a:lnTo>
                    <a:pt x="670" y="256"/>
                  </a:lnTo>
                  <a:lnTo>
                    <a:pt x="676" y="254"/>
                  </a:lnTo>
                  <a:lnTo>
                    <a:pt x="682" y="250"/>
                  </a:lnTo>
                  <a:lnTo>
                    <a:pt x="686" y="240"/>
                  </a:lnTo>
                  <a:lnTo>
                    <a:pt x="694" y="228"/>
                  </a:lnTo>
                  <a:lnTo>
                    <a:pt x="698" y="224"/>
                  </a:lnTo>
                  <a:lnTo>
                    <a:pt x="704" y="224"/>
                  </a:lnTo>
                  <a:lnTo>
                    <a:pt x="708" y="224"/>
                  </a:lnTo>
                  <a:lnTo>
                    <a:pt x="712" y="228"/>
                  </a:lnTo>
                  <a:lnTo>
                    <a:pt x="714" y="236"/>
                  </a:lnTo>
                  <a:lnTo>
                    <a:pt x="714" y="262"/>
                  </a:lnTo>
                  <a:lnTo>
                    <a:pt x="718" y="262"/>
                  </a:lnTo>
                  <a:lnTo>
                    <a:pt x="724" y="258"/>
                  </a:lnTo>
                  <a:lnTo>
                    <a:pt x="732" y="250"/>
                  </a:lnTo>
                  <a:lnTo>
                    <a:pt x="740" y="242"/>
                  </a:lnTo>
                  <a:lnTo>
                    <a:pt x="742" y="242"/>
                  </a:lnTo>
                  <a:lnTo>
                    <a:pt x="748" y="242"/>
                  </a:lnTo>
                  <a:lnTo>
                    <a:pt x="752" y="234"/>
                  </a:lnTo>
                  <a:lnTo>
                    <a:pt x="760" y="222"/>
                  </a:lnTo>
                  <a:lnTo>
                    <a:pt x="770" y="210"/>
                  </a:lnTo>
                  <a:lnTo>
                    <a:pt x="774" y="212"/>
                  </a:lnTo>
                  <a:lnTo>
                    <a:pt x="780" y="214"/>
                  </a:lnTo>
                  <a:lnTo>
                    <a:pt x="792" y="214"/>
                  </a:lnTo>
                  <a:lnTo>
                    <a:pt x="790" y="208"/>
                  </a:lnTo>
                  <a:lnTo>
                    <a:pt x="792" y="204"/>
                  </a:lnTo>
                  <a:lnTo>
                    <a:pt x="796" y="198"/>
                  </a:lnTo>
                  <a:lnTo>
                    <a:pt x="802" y="188"/>
                  </a:lnTo>
                  <a:lnTo>
                    <a:pt x="806" y="190"/>
                  </a:lnTo>
                  <a:lnTo>
                    <a:pt x="810" y="192"/>
                  </a:lnTo>
                  <a:lnTo>
                    <a:pt x="814" y="190"/>
                  </a:lnTo>
                  <a:lnTo>
                    <a:pt x="818" y="188"/>
                  </a:lnTo>
                  <a:lnTo>
                    <a:pt x="818" y="186"/>
                  </a:lnTo>
                  <a:lnTo>
                    <a:pt x="820" y="188"/>
                  </a:lnTo>
                  <a:lnTo>
                    <a:pt x="814" y="172"/>
                  </a:lnTo>
                  <a:lnTo>
                    <a:pt x="808" y="164"/>
                  </a:lnTo>
                  <a:lnTo>
                    <a:pt x="800" y="158"/>
                  </a:lnTo>
                  <a:lnTo>
                    <a:pt x="800" y="142"/>
                  </a:lnTo>
                  <a:lnTo>
                    <a:pt x="812" y="146"/>
                  </a:lnTo>
                  <a:lnTo>
                    <a:pt x="820" y="152"/>
                  </a:lnTo>
                  <a:lnTo>
                    <a:pt x="820" y="142"/>
                  </a:lnTo>
                  <a:lnTo>
                    <a:pt x="820" y="136"/>
                  </a:lnTo>
                  <a:lnTo>
                    <a:pt x="820" y="124"/>
                  </a:lnTo>
                  <a:lnTo>
                    <a:pt x="818" y="110"/>
                  </a:lnTo>
                  <a:lnTo>
                    <a:pt x="814" y="100"/>
                  </a:lnTo>
                  <a:lnTo>
                    <a:pt x="806" y="86"/>
                  </a:lnTo>
                  <a:lnTo>
                    <a:pt x="798" y="92"/>
                  </a:lnTo>
                  <a:lnTo>
                    <a:pt x="792" y="98"/>
                  </a:lnTo>
                  <a:lnTo>
                    <a:pt x="786" y="102"/>
                  </a:lnTo>
                  <a:lnTo>
                    <a:pt x="774" y="104"/>
                  </a:lnTo>
                  <a:lnTo>
                    <a:pt x="770" y="104"/>
                  </a:lnTo>
                  <a:lnTo>
                    <a:pt x="764" y="102"/>
                  </a:lnTo>
                  <a:lnTo>
                    <a:pt x="756" y="96"/>
                  </a:lnTo>
                  <a:lnTo>
                    <a:pt x="750" y="88"/>
                  </a:lnTo>
                  <a:lnTo>
                    <a:pt x="744" y="80"/>
                  </a:lnTo>
                  <a:lnTo>
                    <a:pt x="732" y="76"/>
                  </a:lnTo>
                  <a:lnTo>
                    <a:pt x="718" y="72"/>
                  </a:lnTo>
                  <a:lnTo>
                    <a:pt x="704" y="68"/>
                  </a:lnTo>
                  <a:lnTo>
                    <a:pt x="690" y="62"/>
                  </a:lnTo>
                  <a:lnTo>
                    <a:pt x="680" y="54"/>
                  </a:lnTo>
                  <a:lnTo>
                    <a:pt x="668" y="46"/>
                  </a:lnTo>
                  <a:lnTo>
                    <a:pt x="646" y="24"/>
                  </a:lnTo>
                  <a:lnTo>
                    <a:pt x="634" y="16"/>
                  </a:lnTo>
                  <a:lnTo>
                    <a:pt x="622" y="8"/>
                  </a:lnTo>
                  <a:lnTo>
                    <a:pt x="606" y="2"/>
                  </a:lnTo>
                  <a:lnTo>
                    <a:pt x="584" y="0"/>
                  </a:lnTo>
                  <a:lnTo>
                    <a:pt x="572" y="0"/>
                  </a:lnTo>
                  <a:lnTo>
                    <a:pt x="562" y="2"/>
                  </a:lnTo>
                  <a:lnTo>
                    <a:pt x="556" y="4"/>
                  </a:lnTo>
                  <a:lnTo>
                    <a:pt x="552" y="8"/>
                  </a:lnTo>
                  <a:lnTo>
                    <a:pt x="550" y="12"/>
                  </a:lnTo>
                  <a:lnTo>
                    <a:pt x="550" y="18"/>
                  </a:lnTo>
                  <a:lnTo>
                    <a:pt x="552" y="20"/>
                  </a:lnTo>
                  <a:lnTo>
                    <a:pt x="556" y="24"/>
                  </a:lnTo>
                  <a:lnTo>
                    <a:pt x="562" y="30"/>
                  </a:lnTo>
                  <a:lnTo>
                    <a:pt x="564" y="40"/>
                  </a:lnTo>
                  <a:lnTo>
                    <a:pt x="566" y="50"/>
                  </a:lnTo>
                  <a:lnTo>
                    <a:pt x="566" y="56"/>
                  </a:lnTo>
                  <a:lnTo>
                    <a:pt x="566" y="62"/>
                  </a:lnTo>
                  <a:lnTo>
                    <a:pt x="562" y="66"/>
                  </a:lnTo>
                  <a:lnTo>
                    <a:pt x="560" y="68"/>
                  </a:lnTo>
                  <a:lnTo>
                    <a:pt x="550" y="68"/>
                  </a:lnTo>
                  <a:lnTo>
                    <a:pt x="536" y="66"/>
                  </a:lnTo>
                  <a:lnTo>
                    <a:pt x="538" y="88"/>
                  </a:lnTo>
                  <a:lnTo>
                    <a:pt x="538" y="94"/>
                  </a:lnTo>
                  <a:lnTo>
                    <a:pt x="542" y="98"/>
                  </a:lnTo>
                  <a:lnTo>
                    <a:pt x="544" y="102"/>
                  </a:lnTo>
                  <a:lnTo>
                    <a:pt x="550" y="102"/>
                  </a:lnTo>
                  <a:lnTo>
                    <a:pt x="568" y="102"/>
                  </a:lnTo>
                  <a:lnTo>
                    <a:pt x="576" y="100"/>
                  </a:lnTo>
                  <a:lnTo>
                    <a:pt x="582" y="98"/>
                  </a:lnTo>
                  <a:lnTo>
                    <a:pt x="592" y="100"/>
                  </a:lnTo>
                  <a:lnTo>
                    <a:pt x="602" y="106"/>
                  </a:lnTo>
                  <a:lnTo>
                    <a:pt x="610" y="112"/>
                  </a:lnTo>
                  <a:lnTo>
                    <a:pt x="616" y="120"/>
                  </a:lnTo>
                  <a:lnTo>
                    <a:pt x="596" y="122"/>
                  </a:lnTo>
                  <a:lnTo>
                    <a:pt x="578" y="124"/>
                  </a:lnTo>
                  <a:lnTo>
                    <a:pt x="576" y="128"/>
                  </a:lnTo>
                  <a:lnTo>
                    <a:pt x="576" y="132"/>
                  </a:lnTo>
                  <a:lnTo>
                    <a:pt x="574" y="134"/>
                  </a:lnTo>
                  <a:lnTo>
                    <a:pt x="574" y="140"/>
                  </a:lnTo>
                  <a:lnTo>
                    <a:pt x="570" y="142"/>
                  </a:lnTo>
                  <a:lnTo>
                    <a:pt x="566" y="142"/>
                  </a:lnTo>
                  <a:lnTo>
                    <a:pt x="556" y="144"/>
                  </a:lnTo>
                  <a:lnTo>
                    <a:pt x="552" y="146"/>
                  </a:lnTo>
                  <a:lnTo>
                    <a:pt x="550" y="150"/>
                  </a:lnTo>
                  <a:lnTo>
                    <a:pt x="544" y="152"/>
                  </a:lnTo>
                  <a:lnTo>
                    <a:pt x="538" y="154"/>
                  </a:lnTo>
                  <a:lnTo>
                    <a:pt x="532" y="154"/>
                  </a:lnTo>
                  <a:lnTo>
                    <a:pt x="528" y="152"/>
                  </a:lnTo>
                  <a:lnTo>
                    <a:pt x="524" y="150"/>
                  </a:lnTo>
                  <a:lnTo>
                    <a:pt x="522" y="150"/>
                  </a:lnTo>
                  <a:lnTo>
                    <a:pt x="518" y="152"/>
                  </a:lnTo>
                  <a:lnTo>
                    <a:pt x="516" y="156"/>
                  </a:lnTo>
                  <a:lnTo>
                    <a:pt x="516" y="160"/>
                  </a:lnTo>
                  <a:lnTo>
                    <a:pt x="518" y="160"/>
                  </a:lnTo>
                  <a:lnTo>
                    <a:pt x="524" y="164"/>
                  </a:lnTo>
                  <a:lnTo>
                    <a:pt x="528" y="166"/>
                  </a:lnTo>
                  <a:lnTo>
                    <a:pt x="530" y="168"/>
                  </a:lnTo>
                  <a:lnTo>
                    <a:pt x="530" y="172"/>
                  </a:lnTo>
                  <a:lnTo>
                    <a:pt x="530" y="176"/>
                  </a:lnTo>
                  <a:lnTo>
                    <a:pt x="526" y="182"/>
                  </a:lnTo>
                  <a:lnTo>
                    <a:pt x="518" y="188"/>
                  </a:lnTo>
                  <a:lnTo>
                    <a:pt x="508" y="194"/>
                  </a:lnTo>
                  <a:lnTo>
                    <a:pt x="496" y="198"/>
                  </a:lnTo>
                  <a:lnTo>
                    <a:pt x="468" y="198"/>
                  </a:lnTo>
                  <a:lnTo>
                    <a:pt x="458" y="206"/>
                  </a:lnTo>
                  <a:lnTo>
                    <a:pt x="452" y="210"/>
                  </a:lnTo>
                  <a:lnTo>
                    <a:pt x="444" y="212"/>
                  </a:lnTo>
                  <a:lnTo>
                    <a:pt x="430" y="210"/>
                  </a:lnTo>
                  <a:lnTo>
                    <a:pt x="414" y="206"/>
                  </a:lnTo>
                  <a:lnTo>
                    <a:pt x="402" y="200"/>
                  </a:lnTo>
                  <a:lnTo>
                    <a:pt x="392" y="194"/>
                  </a:lnTo>
                  <a:lnTo>
                    <a:pt x="348" y="194"/>
                  </a:lnTo>
                  <a:lnTo>
                    <a:pt x="348" y="192"/>
                  </a:lnTo>
                  <a:lnTo>
                    <a:pt x="314" y="192"/>
                  </a:lnTo>
                  <a:lnTo>
                    <a:pt x="306" y="188"/>
                  </a:lnTo>
                  <a:lnTo>
                    <a:pt x="298" y="180"/>
                  </a:lnTo>
                  <a:lnTo>
                    <a:pt x="290" y="172"/>
                  </a:lnTo>
                  <a:lnTo>
                    <a:pt x="280" y="166"/>
                  </a:lnTo>
                  <a:lnTo>
                    <a:pt x="272" y="160"/>
                  </a:lnTo>
                  <a:lnTo>
                    <a:pt x="262" y="160"/>
                  </a:lnTo>
                  <a:lnTo>
                    <a:pt x="252" y="156"/>
                  </a:lnTo>
                  <a:lnTo>
                    <a:pt x="244" y="152"/>
                  </a:lnTo>
                  <a:lnTo>
                    <a:pt x="214" y="152"/>
                  </a:lnTo>
                  <a:lnTo>
                    <a:pt x="210" y="146"/>
                  </a:lnTo>
                  <a:lnTo>
                    <a:pt x="206" y="140"/>
                  </a:lnTo>
                  <a:lnTo>
                    <a:pt x="202" y="126"/>
                  </a:lnTo>
                  <a:lnTo>
                    <a:pt x="198" y="118"/>
                  </a:lnTo>
                  <a:lnTo>
                    <a:pt x="194" y="112"/>
                  </a:lnTo>
                  <a:lnTo>
                    <a:pt x="182" y="104"/>
                  </a:lnTo>
                  <a:lnTo>
                    <a:pt x="174" y="100"/>
                  </a:lnTo>
                  <a:lnTo>
                    <a:pt x="168" y="98"/>
                  </a:lnTo>
                  <a:lnTo>
                    <a:pt x="154" y="92"/>
                  </a:lnTo>
                  <a:lnTo>
                    <a:pt x="146" y="90"/>
                  </a:lnTo>
                  <a:lnTo>
                    <a:pt x="140" y="86"/>
                  </a:lnTo>
                  <a:lnTo>
                    <a:pt x="138" y="82"/>
                  </a:lnTo>
                  <a:lnTo>
                    <a:pt x="134" y="76"/>
                  </a:lnTo>
                  <a:lnTo>
                    <a:pt x="134" y="78"/>
                  </a:lnTo>
                  <a:lnTo>
                    <a:pt x="122" y="86"/>
                  </a:lnTo>
                  <a:lnTo>
                    <a:pt x="114" y="94"/>
                  </a:lnTo>
                  <a:lnTo>
                    <a:pt x="126" y="108"/>
                  </a:lnTo>
                  <a:lnTo>
                    <a:pt x="116" y="116"/>
                  </a:lnTo>
                  <a:lnTo>
                    <a:pt x="110" y="118"/>
                  </a:lnTo>
                  <a:lnTo>
                    <a:pt x="100" y="116"/>
                  </a:lnTo>
                  <a:lnTo>
                    <a:pt x="88" y="112"/>
                  </a:lnTo>
                  <a:lnTo>
                    <a:pt x="92" y="130"/>
                  </a:lnTo>
                  <a:lnTo>
                    <a:pt x="92" y="140"/>
                  </a:lnTo>
                  <a:lnTo>
                    <a:pt x="90" y="148"/>
                  </a:lnTo>
                  <a:lnTo>
                    <a:pt x="86" y="150"/>
                  </a:lnTo>
                  <a:lnTo>
                    <a:pt x="84" y="150"/>
                  </a:lnTo>
                  <a:lnTo>
                    <a:pt x="78" y="150"/>
                  </a:lnTo>
                  <a:lnTo>
                    <a:pt x="68" y="146"/>
                  </a:lnTo>
                  <a:lnTo>
                    <a:pt x="70" y="156"/>
                  </a:lnTo>
                  <a:lnTo>
                    <a:pt x="76" y="164"/>
                  </a:lnTo>
                  <a:lnTo>
                    <a:pt x="80" y="176"/>
                  </a:lnTo>
                  <a:lnTo>
                    <a:pt x="82" y="188"/>
                  </a:lnTo>
                  <a:lnTo>
                    <a:pt x="78" y="194"/>
                  </a:lnTo>
                  <a:lnTo>
                    <a:pt x="74" y="200"/>
                  </a:lnTo>
                  <a:lnTo>
                    <a:pt x="64" y="214"/>
                  </a:lnTo>
                  <a:lnTo>
                    <a:pt x="50" y="228"/>
                  </a:lnTo>
                  <a:lnTo>
                    <a:pt x="38" y="236"/>
                  </a:lnTo>
                  <a:lnTo>
                    <a:pt x="28" y="238"/>
                  </a:lnTo>
                  <a:lnTo>
                    <a:pt x="14" y="240"/>
                  </a:lnTo>
                  <a:lnTo>
                    <a:pt x="8" y="242"/>
                  </a:lnTo>
                  <a:lnTo>
                    <a:pt x="4" y="244"/>
                  </a:lnTo>
                  <a:lnTo>
                    <a:pt x="2" y="248"/>
                  </a:lnTo>
                  <a:lnTo>
                    <a:pt x="0" y="254"/>
                  </a:lnTo>
                  <a:lnTo>
                    <a:pt x="2" y="258"/>
                  </a:lnTo>
                  <a:lnTo>
                    <a:pt x="4" y="262"/>
                  </a:lnTo>
                  <a:lnTo>
                    <a:pt x="14" y="268"/>
                  </a:lnTo>
                  <a:lnTo>
                    <a:pt x="24" y="276"/>
                  </a:lnTo>
                  <a:lnTo>
                    <a:pt x="26" y="280"/>
                  </a:lnTo>
                  <a:lnTo>
                    <a:pt x="26" y="286"/>
                  </a:lnTo>
                  <a:lnTo>
                    <a:pt x="20" y="288"/>
                  </a:lnTo>
                  <a:lnTo>
                    <a:pt x="14" y="290"/>
                  </a:lnTo>
                  <a:lnTo>
                    <a:pt x="18" y="292"/>
                  </a:lnTo>
                  <a:lnTo>
                    <a:pt x="20" y="294"/>
                  </a:lnTo>
                  <a:lnTo>
                    <a:pt x="28" y="296"/>
                  </a:lnTo>
                  <a:lnTo>
                    <a:pt x="28" y="298"/>
                  </a:lnTo>
                  <a:lnTo>
                    <a:pt x="36" y="298"/>
                  </a:lnTo>
                  <a:lnTo>
                    <a:pt x="44" y="302"/>
                  </a:lnTo>
                  <a:lnTo>
                    <a:pt x="50" y="308"/>
                  </a:lnTo>
                  <a:lnTo>
                    <a:pt x="54" y="316"/>
                  </a:lnTo>
                  <a:lnTo>
                    <a:pt x="58" y="320"/>
                  </a:lnTo>
                  <a:lnTo>
                    <a:pt x="62" y="322"/>
                  </a:lnTo>
                  <a:lnTo>
                    <a:pt x="68" y="322"/>
                  </a:lnTo>
                  <a:lnTo>
                    <a:pt x="74" y="324"/>
                  </a:lnTo>
                  <a:lnTo>
                    <a:pt x="78" y="324"/>
                  </a:lnTo>
                  <a:lnTo>
                    <a:pt x="82" y="326"/>
                  </a:lnTo>
                  <a:lnTo>
                    <a:pt x="84" y="326"/>
                  </a:lnTo>
                  <a:lnTo>
                    <a:pt x="86" y="324"/>
                  </a:lnTo>
                  <a:lnTo>
                    <a:pt x="90" y="322"/>
                  </a:lnTo>
                  <a:lnTo>
                    <a:pt x="94" y="320"/>
                  </a:lnTo>
                  <a:lnTo>
                    <a:pt x="100" y="320"/>
                  </a:lnTo>
                  <a:lnTo>
                    <a:pt x="108" y="320"/>
                  </a:lnTo>
                  <a:lnTo>
                    <a:pt x="114" y="324"/>
                  </a:lnTo>
                  <a:lnTo>
                    <a:pt x="116" y="324"/>
                  </a:lnTo>
                  <a:lnTo>
                    <a:pt x="122" y="326"/>
                  </a:lnTo>
                  <a:lnTo>
                    <a:pt x="122" y="332"/>
                  </a:lnTo>
                  <a:lnTo>
                    <a:pt x="120" y="336"/>
                  </a:lnTo>
                  <a:lnTo>
                    <a:pt x="114" y="344"/>
                  </a:lnTo>
                  <a:lnTo>
                    <a:pt x="112" y="352"/>
                  </a:lnTo>
                  <a:lnTo>
                    <a:pt x="110" y="358"/>
                  </a:lnTo>
                  <a:lnTo>
                    <a:pt x="112" y="362"/>
                  </a:lnTo>
                  <a:lnTo>
                    <a:pt x="114" y="368"/>
                  </a:lnTo>
                  <a:lnTo>
                    <a:pt x="122" y="376"/>
                  </a:lnTo>
                  <a:lnTo>
                    <a:pt x="120" y="378"/>
                  </a:lnTo>
                  <a:lnTo>
                    <a:pt x="118" y="378"/>
                  </a:lnTo>
                  <a:lnTo>
                    <a:pt x="112" y="380"/>
                  </a:lnTo>
                  <a:lnTo>
                    <a:pt x="114" y="388"/>
                  </a:lnTo>
                  <a:lnTo>
                    <a:pt x="114" y="392"/>
                  </a:lnTo>
                  <a:lnTo>
                    <a:pt x="116" y="396"/>
                  </a:lnTo>
                  <a:lnTo>
                    <a:pt x="118" y="400"/>
                  </a:lnTo>
                  <a:lnTo>
                    <a:pt x="126" y="404"/>
                  </a:lnTo>
                  <a:lnTo>
                    <a:pt x="136" y="408"/>
                  </a:lnTo>
                  <a:lnTo>
                    <a:pt x="144" y="416"/>
                  </a:lnTo>
                  <a:lnTo>
                    <a:pt x="152" y="424"/>
                  </a:lnTo>
                  <a:lnTo>
                    <a:pt x="158" y="424"/>
                  </a:lnTo>
                  <a:lnTo>
                    <a:pt x="162" y="424"/>
                  </a:lnTo>
                  <a:lnTo>
                    <a:pt x="164" y="422"/>
                  </a:lnTo>
                  <a:lnTo>
                    <a:pt x="166" y="420"/>
                  </a:lnTo>
                  <a:lnTo>
                    <a:pt x="168" y="420"/>
                  </a:lnTo>
                  <a:lnTo>
                    <a:pt x="180" y="428"/>
                  </a:lnTo>
                  <a:lnTo>
                    <a:pt x="190" y="436"/>
                  </a:lnTo>
                  <a:lnTo>
                    <a:pt x="198" y="442"/>
                  </a:lnTo>
                  <a:lnTo>
                    <a:pt x="208" y="446"/>
                  </a:lnTo>
                  <a:lnTo>
                    <a:pt x="220" y="450"/>
                  </a:lnTo>
                  <a:lnTo>
                    <a:pt x="222" y="452"/>
                  </a:lnTo>
                  <a:lnTo>
                    <a:pt x="226" y="456"/>
                  </a:lnTo>
                  <a:lnTo>
                    <a:pt x="230" y="458"/>
                  </a:lnTo>
                  <a:lnTo>
                    <a:pt x="236" y="460"/>
                  </a:lnTo>
                  <a:lnTo>
                    <a:pt x="240" y="460"/>
                  </a:lnTo>
                  <a:lnTo>
                    <a:pt x="242" y="460"/>
                  </a:lnTo>
                  <a:lnTo>
                    <a:pt x="244" y="460"/>
                  </a:lnTo>
                  <a:lnTo>
                    <a:pt x="250" y="464"/>
                  </a:lnTo>
                  <a:lnTo>
                    <a:pt x="256" y="466"/>
                  </a:lnTo>
                  <a:lnTo>
                    <a:pt x="274" y="466"/>
                  </a:lnTo>
                  <a:lnTo>
                    <a:pt x="274" y="468"/>
                  </a:lnTo>
                  <a:lnTo>
                    <a:pt x="274" y="464"/>
                  </a:lnTo>
                  <a:lnTo>
                    <a:pt x="278" y="462"/>
                  </a:lnTo>
                  <a:lnTo>
                    <a:pt x="284" y="460"/>
                  </a:lnTo>
                  <a:lnTo>
                    <a:pt x="288" y="472"/>
                  </a:lnTo>
                  <a:lnTo>
                    <a:pt x="290" y="468"/>
                  </a:lnTo>
                  <a:lnTo>
                    <a:pt x="294" y="462"/>
                  </a:lnTo>
                  <a:lnTo>
                    <a:pt x="298" y="460"/>
                  </a:lnTo>
                  <a:lnTo>
                    <a:pt x="302" y="458"/>
                  </a:lnTo>
                  <a:lnTo>
                    <a:pt x="312" y="460"/>
                  </a:lnTo>
                  <a:lnTo>
                    <a:pt x="322" y="464"/>
                  </a:lnTo>
                  <a:lnTo>
                    <a:pt x="332" y="472"/>
                  </a:lnTo>
                  <a:lnTo>
                    <a:pt x="336" y="478"/>
                  </a:lnTo>
                  <a:lnTo>
                    <a:pt x="336" y="480"/>
                  </a:lnTo>
                  <a:lnTo>
                    <a:pt x="338" y="478"/>
                  </a:lnTo>
                  <a:lnTo>
                    <a:pt x="340" y="470"/>
                  </a:lnTo>
                  <a:lnTo>
                    <a:pt x="344" y="460"/>
                  </a:lnTo>
                  <a:lnTo>
                    <a:pt x="348" y="454"/>
                  </a:lnTo>
                  <a:lnTo>
                    <a:pt x="356" y="446"/>
                  </a:lnTo>
                  <a:lnTo>
                    <a:pt x="362" y="442"/>
                  </a:lnTo>
                  <a:lnTo>
                    <a:pt x="372" y="438"/>
                  </a:lnTo>
                  <a:lnTo>
                    <a:pt x="374" y="440"/>
                  </a:lnTo>
                  <a:lnTo>
                    <a:pt x="376" y="440"/>
                  </a:lnTo>
                  <a:lnTo>
                    <a:pt x="380" y="442"/>
                  </a:lnTo>
                  <a:lnTo>
                    <a:pt x="382" y="440"/>
                  </a:lnTo>
                  <a:lnTo>
                    <a:pt x="386" y="438"/>
                  </a:lnTo>
                  <a:lnTo>
                    <a:pt x="386" y="436"/>
                  </a:lnTo>
                  <a:lnTo>
                    <a:pt x="392" y="436"/>
                  </a:lnTo>
                  <a:lnTo>
                    <a:pt x="400" y="444"/>
                  </a:lnTo>
                  <a:lnTo>
                    <a:pt x="400" y="448"/>
                  </a:lnTo>
                  <a:lnTo>
                    <a:pt x="400" y="450"/>
                  </a:lnTo>
                  <a:lnTo>
                    <a:pt x="404" y="454"/>
                  </a:lnTo>
                  <a:lnTo>
                    <a:pt x="410" y="456"/>
                  </a:lnTo>
                  <a:lnTo>
                    <a:pt x="414" y="456"/>
                  </a:lnTo>
                  <a:lnTo>
                    <a:pt x="414" y="45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"/>
            <p:cNvSpPr/>
            <p:nvPr/>
          </p:nvSpPr>
          <p:spPr>
            <a:xfrm>
              <a:off x="8698320" y="2674800"/>
              <a:ext cx="163800" cy="124560"/>
            </a:xfrm>
            <a:custGeom>
              <a:avLst/>
              <a:gdLst/>
              <a:ahLst/>
              <a:rect l="l" t="t" r="r" b="b"/>
              <a:pathLst>
                <a:path w="82" h="70">
                  <a:moveTo>
                    <a:pt x="28" y="52"/>
                  </a:moveTo>
                  <a:lnTo>
                    <a:pt x="20" y="54"/>
                  </a:lnTo>
                  <a:lnTo>
                    <a:pt x="14" y="56"/>
                  </a:lnTo>
                  <a:lnTo>
                    <a:pt x="26" y="62"/>
                  </a:lnTo>
                  <a:lnTo>
                    <a:pt x="30" y="64"/>
                  </a:lnTo>
                  <a:lnTo>
                    <a:pt x="36" y="70"/>
                  </a:lnTo>
                  <a:lnTo>
                    <a:pt x="20" y="70"/>
                  </a:lnTo>
                  <a:lnTo>
                    <a:pt x="14" y="62"/>
                  </a:lnTo>
                  <a:lnTo>
                    <a:pt x="12" y="58"/>
                  </a:lnTo>
                  <a:lnTo>
                    <a:pt x="8" y="56"/>
                  </a:lnTo>
                  <a:lnTo>
                    <a:pt x="10" y="50"/>
                  </a:lnTo>
                  <a:lnTo>
                    <a:pt x="14" y="46"/>
                  </a:lnTo>
                  <a:lnTo>
                    <a:pt x="12" y="44"/>
                  </a:lnTo>
                  <a:lnTo>
                    <a:pt x="10" y="40"/>
                  </a:lnTo>
                  <a:lnTo>
                    <a:pt x="18" y="40"/>
                  </a:lnTo>
                  <a:lnTo>
                    <a:pt x="16" y="34"/>
                  </a:lnTo>
                  <a:lnTo>
                    <a:pt x="14" y="28"/>
                  </a:lnTo>
                  <a:lnTo>
                    <a:pt x="14" y="16"/>
                  </a:lnTo>
                  <a:lnTo>
                    <a:pt x="10" y="12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2" y="4"/>
                  </a:lnTo>
                  <a:lnTo>
                    <a:pt x="24" y="14"/>
                  </a:lnTo>
                  <a:lnTo>
                    <a:pt x="40" y="22"/>
                  </a:lnTo>
                  <a:lnTo>
                    <a:pt x="46" y="24"/>
                  </a:lnTo>
                  <a:lnTo>
                    <a:pt x="54" y="26"/>
                  </a:lnTo>
                  <a:lnTo>
                    <a:pt x="60" y="26"/>
                  </a:lnTo>
                  <a:lnTo>
                    <a:pt x="66" y="24"/>
                  </a:lnTo>
                  <a:lnTo>
                    <a:pt x="74" y="20"/>
                  </a:lnTo>
                  <a:lnTo>
                    <a:pt x="74" y="30"/>
                  </a:lnTo>
                  <a:lnTo>
                    <a:pt x="74" y="34"/>
                  </a:lnTo>
                  <a:lnTo>
                    <a:pt x="76" y="36"/>
                  </a:lnTo>
                  <a:lnTo>
                    <a:pt x="82" y="42"/>
                  </a:lnTo>
                  <a:lnTo>
                    <a:pt x="78" y="44"/>
                  </a:lnTo>
                  <a:lnTo>
                    <a:pt x="72" y="44"/>
                  </a:lnTo>
                  <a:lnTo>
                    <a:pt x="60" y="46"/>
                  </a:lnTo>
                  <a:lnTo>
                    <a:pt x="60" y="62"/>
                  </a:lnTo>
                  <a:lnTo>
                    <a:pt x="52" y="60"/>
                  </a:lnTo>
                  <a:lnTo>
                    <a:pt x="44" y="56"/>
                  </a:lnTo>
                  <a:lnTo>
                    <a:pt x="38" y="54"/>
                  </a:lnTo>
                  <a:lnTo>
                    <a:pt x="28" y="5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0" name=""/>
            <p:cNvSpPr/>
            <p:nvPr/>
          </p:nvSpPr>
          <p:spPr>
            <a:xfrm>
              <a:off x="8604000" y="2808000"/>
              <a:ext cx="270000" cy="263160"/>
            </a:xfrm>
            <a:custGeom>
              <a:avLst/>
              <a:gdLst/>
              <a:ahLst/>
              <a:rect l="l" t="t" r="r" b="b"/>
              <a:pathLst>
                <a:path w="136" h="148">
                  <a:moveTo>
                    <a:pt x="76" y="12"/>
                  </a:moveTo>
                  <a:lnTo>
                    <a:pt x="78" y="6"/>
                  </a:lnTo>
                  <a:lnTo>
                    <a:pt x="80" y="4"/>
                  </a:lnTo>
                  <a:lnTo>
                    <a:pt x="86" y="0"/>
                  </a:lnTo>
                  <a:lnTo>
                    <a:pt x="98" y="10"/>
                  </a:lnTo>
                  <a:lnTo>
                    <a:pt x="110" y="24"/>
                  </a:lnTo>
                  <a:lnTo>
                    <a:pt x="116" y="30"/>
                  </a:lnTo>
                  <a:lnTo>
                    <a:pt x="118" y="38"/>
                  </a:lnTo>
                  <a:lnTo>
                    <a:pt x="122" y="46"/>
                  </a:lnTo>
                  <a:lnTo>
                    <a:pt x="122" y="52"/>
                  </a:lnTo>
                  <a:lnTo>
                    <a:pt x="120" y="56"/>
                  </a:lnTo>
                  <a:lnTo>
                    <a:pt x="118" y="60"/>
                  </a:lnTo>
                  <a:lnTo>
                    <a:pt x="126" y="78"/>
                  </a:lnTo>
                  <a:lnTo>
                    <a:pt x="136" y="102"/>
                  </a:lnTo>
                  <a:lnTo>
                    <a:pt x="134" y="110"/>
                  </a:lnTo>
                  <a:lnTo>
                    <a:pt x="132" y="114"/>
                  </a:lnTo>
                  <a:lnTo>
                    <a:pt x="130" y="114"/>
                  </a:lnTo>
                  <a:lnTo>
                    <a:pt x="126" y="114"/>
                  </a:lnTo>
                  <a:lnTo>
                    <a:pt x="126" y="110"/>
                  </a:lnTo>
                  <a:lnTo>
                    <a:pt x="130" y="106"/>
                  </a:lnTo>
                  <a:lnTo>
                    <a:pt x="122" y="108"/>
                  </a:lnTo>
                  <a:lnTo>
                    <a:pt x="118" y="110"/>
                  </a:lnTo>
                  <a:lnTo>
                    <a:pt x="116" y="120"/>
                  </a:lnTo>
                  <a:lnTo>
                    <a:pt x="116" y="116"/>
                  </a:lnTo>
                  <a:lnTo>
                    <a:pt x="114" y="114"/>
                  </a:lnTo>
                  <a:lnTo>
                    <a:pt x="108" y="120"/>
                  </a:lnTo>
                  <a:lnTo>
                    <a:pt x="104" y="122"/>
                  </a:lnTo>
                  <a:lnTo>
                    <a:pt x="100" y="122"/>
                  </a:lnTo>
                  <a:lnTo>
                    <a:pt x="92" y="122"/>
                  </a:lnTo>
                  <a:lnTo>
                    <a:pt x="88" y="120"/>
                  </a:lnTo>
                  <a:lnTo>
                    <a:pt x="84" y="120"/>
                  </a:lnTo>
                  <a:lnTo>
                    <a:pt x="82" y="120"/>
                  </a:lnTo>
                  <a:lnTo>
                    <a:pt x="82" y="122"/>
                  </a:lnTo>
                  <a:lnTo>
                    <a:pt x="86" y="128"/>
                  </a:lnTo>
                  <a:lnTo>
                    <a:pt x="90" y="132"/>
                  </a:lnTo>
                  <a:lnTo>
                    <a:pt x="86" y="138"/>
                  </a:lnTo>
                  <a:lnTo>
                    <a:pt x="82" y="148"/>
                  </a:lnTo>
                  <a:lnTo>
                    <a:pt x="74" y="144"/>
                  </a:lnTo>
                  <a:lnTo>
                    <a:pt x="70" y="138"/>
                  </a:lnTo>
                  <a:lnTo>
                    <a:pt x="66" y="132"/>
                  </a:lnTo>
                  <a:lnTo>
                    <a:pt x="64" y="122"/>
                  </a:lnTo>
                  <a:lnTo>
                    <a:pt x="54" y="122"/>
                  </a:lnTo>
                  <a:lnTo>
                    <a:pt x="46" y="124"/>
                  </a:lnTo>
                  <a:lnTo>
                    <a:pt x="38" y="126"/>
                  </a:lnTo>
                  <a:lnTo>
                    <a:pt x="30" y="130"/>
                  </a:lnTo>
                  <a:lnTo>
                    <a:pt x="20" y="130"/>
                  </a:lnTo>
                  <a:lnTo>
                    <a:pt x="20" y="136"/>
                  </a:lnTo>
                  <a:lnTo>
                    <a:pt x="8" y="134"/>
                  </a:lnTo>
                  <a:lnTo>
                    <a:pt x="2" y="134"/>
                  </a:lnTo>
                  <a:lnTo>
                    <a:pt x="0" y="132"/>
                  </a:lnTo>
                  <a:lnTo>
                    <a:pt x="0" y="128"/>
                  </a:lnTo>
                  <a:lnTo>
                    <a:pt x="6" y="126"/>
                  </a:lnTo>
                  <a:lnTo>
                    <a:pt x="8" y="124"/>
                  </a:lnTo>
                  <a:lnTo>
                    <a:pt x="14" y="116"/>
                  </a:lnTo>
                  <a:lnTo>
                    <a:pt x="20" y="108"/>
                  </a:lnTo>
                  <a:lnTo>
                    <a:pt x="24" y="106"/>
                  </a:lnTo>
                  <a:lnTo>
                    <a:pt x="28" y="106"/>
                  </a:lnTo>
                  <a:lnTo>
                    <a:pt x="34" y="106"/>
                  </a:lnTo>
                  <a:lnTo>
                    <a:pt x="36" y="104"/>
                  </a:lnTo>
                  <a:lnTo>
                    <a:pt x="42" y="102"/>
                  </a:lnTo>
                  <a:lnTo>
                    <a:pt x="46" y="102"/>
                  </a:lnTo>
                  <a:lnTo>
                    <a:pt x="52" y="102"/>
                  </a:lnTo>
                  <a:lnTo>
                    <a:pt x="54" y="104"/>
                  </a:lnTo>
                  <a:lnTo>
                    <a:pt x="60" y="108"/>
                  </a:lnTo>
                  <a:lnTo>
                    <a:pt x="62" y="106"/>
                  </a:lnTo>
                  <a:lnTo>
                    <a:pt x="62" y="102"/>
                  </a:lnTo>
                  <a:lnTo>
                    <a:pt x="62" y="96"/>
                  </a:lnTo>
                  <a:lnTo>
                    <a:pt x="60" y="94"/>
                  </a:lnTo>
                  <a:lnTo>
                    <a:pt x="62" y="90"/>
                  </a:lnTo>
                  <a:lnTo>
                    <a:pt x="64" y="86"/>
                  </a:lnTo>
                  <a:lnTo>
                    <a:pt x="68" y="84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8" y="74"/>
                  </a:lnTo>
                  <a:lnTo>
                    <a:pt x="70" y="78"/>
                  </a:lnTo>
                  <a:lnTo>
                    <a:pt x="68" y="82"/>
                  </a:lnTo>
                  <a:lnTo>
                    <a:pt x="76" y="80"/>
                  </a:lnTo>
                  <a:lnTo>
                    <a:pt x="82" y="78"/>
                  </a:lnTo>
                  <a:lnTo>
                    <a:pt x="86" y="76"/>
                  </a:lnTo>
                  <a:lnTo>
                    <a:pt x="90" y="72"/>
                  </a:lnTo>
                  <a:lnTo>
                    <a:pt x="92" y="60"/>
                  </a:lnTo>
                  <a:lnTo>
                    <a:pt x="94" y="50"/>
                  </a:lnTo>
                  <a:lnTo>
                    <a:pt x="94" y="44"/>
                  </a:lnTo>
                  <a:lnTo>
                    <a:pt x="92" y="40"/>
                  </a:lnTo>
                  <a:lnTo>
                    <a:pt x="88" y="32"/>
                  </a:lnTo>
                  <a:lnTo>
                    <a:pt x="84" y="26"/>
                  </a:lnTo>
                  <a:lnTo>
                    <a:pt x="82" y="24"/>
                  </a:lnTo>
                  <a:lnTo>
                    <a:pt x="80" y="20"/>
                  </a:lnTo>
                  <a:lnTo>
                    <a:pt x="78" y="16"/>
                  </a:lnTo>
                  <a:lnTo>
                    <a:pt x="76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1" name=""/>
            <p:cNvSpPr/>
            <p:nvPr/>
          </p:nvSpPr>
          <p:spPr>
            <a:xfrm>
              <a:off x="8664120" y="3040200"/>
              <a:ext cx="63000" cy="45000"/>
            </a:xfrm>
            <a:custGeom>
              <a:avLst/>
              <a:gdLst/>
              <a:ahLst/>
              <a:rect l="l" t="t" r="r" b="b"/>
              <a:pathLst>
                <a:path w="32" h="26">
                  <a:moveTo>
                    <a:pt x="14" y="4"/>
                  </a:moveTo>
                  <a:lnTo>
                    <a:pt x="16" y="4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2" y="8"/>
                  </a:lnTo>
                  <a:lnTo>
                    <a:pt x="30" y="12"/>
                  </a:lnTo>
                  <a:lnTo>
                    <a:pt x="24" y="14"/>
                  </a:lnTo>
                  <a:lnTo>
                    <a:pt x="14" y="16"/>
                  </a:lnTo>
                  <a:lnTo>
                    <a:pt x="14" y="24"/>
                  </a:lnTo>
                  <a:lnTo>
                    <a:pt x="12" y="26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4" y="20"/>
                  </a:lnTo>
                  <a:lnTo>
                    <a:pt x="0" y="14"/>
                  </a:lnTo>
                  <a:lnTo>
                    <a:pt x="0" y="8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4"/>
                  </a:lnTo>
                  <a:lnTo>
                    <a:pt x="14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" bIns="-1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2" name=""/>
            <p:cNvSpPr/>
            <p:nvPr/>
          </p:nvSpPr>
          <p:spPr>
            <a:xfrm>
              <a:off x="8585640" y="3049560"/>
              <a:ext cx="78480" cy="92520"/>
            </a:xfrm>
            <a:custGeom>
              <a:avLst/>
              <a:gdLst/>
              <a:ahLst/>
              <a:rect l="l" t="t" r="r" b="b"/>
              <a:pathLst>
                <a:path w="40" h="52">
                  <a:moveTo>
                    <a:pt x="12" y="24"/>
                  </a:moveTo>
                  <a:lnTo>
                    <a:pt x="4" y="20"/>
                  </a:lnTo>
                  <a:lnTo>
                    <a:pt x="2" y="16"/>
                  </a:lnTo>
                  <a:lnTo>
                    <a:pt x="0" y="12"/>
                  </a:lnTo>
                  <a:lnTo>
                    <a:pt x="2" y="8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28" y="6"/>
                  </a:lnTo>
                  <a:lnTo>
                    <a:pt x="30" y="12"/>
                  </a:lnTo>
                  <a:lnTo>
                    <a:pt x="32" y="16"/>
                  </a:lnTo>
                  <a:lnTo>
                    <a:pt x="40" y="22"/>
                  </a:lnTo>
                  <a:lnTo>
                    <a:pt x="36" y="24"/>
                  </a:lnTo>
                  <a:lnTo>
                    <a:pt x="34" y="28"/>
                  </a:lnTo>
                  <a:lnTo>
                    <a:pt x="36" y="32"/>
                  </a:lnTo>
                  <a:lnTo>
                    <a:pt x="38" y="36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38" y="48"/>
                  </a:lnTo>
                  <a:lnTo>
                    <a:pt x="38" y="52"/>
                  </a:lnTo>
                  <a:lnTo>
                    <a:pt x="32" y="50"/>
                  </a:lnTo>
                  <a:lnTo>
                    <a:pt x="24" y="46"/>
                  </a:lnTo>
                  <a:lnTo>
                    <a:pt x="18" y="42"/>
                  </a:lnTo>
                  <a:lnTo>
                    <a:pt x="18" y="36"/>
                  </a:lnTo>
                  <a:lnTo>
                    <a:pt x="18" y="30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3" name=""/>
            <p:cNvSpPr/>
            <p:nvPr/>
          </p:nvSpPr>
          <p:spPr>
            <a:xfrm>
              <a:off x="8395560" y="3332520"/>
              <a:ext cx="47880" cy="100440"/>
            </a:xfrm>
            <a:custGeom>
              <a:avLst/>
              <a:gdLst/>
              <a:ahLst/>
              <a:rect l="l" t="t" r="r" b="b"/>
              <a:pathLst>
                <a:path w="24" h="56">
                  <a:moveTo>
                    <a:pt x="24" y="0"/>
                  </a:moveTo>
                  <a:lnTo>
                    <a:pt x="24" y="12"/>
                  </a:lnTo>
                  <a:lnTo>
                    <a:pt x="22" y="32"/>
                  </a:lnTo>
                  <a:lnTo>
                    <a:pt x="16" y="56"/>
                  </a:lnTo>
                  <a:lnTo>
                    <a:pt x="4" y="44"/>
                  </a:lnTo>
                  <a:lnTo>
                    <a:pt x="2" y="38"/>
                  </a:lnTo>
                  <a:lnTo>
                    <a:pt x="0" y="32"/>
                  </a:lnTo>
                  <a:lnTo>
                    <a:pt x="0" y="20"/>
                  </a:lnTo>
                  <a:lnTo>
                    <a:pt x="4" y="10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8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4" name=""/>
            <p:cNvSpPr/>
            <p:nvPr/>
          </p:nvSpPr>
          <p:spPr>
            <a:xfrm>
              <a:off x="8067240" y="3496320"/>
              <a:ext cx="66600" cy="64440"/>
            </a:xfrm>
            <a:custGeom>
              <a:avLst/>
              <a:gdLst/>
              <a:ahLst/>
              <a:rect l="l" t="t" r="r" b="b"/>
              <a:pathLst>
                <a:path w="34" h="36">
                  <a:moveTo>
                    <a:pt x="18" y="36"/>
                  </a:moveTo>
                  <a:lnTo>
                    <a:pt x="12" y="34"/>
                  </a:lnTo>
                  <a:lnTo>
                    <a:pt x="6" y="30"/>
                  </a:lnTo>
                  <a:lnTo>
                    <a:pt x="2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4" y="12"/>
                  </a:lnTo>
                  <a:lnTo>
                    <a:pt x="12" y="6"/>
                  </a:lnTo>
                  <a:lnTo>
                    <a:pt x="26" y="2"/>
                  </a:lnTo>
                  <a:lnTo>
                    <a:pt x="34" y="0"/>
                  </a:lnTo>
                  <a:lnTo>
                    <a:pt x="34" y="10"/>
                  </a:lnTo>
                  <a:lnTo>
                    <a:pt x="30" y="20"/>
                  </a:lnTo>
                  <a:lnTo>
                    <a:pt x="24" y="32"/>
                  </a:lnTo>
                  <a:lnTo>
                    <a:pt x="22" y="34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5" name=""/>
            <p:cNvSpPr/>
            <p:nvPr/>
          </p:nvSpPr>
          <p:spPr>
            <a:xfrm>
              <a:off x="7190280" y="3840480"/>
              <a:ext cx="71640" cy="124560"/>
            </a:xfrm>
            <a:custGeom>
              <a:avLst/>
              <a:gdLst/>
              <a:ahLst/>
              <a:rect l="l" t="t" r="r" b="b"/>
              <a:pathLst>
                <a:path w="36" h="70">
                  <a:moveTo>
                    <a:pt x="36" y="52"/>
                  </a:moveTo>
                  <a:lnTo>
                    <a:pt x="34" y="58"/>
                  </a:lnTo>
                  <a:lnTo>
                    <a:pt x="30" y="64"/>
                  </a:lnTo>
                  <a:lnTo>
                    <a:pt x="22" y="68"/>
                  </a:lnTo>
                  <a:lnTo>
                    <a:pt x="16" y="70"/>
                  </a:lnTo>
                  <a:lnTo>
                    <a:pt x="12" y="68"/>
                  </a:lnTo>
                  <a:lnTo>
                    <a:pt x="8" y="64"/>
                  </a:lnTo>
                  <a:lnTo>
                    <a:pt x="6" y="60"/>
                  </a:lnTo>
                  <a:lnTo>
                    <a:pt x="4" y="54"/>
                  </a:lnTo>
                  <a:lnTo>
                    <a:pt x="2" y="44"/>
                  </a:lnTo>
                  <a:lnTo>
                    <a:pt x="0" y="34"/>
                  </a:lnTo>
                  <a:lnTo>
                    <a:pt x="2" y="24"/>
                  </a:lnTo>
                  <a:lnTo>
                    <a:pt x="4" y="18"/>
                  </a:lnTo>
                  <a:lnTo>
                    <a:pt x="6" y="10"/>
                  </a:lnTo>
                  <a:lnTo>
                    <a:pt x="8" y="0"/>
                  </a:lnTo>
                  <a:lnTo>
                    <a:pt x="14" y="2"/>
                  </a:lnTo>
                  <a:lnTo>
                    <a:pt x="16" y="8"/>
                  </a:lnTo>
                  <a:lnTo>
                    <a:pt x="26" y="20"/>
                  </a:lnTo>
                  <a:lnTo>
                    <a:pt x="34" y="36"/>
                  </a:lnTo>
                  <a:lnTo>
                    <a:pt x="36" y="44"/>
                  </a:lnTo>
                  <a:lnTo>
                    <a:pt x="36" y="5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6" name=""/>
            <p:cNvSpPr/>
            <p:nvPr/>
          </p:nvSpPr>
          <p:spPr>
            <a:xfrm>
              <a:off x="7834680" y="3392280"/>
              <a:ext cx="295560" cy="483480"/>
            </a:xfrm>
            <a:custGeom>
              <a:avLst/>
              <a:gdLst/>
              <a:ahLst/>
              <a:rect l="l" t="t" r="r" b="b"/>
              <a:pathLst>
                <a:path w="150" h="270">
                  <a:moveTo>
                    <a:pt x="64" y="232"/>
                  </a:moveTo>
                  <a:lnTo>
                    <a:pt x="70" y="228"/>
                  </a:lnTo>
                  <a:lnTo>
                    <a:pt x="78" y="226"/>
                  </a:lnTo>
                  <a:lnTo>
                    <a:pt x="96" y="220"/>
                  </a:lnTo>
                  <a:lnTo>
                    <a:pt x="92" y="216"/>
                  </a:lnTo>
                  <a:lnTo>
                    <a:pt x="90" y="216"/>
                  </a:lnTo>
                  <a:lnTo>
                    <a:pt x="88" y="214"/>
                  </a:lnTo>
                  <a:lnTo>
                    <a:pt x="112" y="200"/>
                  </a:lnTo>
                  <a:lnTo>
                    <a:pt x="114" y="198"/>
                  </a:lnTo>
                  <a:lnTo>
                    <a:pt x="116" y="194"/>
                  </a:lnTo>
                  <a:lnTo>
                    <a:pt x="114" y="190"/>
                  </a:lnTo>
                  <a:lnTo>
                    <a:pt x="114" y="186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2" y="160"/>
                  </a:lnTo>
                  <a:lnTo>
                    <a:pt x="106" y="146"/>
                  </a:lnTo>
                  <a:lnTo>
                    <a:pt x="100" y="136"/>
                  </a:lnTo>
                  <a:lnTo>
                    <a:pt x="86" y="118"/>
                  </a:lnTo>
                  <a:lnTo>
                    <a:pt x="82" y="112"/>
                  </a:lnTo>
                  <a:lnTo>
                    <a:pt x="76" y="106"/>
                  </a:lnTo>
                  <a:lnTo>
                    <a:pt x="70" y="106"/>
                  </a:lnTo>
                  <a:lnTo>
                    <a:pt x="68" y="102"/>
                  </a:lnTo>
                  <a:lnTo>
                    <a:pt x="66" y="96"/>
                  </a:lnTo>
                  <a:lnTo>
                    <a:pt x="60" y="92"/>
                  </a:lnTo>
                  <a:lnTo>
                    <a:pt x="52" y="86"/>
                  </a:lnTo>
                  <a:lnTo>
                    <a:pt x="42" y="78"/>
                  </a:lnTo>
                  <a:lnTo>
                    <a:pt x="34" y="70"/>
                  </a:lnTo>
                  <a:lnTo>
                    <a:pt x="32" y="64"/>
                  </a:lnTo>
                  <a:lnTo>
                    <a:pt x="30" y="60"/>
                  </a:lnTo>
                  <a:lnTo>
                    <a:pt x="38" y="58"/>
                  </a:lnTo>
                  <a:lnTo>
                    <a:pt x="42" y="54"/>
                  </a:lnTo>
                  <a:lnTo>
                    <a:pt x="42" y="48"/>
                  </a:lnTo>
                  <a:lnTo>
                    <a:pt x="26" y="44"/>
                  </a:lnTo>
                  <a:lnTo>
                    <a:pt x="14" y="38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6" y="2"/>
                  </a:lnTo>
                  <a:lnTo>
                    <a:pt x="60" y="4"/>
                  </a:lnTo>
                  <a:lnTo>
                    <a:pt x="66" y="6"/>
                  </a:lnTo>
                  <a:lnTo>
                    <a:pt x="70" y="6"/>
                  </a:lnTo>
                  <a:lnTo>
                    <a:pt x="72" y="12"/>
                  </a:lnTo>
                  <a:lnTo>
                    <a:pt x="74" y="16"/>
                  </a:lnTo>
                  <a:lnTo>
                    <a:pt x="82" y="24"/>
                  </a:lnTo>
                  <a:lnTo>
                    <a:pt x="90" y="28"/>
                  </a:lnTo>
                  <a:lnTo>
                    <a:pt x="98" y="30"/>
                  </a:lnTo>
                  <a:lnTo>
                    <a:pt x="96" y="36"/>
                  </a:lnTo>
                  <a:lnTo>
                    <a:pt x="94" y="42"/>
                  </a:lnTo>
                  <a:lnTo>
                    <a:pt x="90" y="42"/>
                  </a:lnTo>
                  <a:lnTo>
                    <a:pt x="84" y="42"/>
                  </a:lnTo>
                  <a:lnTo>
                    <a:pt x="82" y="42"/>
                  </a:lnTo>
                  <a:lnTo>
                    <a:pt x="82" y="48"/>
                  </a:lnTo>
                  <a:lnTo>
                    <a:pt x="80" y="52"/>
                  </a:lnTo>
                  <a:lnTo>
                    <a:pt x="76" y="56"/>
                  </a:lnTo>
                  <a:lnTo>
                    <a:pt x="72" y="64"/>
                  </a:lnTo>
                  <a:lnTo>
                    <a:pt x="70" y="70"/>
                  </a:lnTo>
                  <a:lnTo>
                    <a:pt x="72" y="84"/>
                  </a:lnTo>
                  <a:lnTo>
                    <a:pt x="76" y="88"/>
                  </a:lnTo>
                  <a:lnTo>
                    <a:pt x="78" y="92"/>
                  </a:lnTo>
                  <a:lnTo>
                    <a:pt x="86" y="96"/>
                  </a:lnTo>
                  <a:lnTo>
                    <a:pt x="98" y="110"/>
                  </a:lnTo>
                  <a:lnTo>
                    <a:pt x="110" y="124"/>
                  </a:lnTo>
                  <a:lnTo>
                    <a:pt x="122" y="136"/>
                  </a:lnTo>
                  <a:lnTo>
                    <a:pt x="138" y="148"/>
                  </a:lnTo>
                  <a:lnTo>
                    <a:pt x="138" y="156"/>
                  </a:lnTo>
                  <a:lnTo>
                    <a:pt x="142" y="170"/>
                  </a:lnTo>
                  <a:lnTo>
                    <a:pt x="150" y="192"/>
                  </a:lnTo>
                  <a:lnTo>
                    <a:pt x="146" y="198"/>
                  </a:lnTo>
                  <a:lnTo>
                    <a:pt x="146" y="204"/>
                  </a:lnTo>
                  <a:lnTo>
                    <a:pt x="146" y="210"/>
                  </a:lnTo>
                  <a:lnTo>
                    <a:pt x="144" y="214"/>
                  </a:lnTo>
                  <a:lnTo>
                    <a:pt x="138" y="220"/>
                  </a:lnTo>
                  <a:lnTo>
                    <a:pt x="128" y="228"/>
                  </a:lnTo>
                  <a:lnTo>
                    <a:pt x="120" y="232"/>
                  </a:lnTo>
                  <a:lnTo>
                    <a:pt x="112" y="234"/>
                  </a:lnTo>
                  <a:lnTo>
                    <a:pt x="104" y="242"/>
                  </a:lnTo>
                  <a:lnTo>
                    <a:pt x="98" y="254"/>
                  </a:lnTo>
                  <a:lnTo>
                    <a:pt x="88" y="266"/>
                  </a:lnTo>
                  <a:lnTo>
                    <a:pt x="84" y="270"/>
                  </a:lnTo>
                  <a:lnTo>
                    <a:pt x="78" y="270"/>
                  </a:lnTo>
                  <a:lnTo>
                    <a:pt x="76" y="270"/>
                  </a:lnTo>
                  <a:lnTo>
                    <a:pt x="74" y="268"/>
                  </a:lnTo>
                  <a:lnTo>
                    <a:pt x="74" y="260"/>
                  </a:lnTo>
                  <a:lnTo>
                    <a:pt x="74" y="252"/>
                  </a:lnTo>
                  <a:lnTo>
                    <a:pt x="76" y="246"/>
                  </a:lnTo>
                  <a:lnTo>
                    <a:pt x="76" y="242"/>
                  </a:lnTo>
                  <a:lnTo>
                    <a:pt x="74" y="236"/>
                  </a:lnTo>
                  <a:lnTo>
                    <a:pt x="70" y="236"/>
                  </a:lnTo>
                  <a:lnTo>
                    <a:pt x="66" y="234"/>
                  </a:lnTo>
                  <a:lnTo>
                    <a:pt x="62" y="234"/>
                  </a:lnTo>
                  <a:lnTo>
                    <a:pt x="60" y="234"/>
                  </a:lnTo>
                  <a:lnTo>
                    <a:pt x="64" y="2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7" name=""/>
            <p:cNvSpPr/>
            <p:nvPr/>
          </p:nvSpPr>
          <p:spPr>
            <a:xfrm>
              <a:off x="7893000" y="3678120"/>
              <a:ext cx="169200" cy="136080"/>
            </a:xfrm>
            <a:custGeom>
              <a:avLst/>
              <a:gdLst/>
              <a:ahLst/>
              <a:rect l="l" t="t" r="r" b="b"/>
              <a:pathLst>
                <a:path w="86" h="76">
                  <a:moveTo>
                    <a:pt x="80" y="0"/>
                  </a:moveTo>
                  <a:lnTo>
                    <a:pt x="78" y="0"/>
                  </a:lnTo>
                  <a:lnTo>
                    <a:pt x="74" y="2"/>
                  </a:lnTo>
                  <a:lnTo>
                    <a:pt x="70" y="0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0" y="4"/>
                  </a:lnTo>
                  <a:lnTo>
                    <a:pt x="58" y="10"/>
                  </a:lnTo>
                  <a:lnTo>
                    <a:pt x="52" y="8"/>
                  </a:lnTo>
                  <a:lnTo>
                    <a:pt x="46" y="4"/>
                  </a:lnTo>
                  <a:lnTo>
                    <a:pt x="40" y="2"/>
                  </a:lnTo>
                  <a:lnTo>
                    <a:pt x="30" y="2"/>
                  </a:lnTo>
                  <a:lnTo>
                    <a:pt x="18" y="2"/>
                  </a:lnTo>
                  <a:lnTo>
                    <a:pt x="10" y="6"/>
                  </a:lnTo>
                  <a:lnTo>
                    <a:pt x="6" y="10"/>
                  </a:lnTo>
                  <a:lnTo>
                    <a:pt x="2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6"/>
                  </a:lnTo>
                  <a:lnTo>
                    <a:pt x="6" y="40"/>
                  </a:lnTo>
                  <a:lnTo>
                    <a:pt x="8" y="46"/>
                  </a:lnTo>
                  <a:lnTo>
                    <a:pt x="10" y="52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8" y="66"/>
                  </a:lnTo>
                  <a:lnTo>
                    <a:pt x="24" y="66"/>
                  </a:lnTo>
                  <a:lnTo>
                    <a:pt x="24" y="76"/>
                  </a:lnTo>
                  <a:lnTo>
                    <a:pt x="30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8" y="66"/>
                  </a:lnTo>
                  <a:lnTo>
                    <a:pt x="66" y="60"/>
                  </a:lnTo>
                  <a:lnTo>
                    <a:pt x="62" y="56"/>
                  </a:lnTo>
                  <a:lnTo>
                    <a:pt x="60" y="56"/>
                  </a:lnTo>
                  <a:lnTo>
                    <a:pt x="58" y="54"/>
                  </a:lnTo>
                  <a:lnTo>
                    <a:pt x="82" y="40"/>
                  </a:lnTo>
                  <a:lnTo>
                    <a:pt x="84" y="38"/>
                  </a:lnTo>
                  <a:lnTo>
                    <a:pt x="86" y="34"/>
                  </a:lnTo>
                  <a:lnTo>
                    <a:pt x="84" y="30"/>
                  </a:lnTo>
                  <a:lnTo>
                    <a:pt x="84" y="26"/>
                  </a:lnTo>
                  <a:lnTo>
                    <a:pt x="84" y="22"/>
                  </a:lnTo>
                  <a:lnTo>
                    <a:pt x="82" y="16"/>
                  </a:lnTo>
                  <a:lnTo>
                    <a:pt x="82" y="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8" name=""/>
            <p:cNvSpPr/>
            <p:nvPr/>
          </p:nvSpPr>
          <p:spPr>
            <a:xfrm>
              <a:off x="7778520" y="3418200"/>
              <a:ext cx="276840" cy="277560"/>
            </a:xfrm>
            <a:custGeom>
              <a:avLst/>
              <a:gdLst/>
              <a:ahLst/>
              <a:rect l="l" t="t" r="r" b="b"/>
              <a:pathLst>
                <a:path w="140" h="156">
                  <a:moveTo>
                    <a:pt x="104" y="150"/>
                  </a:moveTo>
                  <a:lnTo>
                    <a:pt x="102" y="124"/>
                  </a:lnTo>
                  <a:lnTo>
                    <a:pt x="98" y="120"/>
                  </a:lnTo>
                  <a:lnTo>
                    <a:pt x="94" y="116"/>
                  </a:lnTo>
                  <a:lnTo>
                    <a:pt x="90" y="108"/>
                  </a:lnTo>
                  <a:lnTo>
                    <a:pt x="88" y="102"/>
                  </a:lnTo>
                  <a:lnTo>
                    <a:pt x="88" y="98"/>
                  </a:lnTo>
                  <a:lnTo>
                    <a:pt x="86" y="94"/>
                  </a:lnTo>
                  <a:lnTo>
                    <a:pt x="80" y="90"/>
                  </a:lnTo>
                  <a:lnTo>
                    <a:pt x="74" y="84"/>
                  </a:lnTo>
                  <a:lnTo>
                    <a:pt x="70" y="76"/>
                  </a:lnTo>
                  <a:lnTo>
                    <a:pt x="66" y="76"/>
                  </a:lnTo>
                  <a:lnTo>
                    <a:pt x="62" y="78"/>
                  </a:lnTo>
                  <a:lnTo>
                    <a:pt x="58" y="82"/>
                  </a:lnTo>
                  <a:lnTo>
                    <a:pt x="56" y="86"/>
                  </a:lnTo>
                  <a:lnTo>
                    <a:pt x="52" y="88"/>
                  </a:lnTo>
                  <a:lnTo>
                    <a:pt x="50" y="86"/>
                  </a:lnTo>
                  <a:lnTo>
                    <a:pt x="48" y="84"/>
                  </a:lnTo>
                  <a:lnTo>
                    <a:pt x="46" y="82"/>
                  </a:lnTo>
                  <a:lnTo>
                    <a:pt x="44" y="80"/>
                  </a:lnTo>
                  <a:lnTo>
                    <a:pt x="40" y="80"/>
                  </a:lnTo>
                  <a:lnTo>
                    <a:pt x="36" y="84"/>
                  </a:lnTo>
                  <a:lnTo>
                    <a:pt x="28" y="90"/>
                  </a:lnTo>
                  <a:lnTo>
                    <a:pt x="26" y="70"/>
                  </a:lnTo>
                  <a:lnTo>
                    <a:pt x="26" y="64"/>
                  </a:lnTo>
                  <a:lnTo>
                    <a:pt x="26" y="58"/>
                  </a:lnTo>
                  <a:lnTo>
                    <a:pt x="22" y="56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8" y="52"/>
                  </a:lnTo>
                  <a:lnTo>
                    <a:pt x="6" y="44"/>
                  </a:lnTo>
                  <a:lnTo>
                    <a:pt x="4" y="40"/>
                  </a:lnTo>
                  <a:lnTo>
                    <a:pt x="0" y="38"/>
                  </a:lnTo>
                  <a:lnTo>
                    <a:pt x="8" y="32"/>
                  </a:lnTo>
                  <a:lnTo>
                    <a:pt x="10" y="28"/>
                  </a:lnTo>
                  <a:lnTo>
                    <a:pt x="10" y="24"/>
                  </a:lnTo>
                  <a:lnTo>
                    <a:pt x="12" y="22"/>
                  </a:lnTo>
                  <a:lnTo>
                    <a:pt x="16" y="18"/>
                  </a:lnTo>
                  <a:lnTo>
                    <a:pt x="20" y="22"/>
                  </a:lnTo>
                  <a:lnTo>
                    <a:pt x="22" y="22"/>
                  </a:lnTo>
                  <a:lnTo>
                    <a:pt x="26" y="20"/>
                  </a:lnTo>
                  <a:lnTo>
                    <a:pt x="22" y="14"/>
                  </a:lnTo>
                  <a:lnTo>
                    <a:pt x="20" y="8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8" y="0"/>
                  </a:lnTo>
                  <a:lnTo>
                    <a:pt x="28" y="4"/>
                  </a:lnTo>
                  <a:lnTo>
                    <a:pt x="28" y="10"/>
                  </a:lnTo>
                  <a:lnTo>
                    <a:pt x="32" y="16"/>
                  </a:lnTo>
                  <a:lnTo>
                    <a:pt x="36" y="20"/>
                  </a:lnTo>
                  <a:lnTo>
                    <a:pt x="42" y="24"/>
                  </a:lnTo>
                  <a:lnTo>
                    <a:pt x="54" y="30"/>
                  </a:lnTo>
                  <a:lnTo>
                    <a:pt x="70" y="34"/>
                  </a:lnTo>
                  <a:lnTo>
                    <a:pt x="70" y="40"/>
                  </a:lnTo>
                  <a:lnTo>
                    <a:pt x="66" y="44"/>
                  </a:lnTo>
                  <a:lnTo>
                    <a:pt x="58" y="46"/>
                  </a:lnTo>
                  <a:lnTo>
                    <a:pt x="60" y="50"/>
                  </a:lnTo>
                  <a:lnTo>
                    <a:pt x="62" y="56"/>
                  </a:lnTo>
                  <a:lnTo>
                    <a:pt x="70" y="64"/>
                  </a:lnTo>
                  <a:lnTo>
                    <a:pt x="80" y="72"/>
                  </a:lnTo>
                  <a:lnTo>
                    <a:pt x="88" y="78"/>
                  </a:lnTo>
                  <a:lnTo>
                    <a:pt x="94" y="82"/>
                  </a:lnTo>
                  <a:lnTo>
                    <a:pt x="96" y="88"/>
                  </a:lnTo>
                  <a:lnTo>
                    <a:pt x="98" y="92"/>
                  </a:lnTo>
                  <a:lnTo>
                    <a:pt x="104" y="92"/>
                  </a:lnTo>
                  <a:lnTo>
                    <a:pt x="110" y="98"/>
                  </a:lnTo>
                  <a:lnTo>
                    <a:pt x="114" y="104"/>
                  </a:lnTo>
                  <a:lnTo>
                    <a:pt x="128" y="122"/>
                  </a:lnTo>
                  <a:lnTo>
                    <a:pt x="134" y="132"/>
                  </a:lnTo>
                  <a:lnTo>
                    <a:pt x="140" y="146"/>
                  </a:lnTo>
                  <a:lnTo>
                    <a:pt x="138" y="146"/>
                  </a:lnTo>
                  <a:lnTo>
                    <a:pt x="136" y="146"/>
                  </a:lnTo>
                  <a:lnTo>
                    <a:pt x="132" y="148"/>
                  </a:lnTo>
                  <a:lnTo>
                    <a:pt x="128" y="146"/>
                  </a:lnTo>
                  <a:lnTo>
                    <a:pt x="124" y="146"/>
                  </a:lnTo>
                  <a:lnTo>
                    <a:pt x="120" y="146"/>
                  </a:lnTo>
                  <a:lnTo>
                    <a:pt x="118" y="150"/>
                  </a:lnTo>
                  <a:lnTo>
                    <a:pt x="116" y="156"/>
                  </a:lnTo>
                  <a:lnTo>
                    <a:pt x="110" y="154"/>
                  </a:lnTo>
                  <a:lnTo>
                    <a:pt x="104" y="1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9" name=""/>
            <p:cNvSpPr/>
            <p:nvPr/>
          </p:nvSpPr>
          <p:spPr>
            <a:xfrm>
              <a:off x="7716960" y="3486240"/>
              <a:ext cx="266760" cy="485280"/>
            </a:xfrm>
            <a:custGeom>
              <a:avLst/>
              <a:gdLst/>
              <a:ahLst/>
              <a:rect l="l" t="t" r="r" b="b"/>
              <a:pathLst>
                <a:path w="136" h="272">
                  <a:moveTo>
                    <a:pt x="104" y="266"/>
                  </a:moveTo>
                  <a:lnTo>
                    <a:pt x="96" y="266"/>
                  </a:lnTo>
                  <a:lnTo>
                    <a:pt x="94" y="272"/>
                  </a:lnTo>
                  <a:lnTo>
                    <a:pt x="92" y="272"/>
                  </a:lnTo>
                  <a:lnTo>
                    <a:pt x="88" y="272"/>
                  </a:lnTo>
                  <a:lnTo>
                    <a:pt x="84" y="272"/>
                  </a:lnTo>
                  <a:lnTo>
                    <a:pt x="82" y="272"/>
                  </a:lnTo>
                  <a:lnTo>
                    <a:pt x="76" y="264"/>
                  </a:lnTo>
                  <a:lnTo>
                    <a:pt x="72" y="258"/>
                  </a:lnTo>
                  <a:lnTo>
                    <a:pt x="68" y="254"/>
                  </a:lnTo>
                  <a:lnTo>
                    <a:pt x="62" y="254"/>
                  </a:lnTo>
                  <a:lnTo>
                    <a:pt x="56" y="242"/>
                  </a:lnTo>
                  <a:lnTo>
                    <a:pt x="50" y="236"/>
                  </a:lnTo>
                  <a:lnTo>
                    <a:pt x="44" y="230"/>
                  </a:lnTo>
                  <a:lnTo>
                    <a:pt x="38" y="226"/>
                  </a:lnTo>
                  <a:lnTo>
                    <a:pt x="34" y="232"/>
                  </a:lnTo>
                  <a:lnTo>
                    <a:pt x="32" y="228"/>
                  </a:lnTo>
                  <a:lnTo>
                    <a:pt x="30" y="220"/>
                  </a:lnTo>
                  <a:lnTo>
                    <a:pt x="30" y="206"/>
                  </a:lnTo>
                  <a:lnTo>
                    <a:pt x="32" y="172"/>
                  </a:lnTo>
                  <a:lnTo>
                    <a:pt x="38" y="172"/>
                  </a:lnTo>
                  <a:lnTo>
                    <a:pt x="42" y="166"/>
                  </a:lnTo>
                  <a:lnTo>
                    <a:pt x="44" y="162"/>
                  </a:lnTo>
                  <a:lnTo>
                    <a:pt x="44" y="156"/>
                  </a:lnTo>
                  <a:lnTo>
                    <a:pt x="44" y="146"/>
                  </a:lnTo>
                  <a:lnTo>
                    <a:pt x="40" y="134"/>
                  </a:lnTo>
                  <a:lnTo>
                    <a:pt x="34" y="124"/>
                  </a:lnTo>
                  <a:lnTo>
                    <a:pt x="30" y="116"/>
                  </a:lnTo>
                  <a:lnTo>
                    <a:pt x="18" y="106"/>
                  </a:lnTo>
                  <a:lnTo>
                    <a:pt x="20" y="100"/>
                  </a:lnTo>
                  <a:lnTo>
                    <a:pt x="20" y="94"/>
                  </a:lnTo>
                  <a:lnTo>
                    <a:pt x="22" y="88"/>
                  </a:lnTo>
                  <a:lnTo>
                    <a:pt x="22" y="82"/>
                  </a:lnTo>
                  <a:lnTo>
                    <a:pt x="22" y="74"/>
                  </a:lnTo>
                  <a:lnTo>
                    <a:pt x="20" y="68"/>
                  </a:lnTo>
                  <a:lnTo>
                    <a:pt x="12" y="58"/>
                  </a:lnTo>
                  <a:lnTo>
                    <a:pt x="4" y="50"/>
                  </a:lnTo>
                  <a:lnTo>
                    <a:pt x="2" y="4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2"/>
                  </a:lnTo>
                  <a:lnTo>
                    <a:pt x="8" y="16"/>
                  </a:lnTo>
                  <a:lnTo>
                    <a:pt x="10" y="14"/>
                  </a:lnTo>
                  <a:lnTo>
                    <a:pt x="22" y="6"/>
                  </a:lnTo>
                  <a:lnTo>
                    <a:pt x="32" y="0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0" y="14"/>
                  </a:lnTo>
                  <a:lnTo>
                    <a:pt x="44" y="18"/>
                  </a:lnTo>
                  <a:lnTo>
                    <a:pt x="48" y="18"/>
                  </a:lnTo>
                  <a:lnTo>
                    <a:pt x="50" y="18"/>
                  </a:lnTo>
                  <a:lnTo>
                    <a:pt x="54" y="18"/>
                  </a:lnTo>
                  <a:lnTo>
                    <a:pt x="58" y="20"/>
                  </a:lnTo>
                  <a:lnTo>
                    <a:pt x="58" y="26"/>
                  </a:lnTo>
                  <a:lnTo>
                    <a:pt x="58" y="32"/>
                  </a:lnTo>
                  <a:lnTo>
                    <a:pt x="60" y="52"/>
                  </a:lnTo>
                  <a:lnTo>
                    <a:pt x="68" y="46"/>
                  </a:lnTo>
                  <a:lnTo>
                    <a:pt x="72" y="42"/>
                  </a:lnTo>
                  <a:lnTo>
                    <a:pt x="76" y="42"/>
                  </a:lnTo>
                  <a:lnTo>
                    <a:pt x="78" y="44"/>
                  </a:lnTo>
                  <a:lnTo>
                    <a:pt x="80" y="46"/>
                  </a:lnTo>
                  <a:lnTo>
                    <a:pt x="82" y="48"/>
                  </a:lnTo>
                  <a:lnTo>
                    <a:pt x="84" y="50"/>
                  </a:lnTo>
                  <a:lnTo>
                    <a:pt x="88" y="48"/>
                  </a:lnTo>
                  <a:lnTo>
                    <a:pt x="90" y="44"/>
                  </a:lnTo>
                  <a:lnTo>
                    <a:pt x="94" y="40"/>
                  </a:lnTo>
                  <a:lnTo>
                    <a:pt x="98" y="38"/>
                  </a:lnTo>
                  <a:lnTo>
                    <a:pt x="102" y="38"/>
                  </a:lnTo>
                  <a:lnTo>
                    <a:pt x="106" y="46"/>
                  </a:lnTo>
                  <a:lnTo>
                    <a:pt x="112" y="52"/>
                  </a:lnTo>
                  <a:lnTo>
                    <a:pt x="118" y="56"/>
                  </a:lnTo>
                  <a:lnTo>
                    <a:pt x="120" y="60"/>
                  </a:lnTo>
                  <a:lnTo>
                    <a:pt x="120" y="64"/>
                  </a:lnTo>
                  <a:lnTo>
                    <a:pt x="122" y="70"/>
                  </a:lnTo>
                  <a:lnTo>
                    <a:pt x="126" y="78"/>
                  </a:lnTo>
                  <a:lnTo>
                    <a:pt x="130" y="82"/>
                  </a:lnTo>
                  <a:lnTo>
                    <a:pt x="134" y="86"/>
                  </a:lnTo>
                  <a:lnTo>
                    <a:pt x="136" y="112"/>
                  </a:lnTo>
                  <a:lnTo>
                    <a:pt x="130" y="110"/>
                  </a:lnTo>
                  <a:lnTo>
                    <a:pt x="120" y="110"/>
                  </a:lnTo>
                  <a:lnTo>
                    <a:pt x="108" y="110"/>
                  </a:lnTo>
                  <a:lnTo>
                    <a:pt x="100" y="114"/>
                  </a:lnTo>
                  <a:lnTo>
                    <a:pt x="96" y="118"/>
                  </a:lnTo>
                  <a:lnTo>
                    <a:pt x="92" y="122"/>
                  </a:lnTo>
                  <a:lnTo>
                    <a:pt x="92" y="128"/>
                  </a:lnTo>
                  <a:lnTo>
                    <a:pt x="90" y="134"/>
                  </a:lnTo>
                  <a:lnTo>
                    <a:pt x="92" y="138"/>
                  </a:lnTo>
                  <a:lnTo>
                    <a:pt x="94" y="144"/>
                  </a:lnTo>
                  <a:lnTo>
                    <a:pt x="96" y="148"/>
                  </a:lnTo>
                  <a:lnTo>
                    <a:pt x="98" y="154"/>
                  </a:lnTo>
                  <a:lnTo>
                    <a:pt x="92" y="152"/>
                  </a:lnTo>
                  <a:lnTo>
                    <a:pt x="86" y="150"/>
                  </a:lnTo>
                  <a:lnTo>
                    <a:pt x="76" y="144"/>
                  </a:lnTo>
                  <a:lnTo>
                    <a:pt x="68" y="136"/>
                  </a:lnTo>
                  <a:lnTo>
                    <a:pt x="60" y="128"/>
                  </a:lnTo>
                  <a:lnTo>
                    <a:pt x="52" y="128"/>
                  </a:lnTo>
                  <a:lnTo>
                    <a:pt x="52" y="150"/>
                  </a:lnTo>
                  <a:lnTo>
                    <a:pt x="50" y="158"/>
                  </a:lnTo>
                  <a:lnTo>
                    <a:pt x="48" y="166"/>
                  </a:lnTo>
                  <a:lnTo>
                    <a:pt x="48" y="176"/>
                  </a:lnTo>
                  <a:lnTo>
                    <a:pt x="46" y="188"/>
                  </a:lnTo>
                  <a:lnTo>
                    <a:pt x="48" y="192"/>
                  </a:lnTo>
                  <a:lnTo>
                    <a:pt x="48" y="200"/>
                  </a:lnTo>
                  <a:lnTo>
                    <a:pt x="52" y="204"/>
                  </a:lnTo>
                  <a:lnTo>
                    <a:pt x="60" y="206"/>
                  </a:lnTo>
                  <a:lnTo>
                    <a:pt x="60" y="216"/>
                  </a:lnTo>
                  <a:lnTo>
                    <a:pt x="62" y="220"/>
                  </a:lnTo>
                  <a:lnTo>
                    <a:pt x="66" y="224"/>
                  </a:lnTo>
                  <a:lnTo>
                    <a:pt x="66" y="234"/>
                  </a:lnTo>
                  <a:lnTo>
                    <a:pt x="68" y="238"/>
                  </a:lnTo>
                  <a:lnTo>
                    <a:pt x="70" y="240"/>
                  </a:lnTo>
                  <a:lnTo>
                    <a:pt x="74" y="244"/>
                  </a:lnTo>
                  <a:lnTo>
                    <a:pt x="84" y="248"/>
                  </a:lnTo>
                  <a:lnTo>
                    <a:pt x="104" y="26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0" name=""/>
            <p:cNvSpPr/>
            <p:nvPr/>
          </p:nvSpPr>
          <p:spPr>
            <a:xfrm>
              <a:off x="7838280" y="3939480"/>
              <a:ext cx="141840" cy="181800"/>
            </a:xfrm>
            <a:custGeom>
              <a:avLst/>
              <a:gdLst/>
              <a:ahLst/>
              <a:rect l="l" t="t" r="r" b="b"/>
              <a:pathLst>
                <a:path w="72" h="102">
                  <a:moveTo>
                    <a:pt x="42" y="12"/>
                  </a:moveTo>
                  <a:lnTo>
                    <a:pt x="34" y="12"/>
                  </a:lnTo>
                  <a:lnTo>
                    <a:pt x="32" y="18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14" y="10"/>
                  </a:lnTo>
                  <a:lnTo>
                    <a:pt x="10" y="4"/>
                  </a:lnTo>
                  <a:lnTo>
                    <a:pt x="6" y="0"/>
                  </a:lnTo>
                  <a:lnTo>
                    <a:pt x="0" y="0"/>
                  </a:lnTo>
                  <a:lnTo>
                    <a:pt x="2" y="8"/>
                  </a:lnTo>
                  <a:lnTo>
                    <a:pt x="4" y="14"/>
                  </a:lnTo>
                  <a:lnTo>
                    <a:pt x="6" y="24"/>
                  </a:lnTo>
                  <a:lnTo>
                    <a:pt x="10" y="36"/>
                  </a:lnTo>
                  <a:lnTo>
                    <a:pt x="14" y="46"/>
                  </a:lnTo>
                  <a:lnTo>
                    <a:pt x="18" y="54"/>
                  </a:lnTo>
                  <a:lnTo>
                    <a:pt x="34" y="72"/>
                  </a:lnTo>
                  <a:lnTo>
                    <a:pt x="50" y="86"/>
                  </a:lnTo>
                  <a:lnTo>
                    <a:pt x="58" y="96"/>
                  </a:lnTo>
                  <a:lnTo>
                    <a:pt x="66" y="102"/>
                  </a:lnTo>
                  <a:lnTo>
                    <a:pt x="68" y="100"/>
                  </a:lnTo>
                  <a:lnTo>
                    <a:pt x="70" y="100"/>
                  </a:lnTo>
                  <a:lnTo>
                    <a:pt x="72" y="96"/>
                  </a:lnTo>
                  <a:lnTo>
                    <a:pt x="72" y="90"/>
                  </a:lnTo>
                  <a:lnTo>
                    <a:pt x="70" y="84"/>
                  </a:lnTo>
                  <a:lnTo>
                    <a:pt x="66" y="74"/>
                  </a:lnTo>
                  <a:lnTo>
                    <a:pt x="62" y="68"/>
                  </a:lnTo>
                  <a:lnTo>
                    <a:pt x="60" y="64"/>
                  </a:lnTo>
                  <a:lnTo>
                    <a:pt x="58" y="60"/>
                  </a:lnTo>
                  <a:lnTo>
                    <a:pt x="58" y="40"/>
                  </a:lnTo>
                  <a:lnTo>
                    <a:pt x="58" y="32"/>
                  </a:lnTo>
                  <a:lnTo>
                    <a:pt x="52" y="24"/>
                  </a:lnTo>
                  <a:lnTo>
                    <a:pt x="42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"/>
            <p:cNvSpPr/>
            <p:nvPr/>
          </p:nvSpPr>
          <p:spPr>
            <a:xfrm>
              <a:off x="7537320" y="3224880"/>
              <a:ext cx="266760" cy="568080"/>
            </a:xfrm>
            <a:custGeom>
              <a:avLst/>
              <a:gdLst/>
              <a:ahLst/>
              <a:rect l="l" t="t" r="r" b="b"/>
              <a:pathLst>
                <a:path w="134" h="318">
                  <a:moveTo>
                    <a:pt x="0" y="136"/>
                  </a:moveTo>
                  <a:lnTo>
                    <a:pt x="0" y="140"/>
                  </a:lnTo>
                  <a:lnTo>
                    <a:pt x="14" y="152"/>
                  </a:lnTo>
                  <a:lnTo>
                    <a:pt x="28" y="166"/>
                  </a:lnTo>
                  <a:lnTo>
                    <a:pt x="36" y="172"/>
                  </a:lnTo>
                  <a:lnTo>
                    <a:pt x="42" y="180"/>
                  </a:lnTo>
                  <a:lnTo>
                    <a:pt x="46" y="190"/>
                  </a:lnTo>
                  <a:lnTo>
                    <a:pt x="48" y="198"/>
                  </a:lnTo>
                  <a:lnTo>
                    <a:pt x="48" y="204"/>
                  </a:lnTo>
                  <a:lnTo>
                    <a:pt x="46" y="212"/>
                  </a:lnTo>
                  <a:lnTo>
                    <a:pt x="44" y="218"/>
                  </a:lnTo>
                  <a:lnTo>
                    <a:pt x="44" y="224"/>
                  </a:lnTo>
                  <a:lnTo>
                    <a:pt x="44" y="226"/>
                  </a:lnTo>
                  <a:lnTo>
                    <a:pt x="48" y="226"/>
                  </a:lnTo>
                  <a:lnTo>
                    <a:pt x="56" y="224"/>
                  </a:lnTo>
                  <a:lnTo>
                    <a:pt x="58" y="228"/>
                  </a:lnTo>
                  <a:lnTo>
                    <a:pt x="62" y="228"/>
                  </a:lnTo>
                  <a:lnTo>
                    <a:pt x="66" y="228"/>
                  </a:lnTo>
                  <a:lnTo>
                    <a:pt x="72" y="228"/>
                  </a:lnTo>
                  <a:lnTo>
                    <a:pt x="80" y="224"/>
                  </a:lnTo>
                  <a:lnTo>
                    <a:pt x="84" y="216"/>
                  </a:lnTo>
                  <a:lnTo>
                    <a:pt x="84" y="206"/>
                  </a:lnTo>
                  <a:lnTo>
                    <a:pt x="90" y="212"/>
                  </a:lnTo>
                  <a:lnTo>
                    <a:pt x="96" y="220"/>
                  </a:lnTo>
                  <a:lnTo>
                    <a:pt x="102" y="234"/>
                  </a:lnTo>
                  <a:lnTo>
                    <a:pt x="106" y="252"/>
                  </a:lnTo>
                  <a:lnTo>
                    <a:pt x="110" y="268"/>
                  </a:lnTo>
                  <a:lnTo>
                    <a:pt x="118" y="276"/>
                  </a:lnTo>
                  <a:lnTo>
                    <a:pt x="122" y="282"/>
                  </a:lnTo>
                  <a:lnTo>
                    <a:pt x="122" y="286"/>
                  </a:lnTo>
                  <a:lnTo>
                    <a:pt x="124" y="304"/>
                  </a:lnTo>
                  <a:lnTo>
                    <a:pt x="124" y="310"/>
                  </a:lnTo>
                  <a:lnTo>
                    <a:pt x="122" y="318"/>
                  </a:lnTo>
                  <a:lnTo>
                    <a:pt x="128" y="318"/>
                  </a:lnTo>
                  <a:lnTo>
                    <a:pt x="132" y="312"/>
                  </a:lnTo>
                  <a:lnTo>
                    <a:pt x="134" y="308"/>
                  </a:lnTo>
                  <a:lnTo>
                    <a:pt x="134" y="302"/>
                  </a:lnTo>
                  <a:lnTo>
                    <a:pt x="134" y="292"/>
                  </a:lnTo>
                  <a:lnTo>
                    <a:pt x="130" y="280"/>
                  </a:lnTo>
                  <a:lnTo>
                    <a:pt x="124" y="270"/>
                  </a:lnTo>
                  <a:lnTo>
                    <a:pt x="120" y="262"/>
                  </a:lnTo>
                  <a:lnTo>
                    <a:pt x="108" y="252"/>
                  </a:lnTo>
                  <a:lnTo>
                    <a:pt x="110" y="246"/>
                  </a:lnTo>
                  <a:lnTo>
                    <a:pt x="110" y="240"/>
                  </a:lnTo>
                  <a:lnTo>
                    <a:pt x="112" y="234"/>
                  </a:lnTo>
                  <a:lnTo>
                    <a:pt x="112" y="228"/>
                  </a:lnTo>
                  <a:lnTo>
                    <a:pt x="112" y="220"/>
                  </a:lnTo>
                  <a:lnTo>
                    <a:pt x="110" y="214"/>
                  </a:lnTo>
                  <a:lnTo>
                    <a:pt x="102" y="204"/>
                  </a:lnTo>
                  <a:lnTo>
                    <a:pt x="94" y="196"/>
                  </a:lnTo>
                  <a:lnTo>
                    <a:pt x="92" y="190"/>
                  </a:lnTo>
                  <a:lnTo>
                    <a:pt x="90" y="180"/>
                  </a:lnTo>
                  <a:lnTo>
                    <a:pt x="92" y="172"/>
                  </a:lnTo>
                  <a:lnTo>
                    <a:pt x="94" y="168"/>
                  </a:lnTo>
                  <a:lnTo>
                    <a:pt x="98" y="162"/>
                  </a:lnTo>
                  <a:lnTo>
                    <a:pt x="106" y="156"/>
                  </a:lnTo>
                  <a:lnTo>
                    <a:pt x="118" y="148"/>
                  </a:lnTo>
                  <a:lnTo>
                    <a:pt x="124" y="144"/>
                  </a:lnTo>
                  <a:lnTo>
                    <a:pt x="130" y="140"/>
                  </a:lnTo>
                  <a:lnTo>
                    <a:pt x="132" y="134"/>
                  </a:lnTo>
                  <a:lnTo>
                    <a:pt x="134" y="130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0" y="122"/>
                  </a:lnTo>
                  <a:lnTo>
                    <a:pt x="114" y="118"/>
                  </a:lnTo>
                  <a:lnTo>
                    <a:pt x="108" y="116"/>
                  </a:lnTo>
                  <a:lnTo>
                    <a:pt x="110" y="106"/>
                  </a:lnTo>
                  <a:lnTo>
                    <a:pt x="110" y="102"/>
                  </a:lnTo>
                  <a:lnTo>
                    <a:pt x="108" y="98"/>
                  </a:lnTo>
                  <a:lnTo>
                    <a:pt x="104" y="96"/>
                  </a:lnTo>
                  <a:lnTo>
                    <a:pt x="100" y="94"/>
                  </a:lnTo>
                  <a:lnTo>
                    <a:pt x="98" y="90"/>
                  </a:lnTo>
                  <a:lnTo>
                    <a:pt x="96" y="84"/>
                  </a:lnTo>
                  <a:lnTo>
                    <a:pt x="94" y="82"/>
                  </a:lnTo>
                  <a:lnTo>
                    <a:pt x="90" y="82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8" y="76"/>
                  </a:lnTo>
                  <a:lnTo>
                    <a:pt x="76" y="68"/>
                  </a:lnTo>
                  <a:lnTo>
                    <a:pt x="76" y="64"/>
                  </a:lnTo>
                  <a:lnTo>
                    <a:pt x="78" y="58"/>
                  </a:lnTo>
                  <a:lnTo>
                    <a:pt x="82" y="52"/>
                  </a:lnTo>
                  <a:lnTo>
                    <a:pt x="88" y="50"/>
                  </a:lnTo>
                  <a:lnTo>
                    <a:pt x="86" y="48"/>
                  </a:lnTo>
                  <a:lnTo>
                    <a:pt x="88" y="44"/>
                  </a:lnTo>
                  <a:lnTo>
                    <a:pt x="84" y="28"/>
                  </a:lnTo>
                  <a:lnTo>
                    <a:pt x="82" y="18"/>
                  </a:lnTo>
                  <a:lnTo>
                    <a:pt x="80" y="14"/>
                  </a:lnTo>
                  <a:lnTo>
                    <a:pt x="76" y="14"/>
                  </a:lnTo>
                  <a:lnTo>
                    <a:pt x="72" y="12"/>
                  </a:lnTo>
                  <a:lnTo>
                    <a:pt x="72" y="10"/>
                  </a:lnTo>
                  <a:lnTo>
                    <a:pt x="68" y="4"/>
                  </a:lnTo>
                  <a:lnTo>
                    <a:pt x="66" y="2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54" y="14"/>
                  </a:lnTo>
                  <a:lnTo>
                    <a:pt x="56" y="20"/>
                  </a:lnTo>
                  <a:lnTo>
                    <a:pt x="50" y="20"/>
                  </a:lnTo>
                  <a:lnTo>
                    <a:pt x="44" y="22"/>
                  </a:lnTo>
                  <a:lnTo>
                    <a:pt x="36" y="28"/>
                  </a:lnTo>
                  <a:lnTo>
                    <a:pt x="30" y="34"/>
                  </a:lnTo>
                  <a:lnTo>
                    <a:pt x="28" y="36"/>
                  </a:lnTo>
                  <a:lnTo>
                    <a:pt x="30" y="40"/>
                  </a:lnTo>
                  <a:lnTo>
                    <a:pt x="32" y="42"/>
                  </a:lnTo>
                  <a:lnTo>
                    <a:pt x="26" y="60"/>
                  </a:lnTo>
                  <a:lnTo>
                    <a:pt x="26" y="62"/>
                  </a:lnTo>
                  <a:lnTo>
                    <a:pt x="28" y="64"/>
                  </a:lnTo>
                  <a:lnTo>
                    <a:pt x="30" y="64"/>
                  </a:lnTo>
                  <a:lnTo>
                    <a:pt x="28" y="70"/>
                  </a:lnTo>
                  <a:lnTo>
                    <a:pt x="26" y="74"/>
                  </a:lnTo>
                  <a:lnTo>
                    <a:pt x="20" y="84"/>
                  </a:lnTo>
                  <a:lnTo>
                    <a:pt x="18" y="84"/>
                  </a:lnTo>
                  <a:lnTo>
                    <a:pt x="16" y="82"/>
                  </a:lnTo>
                  <a:lnTo>
                    <a:pt x="12" y="86"/>
                  </a:lnTo>
                  <a:lnTo>
                    <a:pt x="10" y="86"/>
                  </a:lnTo>
                  <a:lnTo>
                    <a:pt x="12" y="92"/>
                  </a:lnTo>
                  <a:lnTo>
                    <a:pt x="12" y="100"/>
                  </a:lnTo>
                  <a:lnTo>
                    <a:pt x="10" y="110"/>
                  </a:lnTo>
                  <a:lnTo>
                    <a:pt x="10" y="118"/>
                  </a:lnTo>
                  <a:lnTo>
                    <a:pt x="4" y="118"/>
                  </a:lnTo>
                  <a:lnTo>
                    <a:pt x="2" y="124"/>
                  </a:lnTo>
                  <a:lnTo>
                    <a:pt x="0" y="13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2" name=""/>
            <p:cNvSpPr/>
            <p:nvPr/>
          </p:nvSpPr>
          <p:spPr>
            <a:xfrm>
              <a:off x="7383240" y="3293280"/>
              <a:ext cx="165960" cy="170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2" y="82"/>
                  </a:moveTo>
                  <a:lnTo>
                    <a:pt x="80" y="86"/>
                  </a:lnTo>
                  <a:lnTo>
                    <a:pt x="78" y="96"/>
                  </a:lnTo>
                  <a:lnTo>
                    <a:pt x="74" y="88"/>
                  </a:lnTo>
                  <a:lnTo>
                    <a:pt x="72" y="84"/>
                  </a:lnTo>
                  <a:lnTo>
                    <a:pt x="70" y="76"/>
                  </a:lnTo>
                  <a:lnTo>
                    <a:pt x="64" y="70"/>
                  </a:lnTo>
                  <a:lnTo>
                    <a:pt x="58" y="72"/>
                  </a:lnTo>
                  <a:lnTo>
                    <a:pt x="52" y="72"/>
                  </a:lnTo>
                  <a:lnTo>
                    <a:pt x="50" y="70"/>
                  </a:lnTo>
                  <a:lnTo>
                    <a:pt x="48" y="68"/>
                  </a:lnTo>
                  <a:lnTo>
                    <a:pt x="46" y="66"/>
                  </a:lnTo>
                  <a:lnTo>
                    <a:pt x="46" y="72"/>
                  </a:lnTo>
                  <a:lnTo>
                    <a:pt x="40" y="80"/>
                  </a:lnTo>
                  <a:lnTo>
                    <a:pt x="32" y="84"/>
                  </a:lnTo>
                  <a:lnTo>
                    <a:pt x="26" y="86"/>
                  </a:lnTo>
                  <a:lnTo>
                    <a:pt x="24" y="76"/>
                  </a:lnTo>
                  <a:lnTo>
                    <a:pt x="22" y="70"/>
                  </a:lnTo>
                  <a:lnTo>
                    <a:pt x="22" y="62"/>
                  </a:lnTo>
                  <a:lnTo>
                    <a:pt x="20" y="58"/>
                  </a:lnTo>
                  <a:lnTo>
                    <a:pt x="18" y="54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6" y="40"/>
                  </a:lnTo>
                  <a:lnTo>
                    <a:pt x="10" y="36"/>
                  </a:lnTo>
                  <a:lnTo>
                    <a:pt x="8" y="34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8" y="26"/>
                  </a:lnTo>
                  <a:lnTo>
                    <a:pt x="10" y="26"/>
                  </a:lnTo>
                  <a:lnTo>
                    <a:pt x="12" y="22"/>
                  </a:lnTo>
                  <a:lnTo>
                    <a:pt x="10" y="18"/>
                  </a:lnTo>
                  <a:lnTo>
                    <a:pt x="6" y="14"/>
                  </a:lnTo>
                  <a:lnTo>
                    <a:pt x="2" y="10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0"/>
                  </a:lnTo>
                  <a:lnTo>
                    <a:pt x="20" y="6"/>
                  </a:lnTo>
                  <a:lnTo>
                    <a:pt x="24" y="10"/>
                  </a:lnTo>
                  <a:lnTo>
                    <a:pt x="28" y="12"/>
                  </a:lnTo>
                  <a:lnTo>
                    <a:pt x="28" y="16"/>
                  </a:lnTo>
                  <a:lnTo>
                    <a:pt x="28" y="20"/>
                  </a:lnTo>
                  <a:lnTo>
                    <a:pt x="28" y="22"/>
                  </a:lnTo>
                  <a:lnTo>
                    <a:pt x="30" y="24"/>
                  </a:lnTo>
                  <a:lnTo>
                    <a:pt x="34" y="26"/>
                  </a:lnTo>
                  <a:lnTo>
                    <a:pt x="38" y="26"/>
                  </a:lnTo>
                  <a:lnTo>
                    <a:pt x="46" y="26"/>
                  </a:lnTo>
                  <a:lnTo>
                    <a:pt x="70" y="26"/>
                  </a:lnTo>
                  <a:lnTo>
                    <a:pt x="70" y="30"/>
                  </a:lnTo>
                  <a:lnTo>
                    <a:pt x="52" y="50"/>
                  </a:lnTo>
                  <a:lnTo>
                    <a:pt x="56" y="56"/>
                  </a:lnTo>
                  <a:lnTo>
                    <a:pt x="60" y="60"/>
                  </a:lnTo>
                  <a:lnTo>
                    <a:pt x="62" y="62"/>
                  </a:lnTo>
                  <a:lnTo>
                    <a:pt x="66" y="60"/>
                  </a:lnTo>
                  <a:lnTo>
                    <a:pt x="68" y="56"/>
                  </a:lnTo>
                  <a:lnTo>
                    <a:pt x="68" y="52"/>
                  </a:lnTo>
                  <a:lnTo>
                    <a:pt x="70" y="50"/>
                  </a:lnTo>
                  <a:lnTo>
                    <a:pt x="74" y="56"/>
                  </a:lnTo>
                  <a:lnTo>
                    <a:pt x="78" y="66"/>
                  </a:lnTo>
                  <a:lnTo>
                    <a:pt x="78" y="76"/>
                  </a:lnTo>
                  <a:lnTo>
                    <a:pt x="82" y="78"/>
                  </a:lnTo>
                  <a:lnTo>
                    <a:pt x="84" y="80"/>
                  </a:lnTo>
                  <a:lnTo>
                    <a:pt x="82" y="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3" name=""/>
            <p:cNvSpPr/>
            <p:nvPr/>
          </p:nvSpPr>
          <p:spPr>
            <a:xfrm>
              <a:off x="6791400" y="2989800"/>
              <a:ext cx="856440" cy="895680"/>
            </a:xfrm>
            <a:custGeom>
              <a:avLst/>
              <a:gdLst/>
              <a:ahLst/>
              <a:rect l="l" t="t" r="r" b="b"/>
              <a:pathLst>
                <a:path w="434" h="502">
                  <a:moveTo>
                    <a:pt x="434" y="132"/>
                  </a:moveTo>
                  <a:lnTo>
                    <a:pt x="434" y="140"/>
                  </a:lnTo>
                  <a:lnTo>
                    <a:pt x="432" y="146"/>
                  </a:lnTo>
                  <a:lnTo>
                    <a:pt x="434" y="152"/>
                  </a:lnTo>
                  <a:lnTo>
                    <a:pt x="428" y="152"/>
                  </a:lnTo>
                  <a:lnTo>
                    <a:pt x="422" y="154"/>
                  </a:lnTo>
                  <a:lnTo>
                    <a:pt x="414" y="160"/>
                  </a:lnTo>
                  <a:lnTo>
                    <a:pt x="408" y="166"/>
                  </a:lnTo>
                  <a:lnTo>
                    <a:pt x="406" y="168"/>
                  </a:lnTo>
                  <a:lnTo>
                    <a:pt x="408" y="172"/>
                  </a:lnTo>
                  <a:lnTo>
                    <a:pt x="410" y="174"/>
                  </a:lnTo>
                  <a:lnTo>
                    <a:pt x="404" y="192"/>
                  </a:lnTo>
                  <a:lnTo>
                    <a:pt x="404" y="194"/>
                  </a:lnTo>
                  <a:lnTo>
                    <a:pt x="406" y="196"/>
                  </a:lnTo>
                  <a:lnTo>
                    <a:pt x="408" y="196"/>
                  </a:lnTo>
                  <a:lnTo>
                    <a:pt x="406" y="202"/>
                  </a:lnTo>
                  <a:lnTo>
                    <a:pt x="404" y="206"/>
                  </a:lnTo>
                  <a:lnTo>
                    <a:pt x="398" y="216"/>
                  </a:lnTo>
                  <a:lnTo>
                    <a:pt x="396" y="216"/>
                  </a:lnTo>
                  <a:lnTo>
                    <a:pt x="394" y="214"/>
                  </a:lnTo>
                  <a:lnTo>
                    <a:pt x="390" y="218"/>
                  </a:lnTo>
                  <a:lnTo>
                    <a:pt x="388" y="218"/>
                  </a:lnTo>
                  <a:lnTo>
                    <a:pt x="390" y="222"/>
                  </a:lnTo>
                  <a:lnTo>
                    <a:pt x="390" y="226"/>
                  </a:lnTo>
                  <a:lnTo>
                    <a:pt x="388" y="250"/>
                  </a:lnTo>
                  <a:lnTo>
                    <a:pt x="384" y="250"/>
                  </a:lnTo>
                  <a:lnTo>
                    <a:pt x="382" y="248"/>
                  </a:lnTo>
                  <a:lnTo>
                    <a:pt x="380" y="246"/>
                  </a:lnTo>
                  <a:lnTo>
                    <a:pt x="378" y="236"/>
                  </a:lnTo>
                  <a:lnTo>
                    <a:pt x="374" y="226"/>
                  </a:lnTo>
                  <a:lnTo>
                    <a:pt x="370" y="220"/>
                  </a:lnTo>
                  <a:lnTo>
                    <a:pt x="368" y="222"/>
                  </a:lnTo>
                  <a:lnTo>
                    <a:pt x="368" y="226"/>
                  </a:lnTo>
                  <a:lnTo>
                    <a:pt x="366" y="230"/>
                  </a:lnTo>
                  <a:lnTo>
                    <a:pt x="362" y="232"/>
                  </a:lnTo>
                  <a:lnTo>
                    <a:pt x="360" y="230"/>
                  </a:lnTo>
                  <a:lnTo>
                    <a:pt x="356" y="226"/>
                  </a:lnTo>
                  <a:lnTo>
                    <a:pt x="352" y="220"/>
                  </a:lnTo>
                  <a:lnTo>
                    <a:pt x="370" y="200"/>
                  </a:lnTo>
                  <a:lnTo>
                    <a:pt x="370" y="196"/>
                  </a:lnTo>
                  <a:lnTo>
                    <a:pt x="346" y="196"/>
                  </a:lnTo>
                  <a:lnTo>
                    <a:pt x="338" y="196"/>
                  </a:lnTo>
                  <a:lnTo>
                    <a:pt x="334" y="196"/>
                  </a:lnTo>
                  <a:lnTo>
                    <a:pt x="330" y="194"/>
                  </a:lnTo>
                  <a:lnTo>
                    <a:pt x="328" y="192"/>
                  </a:lnTo>
                  <a:lnTo>
                    <a:pt x="328" y="190"/>
                  </a:lnTo>
                  <a:lnTo>
                    <a:pt x="328" y="186"/>
                  </a:lnTo>
                  <a:lnTo>
                    <a:pt x="328" y="182"/>
                  </a:lnTo>
                  <a:lnTo>
                    <a:pt x="324" y="180"/>
                  </a:lnTo>
                  <a:lnTo>
                    <a:pt x="320" y="176"/>
                  </a:lnTo>
                  <a:lnTo>
                    <a:pt x="306" y="170"/>
                  </a:lnTo>
                  <a:lnTo>
                    <a:pt x="302" y="172"/>
                  </a:lnTo>
                  <a:lnTo>
                    <a:pt x="300" y="174"/>
                  </a:lnTo>
                  <a:lnTo>
                    <a:pt x="300" y="176"/>
                  </a:lnTo>
                  <a:lnTo>
                    <a:pt x="302" y="180"/>
                  </a:lnTo>
                  <a:lnTo>
                    <a:pt x="306" y="184"/>
                  </a:lnTo>
                  <a:lnTo>
                    <a:pt x="310" y="188"/>
                  </a:lnTo>
                  <a:lnTo>
                    <a:pt x="312" y="192"/>
                  </a:lnTo>
                  <a:lnTo>
                    <a:pt x="310" y="196"/>
                  </a:lnTo>
                  <a:lnTo>
                    <a:pt x="308" y="196"/>
                  </a:lnTo>
                  <a:lnTo>
                    <a:pt x="306" y="198"/>
                  </a:lnTo>
                  <a:lnTo>
                    <a:pt x="306" y="200"/>
                  </a:lnTo>
                  <a:lnTo>
                    <a:pt x="308" y="204"/>
                  </a:lnTo>
                  <a:lnTo>
                    <a:pt x="310" y="206"/>
                  </a:lnTo>
                  <a:lnTo>
                    <a:pt x="316" y="210"/>
                  </a:lnTo>
                  <a:lnTo>
                    <a:pt x="314" y="220"/>
                  </a:lnTo>
                  <a:lnTo>
                    <a:pt x="314" y="222"/>
                  </a:lnTo>
                  <a:lnTo>
                    <a:pt x="318" y="224"/>
                  </a:lnTo>
                  <a:lnTo>
                    <a:pt x="320" y="228"/>
                  </a:lnTo>
                  <a:lnTo>
                    <a:pt x="322" y="232"/>
                  </a:lnTo>
                  <a:lnTo>
                    <a:pt x="322" y="240"/>
                  </a:lnTo>
                  <a:lnTo>
                    <a:pt x="324" y="246"/>
                  </a:lnTo>
                  <a:lnTo>
                    <a:pt x="326" y="256"/>
                  </a:lnTo>
                  <a:lnTo>
                    <a:pt x="318" y="256"/>
                  </a:lnTo>
                  <a:lnTo>
                    <a:pt x="310" y="256"/>
                  </a:lnTo>
                  <a:lnTo>
                    <a:pt x="312" y="256"/>
                  </a:lnTo>
                  <a:lnTo>
                    <a:pt x="302" y="260"/>
                  </a:lnTo>
                  <a:lnTo>
                    <a:pt x="298" y="266"/>
                  </a:lnTo>
                  <a:lnTo>
                    <a:pt x="296" y="282"/>
                  </a:lnTo>
                  <a:lnTo>
                    <a:pt x="292" y="288"/>
                  </a:lnTo>
                  <a:lnTo>
                    <a:pt x="286" y="290"/>
                  </a:lnTo>
                  <a:lnTo>
                    <a:pt x="280" y="292"/>
                  </a:lnTo>
                  <a:lnTo>
                    <a:pt x="272" y="296"/>
                  </a:lnTo>
                  <a:lnTo>
                    <a:pt x="270" y="300"/>
                  </a:lnTo>
                  <a:lnTo>
                    <a:pt x="266" y="306"/>
                  </a:lnTo>
                  <a:lnTo>
                    <a:pt x="260" y="318"/>
                  </a:lnTo>
                  <a:lnTo>
                    <a:pt x="246" y="334"/>
                  </a:lnTo>
                  <a:lnTo>
                    <a:pt x="232" y="352"/>
                  </a:lnTo>
                  <a:lnTo>
                    <a:pt x="226" y="358"/>
                  </a:lnTo>
                  <a:lnTo>
                    <a:pt x="222" y="360"/>
                  </a:lnTo>
                  <a:lnTo>
                    <a:pt x="212" y="364"/>
                  </a:lnTo>
                  <a:lnTo>
                    <a:pt x="206" y="366"/>
                  </a:lnTo>
                  <a:lnTo>
                    <a:pt x="202" y="370"/>
                  </a:lnTo>
                  <a:lnTo>
                    <a:pt x="200" y="376"/>
                  </a:lnTo>
                  <a:lnTo>
                    <a:pt x="198" y="382"/>
                  </a:lnTo>
                  <a:lnTo>
                    <a:pt x="200" y="388"/>
                  </a:lnTo>
                  <a:lnTo>
                    <a:pt x="202" y="398"/>
                  </a:lnTo>
                  <a:lnTo>
                    <a:pt x="206" y="406"/>
                  </a:lnTo>
                  <a:lnTo>
                    <a:pt x="208" y="416"/>
                  </a:lnTo>
                  <a:lnTo>
                    <a:pt x="206" y="426"/>
                  </a:lnTo>
                  <a:lnTo>
                    <a:pt x="204" y="432"/>
                  </a:lnTo>
                  <a:lnTo>
                    <a:pt x="202" y="436"/>
                  </a:lnTo>
                  <a:lnTo>
                    <a:pt x="202" y="442"/>
                  </a:lnTo>
                  <a:lnTo>
                    <a:pt x="202" y="446"/>
                  </a:lnTo>
                  <a:lnTo>
                    <a:pt x="204" y="450"/>
                  </a:lnTo>
                  <a:lnTo>
                    <a:pt x="206" y="452"/>
                  </a:lnTo>
                  <a:lnTo>
                    <a:pt x="206" y="456"/>
                  </a:lnTo>
                  <a:lnTo>
                    <a:pt x="204" y="464"/>
                  </a:lnTo>
                  <a:lnTo>
                    <a:pt x="198" y="468"/>
                  </a:lnTo>
                  <a:lnTo>
                    <a:pt x="194" y="472"/>
                  </a:lnTo>
                  <a:lnTo>
                    <a:pt x="192" y="478"/>
                  </a:lnTo>
                  <a:lnTo>
                    <a:pt x="194" y="484"/>
                  </a:lnTo>
                  <a:lnTo>
                    <a:pt x="196" y="486"/>
                  </a:lnTo>
                  <a:lnTo>
                    <a:pt x="188" y="488"/>
                  </a:lnTo>
                  <a:lnTo>
                    <a:pt x="186" y="490"/>
                  </a:lnTo>
                  <a:lnTo>
                    <a:pt x="184" y="492"/>
                  </a:lnTo>
                  <a:lnTo>
                    <a:pt x="182" y="496"/>
                  </a:lnTo>
                  <a:lnTo>
                    <a:pt x="178" y="500"/>
                  </a:lnTo>
                  <a:lnTo>
                    <a:pt x="174" y="502"/>
                  </a:lnTo>
                  <a:lnTo>
                    <a:pt x="170" y="502"/>
                  </a:lnTo>
                  <a:lnTo>
                    <a:pt x="164" y="500"/>
                  </a:lnTo>
                  <a:lnTo>
                    <a:pt x="160" y="496"/>
                  </a:lnTo>
                  <a:lnTo>
                    <a:pt x="154" y="490"/>
                  </a:lnTo>
                  <a:lnTo>
                    <a:pt x="150" y="482"/>
                  </a:lnTo>
                  <a:lnTo>
                    <a:pt x="142" y="466"/>
                  </a:lnTo>
                  <a:lnTo>
                    <a:pt x="138" y="450"/>
                  </a:lnTo>
                  <a:lnTo>
                    <a:pt x="134" y="438"/>
                  </a:lnTo>
                  <a:lnTo>
                    <a:pt x="126" y="420"/>
                  </a:lnTo>
                  <a:lnTo>
                    <a:pt x="118" y="404"/>
                  </a:lnTo>
                  <a:lnTo>
                    <a:pt x="110" y="388"/>
                  </a:lnTo>
                  <a:lnTo>
                    <a:pt x="100" y="360"/>
                  </a:lnTo>
                  <a:lnTo>
                    <a:pt x="86" y="332"/>
                  </a:lnTo>
                  <a:lnTo>
                    <a:pt x="82" y="316"/>
                  </a:lnTo>
                  <a:lnTo>
                    <a:pt x="78" y="302"/>
                  </a:lnTo>
                  <a:lnTo>
                    <a:pt x="76" y="284"/>
                  </a:lnTo>
                  <a:lnTo>
                    <a:pt x="76" y="268"/>
                  </a:lnTo>
                  <a:lnTo>
                    <a:pt x="74" y="260"/>
                  </a:lnTo>
                  <a:lnTo>
                    <a:pt x="72" y="256"/>
                  </a:lnTo>
                  <a:lnTo>
                    <a:pt x="68" y="248"/>
                  </a:lnTo>
                  <a:lnTo>
                    <a:pt x="66" y="258"/>
                  </a:lnTo>
                  <a:lnTo>
                    <a:pt x="62" y="268"/>
                  </a:lnTo>
                  <a:lnTo>
                    <a:pt x="58" y="276"/>
                  </a:lnTo>
                  <a:lnTo>
                    <a:pt x="54" y="278"/>
                  </a:lnTo>
                  <a:lnTo>
                    <a:pt x="50" y="278"/>
                  </a:lnTo>
                  <a:lnTo>
                    <a:pt x="44" y="276"/>
                  </a:lnTo>
                  <a:lnTo>
                    <a:pt x="38" y="274"/>
                  </a:lnTo>
                  <a:lnTo>
                    <a:pt x="28" y="266"/>
                  </a:lnTo>
                  <a:lnTo>
                    <a:pt x="20" y="256"/>
                  </a:lnTo>
                  <a:lnTo>
                    <a:pt x="14" y="248"/>
                  </a:lnTo>
                  <a:lnTo>
                    <a:pt x="20" y="246"/>
                  </a:lnTo>
                  <a:lnTo>
                    <a:pt x="24" y="244"/>
                  </a:lnTo>
                  <a:lnTo>
                    <a:pt x="30" y="240"/>
                  </a:lnTo>
                  <a:lnTo>
                    <a:pt x="32" y="234"/>
                  </a:lnTo>
                  <a:lnTo>
                    <a:pt x="24" y="238"/>
                  </a:lnTo>
                  <a:lnTo>
                    <a:pt x="24" y="240"/>
                  </a:lnTo>
                  <a:lnTo>
                    <a:pt x="20" y="242"/>
                  </a:lnTo>
                  <a:lnTo>
                    <a:pt x="14" y="238"/>
                  </a:lnTo>
                  <a:lnTo>
                    <a:pt x="8" y="232"/>
                  </a:lnTo>
                  <a:lnTo>
                    <a:pt x="2" y="224"/>
                  </a:lnTo>
                  <a:lnTo>
                    <a:pt x="0" y="220"/>
                  </a:lnTo>
                  <a:lnTo>
                    <a:pt x="0" y="214"/>
                  </a:lnTo>
                  <a:lnTo>
                    <a:pt x="2" y="212"/>
                  </a:lnTo>
                  <a:lnTo>
                    <a:pt x="4" y="210"/>
                  </a:lnTo>
                  <a:lnTo>
                    <a:pt x="8" y="210"/>
                  </a:lnTo>
                  <a:lnTo>
                    <a:pt x="12" y="210"/>
                  </a:lnTo>
                  <a:lnTo>
                    <a:pt x="16" y="212"/>
                  </a:lnTo>
                  <a:lnTo>
                    <a:pt x="20" y="214"/>
                  </a:lnTo>
                  <a:lnTo>
                    <a:pt x="30" y="212"/>
                  </a:lnTo>
                  <a:lnTo>
                    <a:pt x="36" y="208"/>
                  </a:lnTo>
                  <a:lnTo>
                    <a:pt x="38" y="204"/>
                  </a:lnTo>
                  <a:lnTo>
                    <a:pt x="36" y="196"/>
                  </a:lnTo>
                  <a:lnTo>
                    <a:pt x="32" y="192"/>
                  </a:lnTo>
                  <a:lnTo>
                    <a:pt x="24" y="184"/>
                  </a:lnTo>
                  <a:lnTo>
                    <a:pt x="22" y="182"/>
                  </a:lnTo>
                  <a:lnTo>
                    <a:pt x="20" y="178"/>
                  </a:lnTo>
                  <a:lnTo>
                    <a:pt x="20" y="170"/>
                  </a:lnTo>
                  <a:lnTo>
                    <a:pt x="18" y="168"/>
                  </a:lnTo>
                  <a:lnTo>
                    <a:pt x="14" y="168"/>
                  </a:lnTo>
                  <a:lnTo>
                    <a:pt x="10" y="164"/>
                  </a:lnTo>
                  <a:lnTo>
                    <a:pt x="8" y="160"/>
                  </a:lnTo>
                  <a:lnTo>
                    <a:pt x="10" y="156"/>
                  </a:lnTo>
                  <a:lnTo>
                    <a:pt x="14" y="150"/>
                  </a:lnTo>
                  <a:lnTo>
                    <a:pt x="18" y="144"/>
                  </a:lnTo>
                  <a:lnTo>
                    <a:pt x="22" y="142"/>
                  </a:lnTo>
                  <a:lnTo>
                    <a:pt x="26" y="144"/>
                  </a:lnTo>
                  <a:lnTo>
                    <a:pt x="30" y="146"/>
                  </a:lnTo>
                  <a:lnTo>
                    <a:pt x="34" y="146"/>
                  </a:lnTo>
                  <a:lnTo>
                    <a:pt x="38" y="142"/>
                  </a:lnTo>
                  <a:lnTo>
                    <a:pt x="44" y="136"/>
                  </a:lnTo>
                  <a:lnTo>
                    <a:pt x="52" y="124"/>
                  </a:lnTo>
                  <a:lnTo>
                    <a:pt x="56" y="118"/>
                  </a:lnTo>
                  <a:lnTo>
                    <a:pt x="58" y="110"/>
                  </a:lnTo>
                  <a:lnTo>
                    <a:pt x="62" y="104"/>
                  </a:lnTo>
                  <a:lnTo>
                    <a:pt x="66" y="98"/>
                  </a:lnTo>
                  <a:lnTo>
                    <a:pt x="68" y="92"/>
                  </a:lnTo>
                  <a:lnTo>
                    <a:pt x="72" y="88"/>
                  </a:lnTo>
                  <a:lnTo>
                    <a:pt x="72" y="74"/>
                  </a:lnTo>
                  <a:lnTo>
                    <a:pt x="74" y="70"/>
                  </a:lnTo>
                  <a:lnTo>
                    <a:pt x="78" y="68"/>
                  </a:lnTo>
                  <a:lnTo>
                    <a:pt x="78" y="66"/>
                  </a:lnTo>
                  <a:lnTo>
                    <a:pt x="80" y="62"/>
                  </a:lnTo>
                  <a:lnTo>
                    <a:pt x="72" y="58"/>
                  </a:lnTo>
                  <a:lnTo>
                    <a:pt x="62" y="50"/>
                  </a:lnTo>
                  <a:lnTo>
                    <a:pt x="54" y="38"/>
                  </a:lnTo>
                  <a:lnTo>
                    <a:pt x="52" y="34"/>
                  </a:lnTo>
                  <a:lnTo>
                    <a:pt x="52" y="30"/>
                  </a:lnTo>
                  <a:lnTo>
                    <a:pt x="50" y="28"/>
                  </a:lnTo>
                  <a:lnTo>
                    <a:pt x="54" y="22"/>
                  </a:lnTo>
                  <a:lnTo>
                    <a:pt x="58" y="18"/>
                  </a:lnTo>
                  <a:lnTo>
                    <a:pt x="62" y="20"/>
                  </a:lnTo>
                  <a:lnTo>
                    <a:pt x="66" y="22"/>
                  </a:lnTo>
                  <a:lnTo>
                    <a:pt x="68" y="22"/>
                  </a:lnTo>
                  <a:lnTo>
                    <a:pt x="72" y="24"/>
                  </a:lnTo>
                  <a:lnTo>
                    <a:pt x="80" y="22"/>
                  </a:lnTo>
                  <a:lnTo>
                    <a:pt x="88" y="18"/>
                  </a:lnTo>
                  <a:lnTo>
                    <a:pt x="98" y="10"/>
                  </a:lnTo>
                  <a:lnTo>
                    <a:pt x="108" y="4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4" y="4"/>
                  </a:lnTo>
                  <a:lnTo>
                    <a:pt x="136" y="4"/>
                  </a:lnTo>
                  <a:lnTo>
                    <a:pt x="142" y="6"/>
                  </a:lnTo>
                  <a:lnTo>
                    <a:pt x="142" y="12"/>
                  </a:lnTo>
                  <a:lnTo>
                    <a:pt x="140" y="16"/>
                  </a:lnTo>
                  <a:lnTo>
                    <a:pt x="134" y="24"/>
                  </a:lnTo>
                  <a:lnTo>
                    <a:pt x="132" y="32"/>
                  </a:lnTo>
                  <a:lnTo>
                    <a:pt x="130" y="38"/>
                  </a:lnTo>
                  <a:lnTo>
                    <a:pt x="132" y="42"/>
                  </a:lnTo>
                  <a:lnTo>
                    <a:pt x="134" y="48"/>
                  </a:lnTo>
                  <a:lnTo>
                    <a:pt x="142" y="56"/>
                  </a:lnTo>
                  <a:lnTo>
                    <a:pt x="140" y="58"/>
                  </a:lnTo>
                  <a:lnTo>
                    <a:pt x="138" y="58"/>
                  </a:lnTo>
                  <a:lnTo>
                    <a:pt x="132" y="60"/>
                  </a:lnTo>
                  <a:lnTo>
                    <a:pt x="134" y="68"/>
                  </a:lnTo>
                  <a:lnTo>
                    <a:pt x="134" y="72"/>
                  </a:lnTo>
                  <a:lnTo>
                    <a:pt x="136" y="76"/>
                  </a:lnTo>
                  <a:lnTo>
                    <a:pt x="138" y="80"/>
                  </a:lnTo>
                  <a:lnTo>
                    <a:pt x="146" y="84"/>
                  </a:lnTo>
                  <a:lnTo>
                    <a:pt x="156" y="88"/>
                  </a:lnTo>
                  <a:lnTo>
                    <a:pt x="164" y="96"/>
                  </a:lnTo>
                  <a:lnTo>
                    <a:pt x="172" y="104"/>
                  </a:lnTo>
                  <a:lnTo>
                    <a:pt x="168" y="112"/>
                  </a:lnTo>
                  <a:lnTo>
                    <a:pt x="166" y="122"/>
                  </a:lnTo>
                  <a:lnTo>
                    <a:pt x="168" y="126"/>
                  </a:lnTo>
                  <a:lnTo>
                    <a:pt x="170" y="128"/>
                  </a:lnTo>
                  <a:lnTo>
                    <a:pt x="176" y="132"/>
                  </a:lnTo>
                  <a:lnTo>
                    <a:pt x="198" y="142"/>
                  </a:lnTo>
                  <a:lnTo>
                    <a:pt x="210" y="150"/>
                  </a:lnTo>
                  <a:lnTo>
                    <a:pt x="220" y="154"/>
                  </a:lnTo>
                  <a:lnTo>
                    <a:pt x="230" y="150"/>
                  </a:lnTo>
                  <a:lnTo>
                    <a:pt x="234" y="152"/>
                  </a:lnTo>
                  <a:lnTo>
                    <a:pt x="238" y="152"/>
                  </a:lnTo>
                  <a:lnTo>
                    <a:pt x="244" y="158"/>
                  </a:lnTo>
                  <a:lnTo>
                    <a:pt x="248" y="164"/>
                  </a:lnTo>
                  <a:lnTo>
                    <a:pt x="264" y="168"/>
                  </a:lnTo>
                  <a:lnTo>
                    <a:pt x="278" y="170"/>
                  </a:lnTo>
                  <a:lnTo>
                    <a:pt x="288" y="170"/>
                  </a:lnTo>
                  <a:lnTo>
                    <a:pt x="296" y="170"/>
                  </a:lnTo>
                  <a:lnTo>
                    <a:pt x="298" y="168"/>
                  </a:lnTo>
                  <a:lnTo>
                    <a:pt x="298" y="166"/>
                  </a:lnTo>
                  <a:lnTo>
                    <a:pt x="298" y="162"/>
                  </a:lnTo>
                  <a:lnTo>
                    <a:pt x="296" y="158"/>
                  </a:lnTo>
                  <a:lnTo>
                    <a:pt x="294" y="154"/>
                  </a:lnTo>
                  <a:lnTo>
                    <a:pt x="294" y="148"/>
                  </a:lnTo>
                  <a:lnTo>
                    <a:pt x="294" y="144"/>
                  </a:lnTo>
                  <a:lnTo>
                    <a:pt x="298" y="142"/>
                  </a:lnTo>
                  <a:lnTo>
                    <a:pt x="304" y="140"/>
                  </a:lnTo>
                  <a:lnTo>
                    <a:pt x="306" y="148"/>
                  </a:lnTo>
                  <a:lnTo>
                    <a:pt x="308" y="158"/>
                  </a:lnTo>
                  <a:lnTo>
                    <a:pt x="314" y="164"/>
                  </a:lnTo>
                  <a:lnTo>
                    <a:pt x="318" y="166"/>
                  </a:lnTo>
                  <a:lnTo>
                    <a:pt x="322" y="166"/>
                  </a:lnTo>
                  <a:lnTo>
                    <a:pt x="342" y="166"/>
                  </a:lnTo>
                  <a:lnTo>
                    <a:pt x="348" y="166"/>
                  </a:lnTo>
                  <a:lnTo>
                    <a:pt x="352" y="164"/>
                  </a:lnTo>
                  <a:lnTo>
                    <a:pt x="354" y="162"/>
                  </a:lnTo>
                  <a:lnTo>
                    <a:pt x="358" y="158"/>
                  </a:lnTo>
                  <a:lnTo>
                    <a:pt x="360" y="150"/>
                  </a:lnTo>
                  <a:lnTo>
                    <a:pt x="364" y="140"/>
                  </a:lnTo>
                  <a:lnTo>
                    <a:pt x="368" y="134"/>
                  </a:lnTo>
                  <a:lnTo>
                    <a:pt x="376" y="126"/>
                  </a:lnTo>
                  <a:lnTo>
                    <a:pt x="382" y="122"/>
                  </a:lnTo>
                  <a:lnTo>
                    <a:pt x="392" y="118"/>
                  </a:lnTo>
                  <a:lnTo>
                    <a:pt x="394" y="120"/>
                  </a:lnTo>
                  <a:lnTo>
                    <a:pt x="396" y="120"/>
                  </a:lnTo>
                  <a:lnTo>
                    <a:pt x="400" y="122"/>
                  </a:lnTo>
                  <a:lnTo>
                    <a:pt x="402" y="120"/>
                  </a:lnTo>
                  <a:lnTo>
                    <a:pt x="406" y="118"/>
                  </a:lnTo>
                  <a:lnTo>
                    <a:pt x="406" y="116"/>
                  </a:lnTo>
                  <a:lnTo>
                    <a:pt x="412" y="116"/>
                  </a:lnTo>
                  <a:lnTo>
                    <a:pt x="420" y="124"/>
                  </a:lnTo>
                  <a:lnTo>
                    <a:pt x="420" y="128"/>
                  </a:lnTo>
                  <a:lnTo>
                    <a:pt x="420" y="130"/>
                  </a:lnTo>
                  <a:lnTo>
                    <a:pt x="424" y="134"/>
                  </a:lnTo>
                  <a:lnTo>
                    <a:pt x="430" y="136"/>
                  </a:lnTo>
                  <a:lnTo>
                    <a:pt x="434" y="136"/>
                  </a:lnTo>
                  <a:lnTo>
                    <a:pt x="434" y="1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4" name=""/>
            <p:cNvSpPr/>
            <p:nvPr/>
          </p:nvSpPr>
          <p:spPr>
            <a:xfrm>
              <a:off x="7395120" y="3236400"/>
              <a:ext cx="99000" cy="48960"/>
            </a:xfrm>
            <a:custGeom>
              <a:avLst/>
              <a:gdLst/>
              <a:ahLst/>
              <a:rect l="l" t="t" r="r" b="b"/>
              <a:pathLst>
                <a:path w="50" h="28">
                  <a:moveTo>
                    <a:pt x="50" y="20"/>
                  </a:moveTo>
                  <a:lnTo>
                    <a:pt x="46" y="14"/>
                  </a:lnTo>
                  <a:lnTo>
                    <a:pt x="36" y="6"/>
                  </a:lnTo>
                  <a:lnTo>
                    <a:pt x="26" y="2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10" y="28"/>
                  </a:lnTo>
                  <a:lnTo>
                    <a:pt x="16" y="28"/>
                  </a:lnTo>
                  <a:lnTo>
                    <a:pt x="36" y="28"/>
                  </a:lnTo>
                  <a:lnTo>
                    <a:pt x="42" y="28"/>
                  </a:lnTo>
                  <a:lnTo>
                    <a:pt x="46" y="26"/>
                  </a:lnTo>
                  <a:lnTo>
                    <a:pt x="50" y="22"/>
                  </a:lnTo>
                  <a:lnTo>
                    <a:pt x="50" y="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" bIns="2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5" name=""/>
            <p:cNvSpPr/>
            <p:nvPr/>
          </p:nvSpPr>
          <p:spPr>
            <a:xfrm>
              <a:off x="7117920" y="3168360"/>
              <a:ext cx="261720" cy="124920"/>
            </a:xfrm>
            <a:custGeom>
              <a:avLst/>
              <a:gdLst/>
              <a:ahLst/>
              <a:rect l="l" t="t" r="r" b="b"/>
              <a:pathLst>
                <a:path w="132" h="70">
                  <a:moveTo>
                    <a:pt x="128" y="46"/>
                  </a:moveTo>
                  <a:lnTo>
                    <a:pt x="110" y="46"/>
                  </a:lnTo>
                  <a:lnTo>
                    <a:pt x="104" y="44"/>
                  </a:lnTo>
                  <a:lnTo>
                    <a:pt x="98" y="40"/>
                  </a:lnTo>
                  <a:lnTo>
                    <a:pt x="96" y="40"/>
                  </a:lnTo>
                  <a:lnTo>
                    <a:pt x="94" y="40"/>
                  </a:lnTo>
                  <a:lnTo>
                    <a:pt x="90" y="40"/>
                  </a:lnTo>
                  <a:lnTo>
                    <a:pt x="84" y="38"/>
                  </a:lnTo>
                  <a:lnTo>
                    <a:pt x="80" y="36"/>
                  </a:lnTo>
                  <a:lnTo>
                    <a:pt x="76" y="32"/>
                  </a:lnTo>
                  <a:lnTo>
                    <a:pt x="74" y="30"/>
                  </a:lnTo>
                  <a:lnTo>
                    <a:pt x="62" y="26"/>
                  </a:lnTo>
                  <a:lnTo>
                    <a:pt x="52" y="22"/>
                  </a:lnTo>
                  <a:lnTo>
                    <a:pt x="44" y="16"/>
                  </a:lnTo>
                  <a:lnTo>
                    <a:pt x="34" y="8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6" y="4"/>
                  </a:lnTo>
                  <a:lnTo>
                    <a:pt x="2" y="12"/>
                  </a:lnTo>
                  <a:lnTo>
                    <a:pt x="0" y="22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10" y="32"/>
                  </a:lnTo>
                  <a:lnTo>
                    <a:pt x="32" y="42"/>
                  </a:lnTo>
                  <a:lnTo>
                    <a:pt x="44" y="50"/>
                  </a:lnTo>
                  <a:lnTo>
                    <a:pt x="54" y="54"/>
                  </a:lnTo>
                  <a:lnTo>
                    <a:pt x="64" y="50"/>
                  </a:lnTo>
                  <a:lnTo>
                    <a:pt x="68" y="52"/>
                  </a:lnTo>
                  <a:lnTo>
                    <a:pt x="72" y="52"/>
                  </a:lnTo>
                  <a:lnTo>
                    <a:pt x="78" y="58"/>
                  </a:lnTo>
                  <a:lnTo>
                    <a:pt x="82" y="64"/>
                  </a:lnTo>
                  <a:lnTo>
                    <a:pt x="98" y="68"/>
                  </a:lnTo>
                  <a:lnTo>
                    <a:pt x="112" y="70"/>
                  </a:lnTo>
                  <a:lnTo>
                    <a:pt x="122" y="70"/>
                  </a:lnTo>
                  <a:lnTo>
                    <a:pt x="130" y="70"/>
                  </a:lnTo>
                  <a:lnTo>
                    <a:pt x="132" y="68"/>
                  </a:lnTo>
                  <a:lnTo>
                    <a:pt x="132" y="66"/>
                  </a:lnTo>
                  <a:lnTo>
                    <a:pt x="132" y="62"/>
                  </a:lnTo>
                  <a:lnTo>
                    <a:pt x="130" y="58"/>
                  </a:lnTo>
                  <a:lnTo>
                    <a:pt x="128" y="54"/>
                  </a:lnTo>
                  <a:lnTo>
                    <a:pt x="128" y="48"/>
                  </a:lnTo>
                  <a:lnTo>
                    <a:pt x="128" y="4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6" name=""/>
            <p:cNvSpPr/>
            <p:nvPr/>
          </p:nvSpPr>
          <p:spPr>
            <a:xfrm>
              <a:off x="6521040" y="2950560"/>
              <a:ext cx="475200" cy="431640"/>
            </a:xfrm>
            <a:custGeom>
              <a:avLst/>
              <a:gdLst/>
              <a:ahLst/>
              <a:rect l="l" t="t" r="r" b="b"/>
              <a:pathLst>
                <a:path w="240" h="242">
                  <a:moveTo>
                    <a:pt x="238" y="28"/>
                  </a:moveTo>
                  <a:lnTo>
                    <a:pt x="234" y="26"/>
                  </a:lnTo>
                  <a:lnTo>
                    <a:pt x="230" y="26"/>
                  </a:lnTo>
                  <a:lnTo>
                    <a:pt x="224" y="24"/>
                  </a:lnTo>
                  <a:lnTo>
                    <a:pt x="218" y="24"/>
                  </a:lnTo>
                  <a:lnTo>
                    <a:pt x="214" y="22"/>
                  </a:lnTo>
                  <a:lnTo>
                    <a:pt x="210" y="18"/>
                  </a:lnTo>
                  <a:lnTo>
                    <a:pt x="206" y="10"/>
                  </a:lnTo>
                  <a:lnTo>
                    <a:pt x="200" y="4"/>
                  </a:lnTo>
                  <a:lnTo>
                    <a:pt x="192" y="0"/>
                  </a:lnTo>
                  <a:lnTo>
                    <a:pt x="184" y="0"/>
                  </a:lnTo>
                  <a:lnTo>
                    <a:pt x="174" y="2"/>
                  </a:lnTo>
                  <a:lnTo>
                    <a:pt x="164" y="2"/>
                  </a:lnTo>
                  <a:lnTo>
                    <a:pt x="154" y="4"/>
                  </a:lnTo>
                  <a:lnTo>
                    <a:pt x="148" y="6"/>
                  </a:lnTo>
                  <a:lnTo>
                    <a:pt x="142" y="8"/>
                  </a:lnTo>
                  <a:lnTo>
                    <a:pt x="140" y="12"/>
                  </a:lnTo>
                  <a:lnTo>
                    <a:pt x="138" y="16"/>
                  </a:lnTo>
                  <a:lnTo>
                    <a:pt x="140" y="20"/>
                  </a:lnTo>
                  <a:lnTo>
                    <a:pt x="142" y="24"/>
                  </a:lnTo>
                  <a:lnTo>
                    <a:pt x="146" y="28"/>
                  </a:lnTo>
                  <a:lnTo>
                    <a:pt x="148" y="34"/>
                  </a:lnTo>
                  <a:lnTo>
                    <a:pt x="146" y="40"/>
                  </a:lnTo>
                  <a:lnTo>
                    <a:pt x="140" y="48"/>
                  </a:lnTo>
                  <a:lnTo>
                    <a:pt x="136" y="54"/>
                  </a:lnTo>
                  <a:lnTo>
                    <a:pt x="132" y="60"/>
                  </a:lnTo>
                  <a:lnTo>
                    <a:pt x="132" y="64"/>
                  </a:lnTo>
                  <a:lnTo>
                    <a:pt x="132" y="68"/>
                  </a:lnTo>
                  <a:lnTo>
                    <a:pt x="132" y="70"/>
                  </a:lnTo>
                  <a:lnTo>
                    <a:pt x="126" y="76"/>
                  </a:lnTo>
                  <a:lnTo>
                    <a:pt x="124" y="80"/>
                  </a:lnTo>
                  <a:lnTo>
                    <a:pt x="122" y="84"/>
                  </a:lnTo>
                  <a:lnTo>
                    <a:pt x="122" y="88"/>
                  </a:lnTo>
                  <a:lnTo>
                    <a:pt x="126" y="90"/>
                  </a:lnTo>
                  <a:lnTo>
                    <a:pt x="124" y="94"/>
                  </a:lnTo>
                  <a:lnTo>
                    <a:pt x="120" y="96"/>
                  </a:lnTo>
                  <a:lnTo>
                    <a:pt x="114" y="96"/>
                  </a:lnTo>
                  <a:lnTo>
                    <a:pt x="106" y="96"/>
                  </a:lnTo>
                  <a:lnTo>
                    <a:pt x="104" y="100"/>
                  </a:lnTo>
                  <a:lnTo>
                    <a:pt x="100" y="104"/>
                  </a:lnTo>
                  <a:lnTo>
                    <a:pt x="98" y="106"/>
                  </a:lnTo>
                  <a:lnTo>
                    <a:pt x="96" y="108"/>
                  </a:lnTo>
                  <a:lnTo>
                    <a:pt x="90" y="108"/>
                  </a:lnTo>
                  <a:lnTo>
                    <a:pt x="86" y="108"/>
                  </a:lnTo>
                  <a:lnTo>
                    <a:pt x="82" y="112"/>
                  </a:lnTo>
                  <a:lnTo>
                    <a:pt x="80" y="116"/>
                  </a:lnTo>
                  <a:lnTo>
                    <a:pt x="82" y="120"/>
                  </a:lnTo>
                  <a:lnTo>
                    <a:pt x="84" y="126"/>
                  </a:lnTo>
                  <a:lnTo>
                    <a:pt x="84" y="128"/>
                  </a:lnTo>
                  <a:lnTo>
                    <a:pt x="80" y="132"/>
                  </a:lnTo>
                  <a:lnTo>
                    <a:pt x="68" y="136"/>
                  </a:lnTo>
                  <a:lnTo>
                    <a:pt x="54" y="138"/>
                  </a:lnTo>
                  <a:lnTo>
                    <a:pt x="44" y="138"/>
                  </a:lnTo>
                  <a:lnTo>
                    <a:pt x="34" y="138"/>
                  </a:lnTo>
                  <a:lnTo>
                    <a:pt x="24" y="136"/>
                  </a:lnTo>
                  <a:lnTo>
                    <a:pt x="12" y="136"/>
                  </a:lnTo>
                  <a:lnTo>
                    <a:pt x="0" y="134"/>
                  </a:lnTo>
                  <a:lnTo>
                    <a:pt x="6" y="136"/>
                  </a:lnTo>
                  <a:lnTo>
                    <a:pt x="12" y="140"/>
                  </a:lnTo>
                  <a:lnTo>
                    <a:pt x="18" y="148"/>
                  </a:lnTo>
                  <a:lnTo>
                    <a:pt x="24" y="154"/>
                  </a:lnTo>
                  <a:lnTo>
                    <a:pt x="28" y="154"/>
                  </a:lnTo>
                  <a:lnTo>
                    <a:pt x="32" y="156"/>
                  </a:lnTo>
                  <a:lnTo>
                    <a:pt x="34" y="162"/>
                  </a:lnTo>
                  <a:lnTo>
                    <a:pt x="36" y="170"/>
                  </a:lnTo>
                  <a:lnTo>
                    <a:pt x="42" y="174"/>
                  </a:lnTo>
                  <a:lnTo>
                    <a:pt x="46" y="178"/>
                  </a:lnTo>
                  <a:lnTo>
                    <a:pt x="44" y="182"/>
                  </a:lnTo>
                  <a:lnTo>
                    <a:pt x="40" y="184"/>
                  </a:lnTo>
                  <a:lnTo>
                    <a:pt x="30" y="190"/>
                  </a:lnTo>
                  <a:lnTo>
                    <a:pt x="26" y="192"/>
                  </a:lnTo>
                  <a:lnTo>
                    <a:pt x="24" y="198"/>
                  </a:lnTo>
                  <a:lnTo>
                    <a:pt x="22" y="202"/>
                  </a:lnTo>
                  <a:lnTo>
                    <a:pt x="22" y="210"/>
                  </a:lnTo>
                  <a:lnTo>
                    <a:pt x="30" y="216"/>
                  </a:lnTo>
                  <a:lnTo>
                    <a:pt x="34" y="216"/>
                  </a:lnTo>
                  <a:lnTo>
                    <a:pt x="42" y="218"/>
                  </a:lnTo>
                  <a:lnTo>
                    <a:pt x="72" y="218"/>
                  </a:lnTo>
                  <a:lnTo>
                    <a:pt x="80" y="216"/>
                  </a:lnTo>
                  <a:lnTo>
                    <a:pt x="88" y="214"/>
                  </a:lnTo>
                  <a:lnTo>
                    <a:pt x="104" y="208"/>
                  </a:lnTo>
                  <a:lnTo>
                    <a:pt x="108" y="220"/>
                  </a:lnTo>
                  <a:lnTo>
                    <a:pt x="114" y="230"/>
                  </a:lnTo>
                  <a:lnTo>
                    <a:pt x="118" y="234"/>
                  </a:lnTo>
                  <a:lnTo>
                    <a:pt x="122" y="238"/>
                  </a:lnTo>
                  <a:lnTo>
                    <a:pt x="128" y="240"/>
                  </a:lnTo>
                  <a:lnTo>
                    <a:pt x="136" y="242"/>
                  </a:lnTo>
                  <a:lnTo>
                    <a:pt x="136" y="236"/>
                  </a:lnTo>
                  <a:lnTo>
                    <a:pt x="138" y="234"/>
                  </a:lnTo>
                  <a:lnTo>
                    <a:pt x="140" y="232"/>
                  </a:lnTo>
                  <a:lnTo>
                    <a:pt x="144" y="232"/>
                  </a:lnTo>
                  <a:lnTo>
                    <a:pt x="148" y="232"/>
                  </a:lnTo>
                  <a:lnTo>
                    <a:pt x="152" y="234"/>
                  </a:lnTo>
                  <a:lnTo>
                    <a:pt x="156" y="236"/>
                  </a:lnTo>
                  <a:lnTo>
                    <a:pt x="166" y="234"/>
                  </a:lnTo>
                  <a:lnTo>
                    <a:pt x="172" y="230"/>
                  </a:lnTo>
                  <a:lnTo>
                    <a:pt x="174" y="226"/>
                  </a:lnTo>
                  <a:lnTo>
                    <a:pt x="172" y="218"/>
                  </a:lnTo>
                  <a:lnTo>
                    <a:pt x="168" y="214"/>
                  </a:lnTo>
                  <a:lnTo>
                    <a:pt x="160" y="206"/>
                  </a:lnTo>
                  <a:lnTo>
                    <a:pt x="158" y="204"/>
                  </a:lnTo>
                  <a:lnTo>
                    <a:pt x="156" y="200"/>
                  </a:lnTo>
                  <a:lnTo>
                    <a:pt x="156" y="192"/>
                  </a:lnTo>
                  <a:lnTo>
                    <a:pt x="154" y="190"/>
                  </a:lnTo>
                  <a:lnTo>
                    <a:pt x="150" y="190"/>
                  </a:lnTo>
                  <a:lnTo>
                    <a:pt x="146" y="186"/>
                  </a:lnTo>
                  <a:lnTo>
                    <a:pt x="144" y="182"/>
                  </a:lnTo>
                  <a:lnTo>
                    <a:pt x="146" y="178"/>
                  </a:lnTo>
                  <a:lnTo>
                    <a:pt x="150" y="172"/>
                  </a:lnTo>
                  <a:lnTo>
                    <a:pt x="154" y="166"/>
                  </a:lnTo>
                  <a:lnTo>
                    <a:pt x="158" y="164"/>
                  </a:lnTo>
                  <a:lnTo>
                    <a:pt x="162" y="166"/>
                  </a:lnTo>
                  <a:lnTo>
                    <a:pt x="166" y="168"/>
                  </a:lnTo>
                  <a:lnTo>
                    <a:pt x="170" y="168"/>
                  </a:lnTo>
                  <a:lnTo>
                    <a:pt x="174" y="164"/>
                  </a:lnTo>
                  <a:lnTo>
                    <a:pt x="180" y="158"/>
                  </a:lnTo>
                  <a:lnTo>
                    <a:pt x="188" y="146"/>
                  </a:lnTo>
                  <a:lnTo>
                    <a:pt x="192" y="140"/>
                  </a:lnTo>
                  <a:lnTo>
                    <a:pt x="194" y="132"/>
                  </a:lnTo>
                  <a:lnTo>
                    <a:pt x="198" y="126"/>
                  </a:lnTo>
                  <a:lnTo>
                    <a:pt x="202" y="120"/>
                  </a:lnTo>
                  <a:lnTo>
                    <a:pt x="204" y="114"/>
                  </a:lnTo>
                  <a:lnTo>
                    <a:pt x="208" y="110"/>
                  </a:lnTo>
                  <a:lnTo>
                    <a:pt x="208" y="96"/>
                  </a:lnTo>
                  <a:lnTo>
                    <a:pt x="210" y="92"/>
                  </a:lnTo>
                  <a:lnTo>
                    <a:pt x="214" y="90"/>
                  </a:lnTo>
                  <a:lnTo>
                    <a:pt x="214" y="88"/>
                  </a:lnTo>
                  <a:lnTo>
                    <a:pt x="216" y="84"/>
                  </a:lnTo>
                  <a:lnTo>
                    <a:pt x="208" y="80"/>
                  </a:lnTo>
                  <a:lnTo>
                    <a:pt x="198" y="72"/>
                  </a:lnTo>
                  <a:lnTo>
                    <a:pt x="190" y="60"/>
                  </a:lnTo>
                  <a:lnTo>
                    <a:pt x="188" y="56"/>
                  </a:lnTo>
                  <a:lnTo>
                    <a:pt x="188" y="52"/>
                  </a:lnTo>
                  <a:lnTo>
                    <a:pt x="186" y="50"/>
                  </a:lnTo>
                  <a:lnTo>
                    <a:pt x="190" y="44"/>
                  </a:lnTo>
                  <a:lnTo>
                    <a:pt x="194" y="40"/>
                  </a:lnTo>
                  <a:lnTo>
                    <a:pt x="198" y="42"/>
                  </a:lnTo>
                  <a:lnTo>
                    <a:pt x="202" y="44"/>
                  </a:lnTo>
                  <a:lnTo>
                    <a:pt x="204" y="44"/>
                  </a:lnTo>
                  <a:lnTo>
                    <a:pt x="208" y="46"/>
                  </a:lnTo>
                  <a:lnTo>
                    <a:pt x="216" y="44"/>
                  </a:lnTo>
                  <a:lnTo>
                    <a:pt x="224" y="40"/>
                  </a:lnTo>
                  <a:lnTo>
                    <a:pt x="240" y="28"/>
                  </a:lnTo>
                  <a:lnTo>
                    <a:pt x="238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7" name=""/>
            <p:cNvSpPr/>
            <p:nvPr/>
          </p:nvSpPr>
          <p:spPr>
            <a:xfrm>
              <a:off x="6490440" y="2897280"/>
              <a:ext cx="394920" cy="298440"/>
            </a:xfrm>
            <a:custGeom>
              <a:avLst/>
              <a:gdLst/>
              <a:ahLst/>
              <a:rect l="l" t="t" r="r" b="b"/>
              <a:pathLst>
                <a:path w="200" h="168">
                  <a:moveTo>
                    <a:pt x="184" y="22"/>
                  </a:moveTo>
                  <a:lnTo>
                    <a:pt x="174" y="26"/>
                  </a:lnTo>
                  <a:lnTo>
                    <a:pt x="168" y="26"/>
                  </a:lnTo>
                  <a:lnTo>
                    <a:pt x="160" y="28"/>
                  </a:lnTo>
                  <a:lnTo>
                    <a:pt x="156" y="26"/>
                  </a:lnTo>
                  <a:lnTo>
                    <a:pt x="152" y="24"/>
                  </a:lnTo>
                  <a:lnTo>
                    <a:pt x="148" y="18"/>
                  </a:lnTo>
                  <a:lnTo>
                    <a:pt x="144" y="8"/>
                  </a:lnTo>
                  <a:lnTo>
                    <a:pt x="142" y="0"/>
                  </a:lnTo>
                  <a:lnTo>
                    <a:pt x="136" y="0"/>
                  </a:lnTo>
                  <a:lnTo>
                    <a:pt x="130" y="6"/>
                  </a:lnTo>
                  <a:lnTo>
                    <a:pt x="122" y="16"/>
                  </a:lnTo>
                  <a:lnTo>
                    <a:pt x="114" y="24"/>
                  </a:lnTo>
                  <a:lnTo>
                    <a:pt x="108" y="26"/>
                  </a:lnTo>
                  <a:lnTo>
                    <a:pt x="102" y="28"/>
                  </a:lnTo>
                  <a:lnTo>
                    <a:pt x="74" y="28"/>
                  </a:lnTo>
                  <a:lnTo>
                    <a:pt x="60" y="20"/>
                  </a:lnTo>
                  <a:lnTo>
                    <a:pt x="46" y="42"/>
                  </a:lnTo>
                  <a:lnTo>
                    <a:pt x="40" y="50"/>
                  </a:lnTo>
                  <a:lnTo>
                    <a:pt x="36" y="54"/>
                  </a:lnTo>
                  <a:lnTo>
                    <a:pt x="30" y="56"/>
                  </a:lnTo>
                  <a:lnTo>
                    <a:pt x="24" y="58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10" y="56"/>
                  </a:lnTo>
                  <a:lnTo>
                    <a:pt x="4" y="58"/>
                  </a:lnTo>
                  <a:lnTo>
                    <a:pt x="4" y="50"/>
                  </a:lnTo>
                  <a:lnTo>
                    <a:pt x="4" y="56"/>
                  </a:lnTo>
                  <a:lnTo>
                    <a:pt x="0" y="72"/>
                  </a:lnTo>
                  <a:lnTo>
                    <a:pt x="0" y="84"/>
                  </a:lnTo>
                  <a:lnTo>
                    <a:pt x="0" y="92"/>
                  </a:lnTo>
                  <a:lnTo>
                    <a:pt x="4" y="104"/>
                  </a:lnTo>
                  <a:lnTo>
                    <a:pt x="8" y="116"/>
                  </a:lnTo>
                  <a:lnTo>
                    <a:pt x="10" y="122"/>
                  </a:lnTo>
                  <a:lnTo>
                    <a:pt x="12" y="126"/>
                  </a:lnTo>
                  <a:lnTo>
                    <a:pt x="18" y="130"/>
                  </a:lnTo>
                  <a:lnTo>
                    <a:pt x="26" y="132"/>
                  </a:lnTo>
                  <a:lnTo>
                    <a:pt x="26" y="136"/>
                  </a:lnTo>
                  <a:lnTo>
                    <a:pt x="24" y="138"/>
                  </a:lnTo>
                  <a:lnTo>
                    <a:pt x="18" y="146"/>
                  </a:lnTo>
                  <a:lnTo>
                    <a:pt x="14" y="152"/>
                  </a:lnTo>
                  <a:lnTo>
                    <a:pt x="12" y="156"/>
                  </a:lnTo>
                  <a:lnTo>
                    <a:pt x="12" y="160"/>
                  </a:lnTo>
                  <a:lnTo>
                    <a:pt x="12" y="162"/>
                  </a:lnTo>
                  <a:lnTo>
                    <a:pt x="16" y="164"/>
                  </a:lnTo>
                  <a:lnTo>
                    <a:pt x="28" y="166"/>
                  </a:lnTo>
                  <a:lnTo>
                    <a:pt x="40" y="166"/>
                  </a:lnTo>
                  <a:lnTo>
                    <a:pt x="50" y="168"/>
                  </a:lnTo>
                  <a:lnTo>
                    <a:pt x="60" y="168"/>
                  </a:lnTo>
                  <a:lnTo>
                    <a:pt x="70" y="168"/>
                  </a:lnTo>
                  <a:lnTo>
                    <a:pt x="84" y="166"/>
                  </a:lnTo>
                  <a:lnTo>
                    <a:pt x="96" y="162"/>
                  </a:lnTo>
                  <a:lnTo>
                    <a:pt x="100" y="158"/>
                  </a:lnTo>
                  <a:lnTo>
                    <a:pt x="100" y="156"/>
                  </a:lnTo>
                  <a:lnTo>
                    <a:pt x="98" y="150"/>
                  </a:lnTo>
                  <a:lnTo>
                    <a:pt x="96" y="146"/>
                  </a:lnTo>
                  <a:lnTo>
                    <a:pt x="98" y="142"/>
                  </a:lnTo>
                  <a:lnTo>
                    <a:pt x="102" y="138"/>
                  </a:lnTo>
                  <a:lnTo>
                    <a:pt x="106" y="138"/>
                  </a:lnTo>
                  <a:lnTo>
                    <a:pt x="112" y="138"/>
                  </a:lnTo>
                  <a:lnTo>
                    <a:pt x="114" y="136"/>
                  </a:lnTo>
                  <a:lnTo>
                    <a:pt x="116" y="134"/>
                  </a:lnTo>
                  <a:lnTo>
                    <a:pt x="120" y="130"/>
                  </a:lnTo>
                  <a:lnTo>
                    <a:pt x="122" y="126"/>
                  </a:lnTo>
                  <a:lnTo>
                    <a:pt x="130" y="126"/>
                  </a:lnTo>
                  <a:lnTo>
                    <a:pt x="136" y="126"/>
                  </a:lnTo>
                  <a:lnTo>
                    <a:pt x="140" y="124"/>
                  </a:lnTo>
                  <a:lnTo>
                    <a:pt x="142" y="120"/>
                  </a:lnTo>
                  <a:lnTo>
                    <a:pt x="138" y="118"/>
                  </a:lnTo>
                  <a:lnTo>
                    <a:pt x="138" y="114"/>
                  </a:lnTo>
                  <a:lnTo>
                    <a:pt x="140" y="110"/>
                  </a:lnTo>
                  <a:lnTo>
                    <a:pt x="142" y="106"/>
                  </a:lnTo>
                  <a:lnTo>
                    <a:pt x="148" y="100"/>
                  </a:lnTo>
                  <a:lnTo>
                    <a:pt x="148" y="98"/>
                  </a:lnTo>
                  <a:lnTo>
                    <a:pt x="148" y="94"/>
                  </a:lnTo>
                  <a:lnTo>
                    <a:pt x="148" y="90"/>
                  </a:lnTo>
                  <a:lnTo>
                    <a:pt x="152" y="84"/>
                  </a:lnTo>
                  <a:lnTo>
                    <a:pt x="156" y="78"/>
                  </a:lnTo>
                  <a:lnTo>
                    <a:pt x="162" y="70"/>
                  </a:lnTo>
                  <a:lnTo>
                    <a:pt x="164" y="64"/>
                  </a:lnTo>
                  <a:lnTo>
                    <a:pt x="162" y="58"/>
                  </a:lnTo>
                  <a:lnTo>
                    <a:pt x="158" y="54"/>
                  </a:lnTo>
                  <a:lnTo>
                    <a:pt x="156" y="50"/>
                  </a:lnTo>
                  <a:lnTo>
                    <a:pt x="154" y="46"/>
                  </a:lnTo>
                  <a:lnTo>
                    <a:pt x="156" y="42"/>
                  </a:lnTo>
                  <a:lnTo>
                    <a:pt x="158" y="38"/>
                  </a:lnTo>
                  <a:lnTo>
                    <a:pt x="164" y="36"/>
                  </a:lnTo>
                  <a:lnTo>
                    <a:pt x="170" y="34"/>
                  </a:lnTo>
                  <a:lnTo>
                    <a:pt x="180" y="32"/>
                  </a:lnTo>
                  <a:lnTo>
                    <a:pt x="190" y="32"/>
                  </a:lnTo>
                  <a:lnTo>
                    <a:pt x="200" y="30"/>
                  </a:lnTo>
                  <a:lnTo>
                    <a:pt x="200" y="28"/>
                  </a:lnTo>
                  <a:lnTo>
                    <a:pt x="192" y="26"/>
                  </a:lnTo>
                  <a:lnTo>
                    <a:pt x="184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8" name=""/>
            <p:cNvSpPr/>
            <p:nvPr/>
          </p:nvSpPr>
          <p:spPr>
            <a:xfrm>
              <a:off x="7095960" y="2463480"/>
              <a:ext cx="952200" cy="332640"/>
            </a:xfrm>
            <a:custGeom>
              <a:avLst/>
              <a:gdLst/>
              <a:ahLst/>
              <a:rect l="l" t="t" r="r" b="b"/>
              <a:pathLst>
                <a:path w="482" h="186">
                  <a:moveTo>
                    <a:pt x="0" y="50"/>
                  </a:moveTo>
                  <a:lnTo>
                    <a:pt x="4" y="56"/>
                  </a:lnTo>
                  <a:lnTo>
                    <a:pt x="6" y="60"/>
                  </a:lnTo>
                  <a:lnTo>
                    <a:pt x="12" y="64"/>
                  </a:lnTo>
                  <a:lnTo>
                    <a:pt x="20" y="66"/>
                  </a:lnTo>
                  <a:lnTo>
                    <a:pt x="34" y="72"/>
                  </a:lnTo>
                  <a:lnTo>
                    <a:pt x="40" y="74"/>
                  </a:lnTo>
                  <a:lnTo>
                    <a:pt x="48" y="78"/>
                  </a:lnTo>
                  <a:lnTo>
                    <a:pt x="60" y="86"/>
                  </a:lnTo>
                  <a:lnTo>
                    <a:pt x="64" y="92"/>
                  </a:lnTo>
                  <a:lnTo>
                    <a:pt x="68" y="100"/>
                  </a:lnTo>
                  <a:lnTo>
                    <a:pt x="72" y="114"/>
                  </a:lnTo>
                  <a:lnTo>
                    <a:pt x="76" y="120"/>
                  </a:lnTo>
                  <a:lnTo>
                    <a:pt x="80" y="126"/>
                  </a:lnTo>
                  <a:lnTo>
                    <a:pt x="110" y="126"/>
                  </a:lnTo>
                  <a:lnTo>
                    <a:pt x="118" y="130"/>
                  </a:lnTo>
                  <a:lnTo>
                    <a:pt x="128" y="134"/>
                  </a:lnTo>
                  <a:lnTo>
                    <a:pt x="138" y="134"/>
                  </a:lnTo>
                  <a:lnTo>
                    <a:pt x="146" y="140"/>
                  </a:lnTo>
                  <a:lnTo>
                    <a:pt x="156" y="146"/>
                  </a:lnTo>
                  <a:lnTo>
                    <a:pt x="164" y="154"/>
                  </a:lnTo>
                  <a:lnTo>
                    <a:pt x="172" y="162"/>
                  </a:lnTo>
                  <a:lnTo>
                    <a:pt x="180" y="166"/>
                  </a:lnTo>
                  <a:lnTo>
                    <a:pt x="214" y="166"/>
                  </a:lnTo>
                  <a:lnTo>
                    <a:pt x="214" y="168"/>
                  </a:lnTo>
                  <a:lnTo>
                    <a:pt x="258" y="168"/>
                  </a:lnTo>
                  <a:lnTo>
                    <a:pt x="268" y="174"/>
                  </a:lnTo>
                  <a:lnTo>
                    <a:pt x="280" y="180"/>
                  </a:lnTo>
                  <a:lnTo>
                    <a:pt x="296" y="184"/>
                  </a:lnTo>
                  <a:lnTo>
                    <a:pt x="310" y="186"/>
                  </a:lnTo>
                  <a:lnTo>
                    <a:pt x="318" y="184"/>
                  </a:lnTo>
                  <a:lnTo>
                    <a:pt x="324" y="180"/>
                  </a:lnTo>
                  <a:lnTo>
                    <a:pt x="334" y="172"/>
                  </a:lnTo>
                  <a:lnTo>
                    <a:pt x="362" y="172"/>
                  </a:lnTo>
                  <a:lnTo>
                    <a:pt x="374" y="168"/>
                  </a:lnTo>
                  <a:lnTo>
                    <a:pt x="384" y="162"/>
                  </a:lnTo>
                  <a:lnTo>
                    <a:pt x="392" y="156"/>
                  </a:lnTo>
                  <a:lnTo>
                    <a:pt x="396" y="150"/>
                  </a:lnTo>
                  <a:lnTo>
                    <a:pt x="396" y="146"/>
                  </a:lnTo>
                  <a:lnTo>
                    <a:pt x="396" y="142"/>
                  </a:lnTo>
                  <a:lnTo>
                    <a:pt x="394" y="140"/>
                  </a:lnTo>
                  <a:lnTo>
                    <a:pt x="390" y="138"/>
                  </a:lnTo>
                  <a:lnTo>
                    <a:pt x="384" y="134"/>
                  </a:lnTo>
                  <a:lnTo>
                    <a:pt x="382" y="134"/>
                  </a:lnTo>
                  <a:lnTo>
                    <a:pt x="382" y="130"/>
                  </a:lnTo>
                  <a:lnTo>
                    <a:pt x="384" y="126"/>
                  </a:lnTo>
                  <a:lnTo>
                    <a:pt x="388" y="124"/>
                  </a:lnTo>
                  <a:lnTo>
                    <a:pt x="390" y="124"/>
                  </a:lnTo>
                  <a:lnTo>
                    <a:pt x="394" y="126"/>
                  </a:lnTo>
                  <a:lnTo>
                    <a:pt x="398" y="128"/>
                  </a:lnTo>
                  <a:lnTo>
                    <a:pt x="404" y="128"/>
                  </a:lnTo>
                  <a:lnTo>
                    <a:pt x="410" y="126"/>
                  </a:lnTo>
                  <a:lnTo>
                    <a:pt x="416" y="124"/>
                  </a:lnTo>
                  <a:lnTo>
                    <a:pt x="418" y="120"/>
                  </a:lnTo>
                  <a:lnTo>
                    <a:pt x="422" y="118"/>
                  </a:lnTo>
                  <a:lnTo>
                    <a:pt x="432" y="116"/>
                  </a:lnTo>
                  <a:lnTo>
                    <a:pt x="436" y="116"/>
                  </a:lnTo>
                  <a:lnTo>
                    <a:pt x="440" y="114"/>
                  </a:lnTo>
                  <a:lnTo>
                    <a:pt x="440" y="108"/>
                  </a:lnTo>
                  <a:lnTo>
                    <a:pt x="442" y="106"/>
                  </a:lnTo>
                  <a:lnTo>
                    <a:pt x="442" y="102"/>
                  </a:lnTo>
                  <a:lnTo>
                    <a:pt x="444" y="98"/>
                  </a:lnTo>
                  <a:lnTo>
                    <a:pt x="462" y="96"/>
                  </a:lnTo>
                  <a:lnTo>
                    <a:pt x="482" y="94"/>
                  </a:lnTo>
                  <a:lnTo>
                    <a:pt x="476" y="86"/>
                  </a:lnTo>
                  <a:lnTo>
                    <a:pt x="468" y="80"/>
                  </a:lnTo>
                  <a:lnTo>
                    <a:pt x="458" y="74"/>
                  </a:lnTo>
                  <a:lnTo>
                    <a:pt x="448" y="72"/>
                  </a:lnTo>
                  <a:lnTo>
                    <a:pt x="442" y="74"/>
                  </a:lnTo>
                  <a:lnTo>
                    <a:pt x="434" y="76"/>
                  </a:lnTo>
                  <a:lnTo>
                    <a:pt x="416" y="76"/>
                  </a:lnTo>
                  <a:lnTo>
                    <a:pt x="410" y="76"/>
                  </a:lnTo>
                  <a:lnTo>
                    <a:pt x="408" y="72"/>
                  </a:lnTo>
                  <a:lnTo>
                    <a:pt x="404" y="68"/>
                  </a:lnTo>
                  <a:lnTo>
                    <a:pt x="404" y="62"/>
                  </a:lnTo>
                  <a:lnTo>
                    <a:pt x="402" y="40"/>
                  </a:lnTo>
                  <a:lnTo>
                    <a:pt x="384" y="32"/>
                  </a:lnTo>
                  <a:lnTo>
                    <a:pt x="374" y="30"/>
                  </a:lnTo>
                  <a:lnTo>
                    <a:pt x="368" y="30"/>
                  </a:lnTo>
                  <a:lnTo>
                    <a:pt x="362" y="30"/>
                  </a:lnTo>
                  <a:lnTo>
                    <a:pt x="356" y="32"/>
                  </a:lnTo>
                  <a:lnTo>
                    <a:pt x="344" y="40"/>
                  </a:lnTo>
                  <a:lnTo>
                    <a:pt x="334" y="48"/>
                  </a:lnTo>
                  <a:lnTo>
                    <a:pt x="326" y="50"/>
                  </a:lnTo>
                  <a:lnTo>
                    <a:pt x="318" y="50"/>
                  </a:lnTo>
                  <a:lnTo>
                    <a:pt x="304" y="48"/>
                  </a:lnTo>
                  <a:lnTo>
                    <a:pt x="290" y="46"/>
                  </a:lnTo>
                  <a:lnTo>
                    <a:pt x="264" y="34"/>
                  </a:lnTo>
                  <a:lnTo>
                    <a:pt x="252" y="28"/>
                  </a:lnTo>
                  <a:lnTo>
                    <a:pt x="240" y="26"/>
                  </a:lnTo>
                  <a:lnTo>
                    <a:pt x="226" y="24"/>
                  </a:lnTo>
                  <a:lnTo>
                    <a:pt x="212" y="26"/>
                  </a:lnTo>
                  <a:lnTo>
                    <a:pt x="204" y="28"/>
                  </a:lnTo>
                  <a:lnTo>
                    <a:pt x="198" y="26"/>
                  </a:lnTo>
                  <a:lnTo>
                    <a:pt x="196" y="24"/>
                  </a:lnTo>
                  <a:lnTo>
                    <a:pt x="192" y="22"/>
                  </a:lnTo>
                  <a:lnTo>
                    <a:pt x="186" y="14"/>
                  </a:lnTo>
                  <a:lnTo>
                    <a:pt x="180" y="8"/>
                  </a:lnTo>
                  <a:lnTo>
                    <a:pt x="170" y="4"/>
                  </a:lnTo>
                  <a:lnTo>
                    <a:pt x="152" y="0"/>
                  </a:lnTo>
                  <a:lnTo>
                    <a:pt x="134" y="0"/>
                  </a:lnTo>
                  <a:lnTo>
                    <a:pt x="128" y="2"/>
                  </a:lnTo>
                  <a:lnTo>
                    <a:pt x="126" y="2"/>
                  </a:lnTo>
                  <a:lnTo>
                    <a:pt x="124" y="4"/>
                  </a:lnTo>
                  <a:lnTo>
                    <a:pt x="126" y="8"/>
                  </a:lnTo>
                  <a:lnTo>
                    <a:pt x="128" y="12"/>
                  </a:lnTo>
                  <a:lnTo>
                    <a:pt x="132" y="18"/>
                  </a:lnTo>
                  <a:lnTo>
                    <a:pt x="138" y="24"/>
                  </a:lnTo>
                  <a:lnTo>
                    <a:pt x="140" y="26"/>
                  </a:lnTo>
                  <a:lnTo>
                    <a:pt x="140" y="30"/>
                  </a:lnTo>
                  <a:lnTo>
                    <a:pt x="138" y="34"/>
                  </a:lnTo>
                  <a:lnTo>
                    <a:pt x="134" y="36"/>
                  </a:lnTo>
                  <a:lnTo>
                    <a:pt x="130" y="38"/>
                  </a:lnTo>
                  <a:lnTo>
                    <a:pt x="124" y="38"/>
                  </a:lnTo>
                  <a:lnTo>
                    <a:pt x="114" y="38"/>
                  </a:lnTo>
                  <a:lnTo>
                    <a:pt x="104" y="36"/>
                  </a:lnTo>
                  <a:lnTo>
                    <a:pt x="86" y="30"/>
                  </a:lnTo>
                  <a:lnTo>
                    <a:pt x="68" y="24"/>
                  </a:lnTo>
                  <a:lnTo>
                    <a:pt x="62" y="24"/>
                  </a:lnTo>
                  <a:lnTo>
                    <a:pt x="54" y="22"/>
                  </a:lnTo>
                  <a:lnTo>
                    <a:pt x="46" y="24"/>
                  </a:lnTo>
                  <a:lnTo>
                    <a:pt x="38" y="24"/>
                  </a:lnTo>
                  <a:lnTo>
                    <a:pt x="24" y="30"/>
                  </a:lnTo>
                  <a:lnTo>
                    <a:pt x="10" y="42"/>
                  </a:lnTo>
                  <a:lnTo>
                    <a:pt x="0" y="52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9" name=""/>
            <p:cNvSpPr/>
            <p:nvPr/>
          </p:nvSpPr>
          <p:spPr>
            <a:xfrm>
              <a:off x="8310240" y="2749320"/>
              <a:ext cx="146880" cy="165600"/>
            </a:xfrm>
            <a:custGeom>
              <a:avLst/>
              <a:gdLst/>
              <a:ahLst/>
              <a:rect l="l" t="t" r="r" b="b"/>
              <a:pathLst>
                <a:path w="76" h="92">
                  <a:moveTo>
                    <a:pt x="70" y="78"/>
                  </a:moveTo>
                  <a:lnTo>
                    <a:pt x="62" y="70"/>
                  </a:lnTo>
                  <a:lnTo>
                    <a:pt x="54" y="64"/>
                  </a:lnTo>
                  <a:lnTo>
                    <a:pt x="56" y="60"/>
                  </a:lnTo>
                  <a:lnTo>
                    <a:pt x="58" y="58"/>
                  </a:lnTo>
                  <a:lnTo>
                    <a:pt x="66" y="54"/>
                  </a:lnTo>
                  <a:lnTo>
                    <a:pt x="74" y="50"/>
                  </a:lnTo>
                  <a:lnTo>
                    <a:pt x="76" y="46"/>
                  </a:lnTo>
                  <a:lnTo>
                    <a:pt x="76" y="42"/>
                  </a:lnTo>
                  <a:lnTo>
                    <a:pt x="76" y="36"/>
                  </a:lnTo>
                  <a:lnTo>
                    <a:pt x="74" y="32"/>
                  </a:lnTo>
                  <a:lnTo>
                    <a:pt x="70" y="28"/>
                  </a:lnTo>
                  <a:lnTo>
                    <a:pt x="70" y="24"/>
                  </a:lnTo>
                  <a:lnTo>
                    <a:pt x="70" y="16"/>
                  </a:lnTo>
                  <a:lnTo>
                    <a:pt x="74" y="8"/>
                  </a:lnTo>
                  <a:lnTo>
                    <a:pt x="70" y="0"/>
                  </a:lnTo>
                  <a:lnTo>
                    <a:pt x="70" y="2"/>
                  </a:lnTo>
                  <a:lnTo>
                    <a:pt x="66" y="4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48" y="12"/>
                  </a:lnTo>
                  <a:lnTo>
                    <a:pt x="44" y="18"/>
                  </a:lnTo>
                  <a:lnTo>
                    <a:pt x="42" y="22"/>
                  </a:lnTo>
                  <a:lnTo>
                    <a:pt x="44" y="28"/>
                  </a:lnTo>
                  <a:lnTo>
                    <a:pt x="32" y="28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2" y="36"/>
                  </a:lnTo>
                  <a:lnTo>
                    <a:pt x="4" y="48"/>
                  </a:lnTo>
                  <a:lnTo>
                    <a:pt x="0" y="56"/>
                  </a:lnTo>
                  <a:lnTo>
                    <a:pt x="10" y="56"/>
                  </a:lnTo>
                  <a:lnTo>
                    <a:pt x="18" y="60"/>
                  </a:lnTo>
                  <a:lnTo>
                    <a:pt x="24" y="70"/>
                  </a:lnTo>
                  <a:lnTo>
                    <a:pt x="28" y="80"/>
                  </a:lnTo>
                  <a:lnTo>
                    <a:pt x="24" y="84"/>
                  </a:lnTo>
                  <a:lnTo>
                    <a:pt x="24" y="86"/>
                  </a:lnTo>
                  <a:lnTo>
                    <a:pt x="26" y="88"/>
                  </a:lnTo>
                  <a:lnTo>
                    <a:pt x="32" y="90"/>
                  </a:lnTo>
                  <a:lnTo>
                    <a:pt x="46" y="90"/>
                  </a:lnTo>
                  <a:lnTo>
                    <a:pt x="56" y="92"/>
                  </a:lnTo>
                  <a:lnTo>
                    <a:pt x="56" y="88"/>
                  </a:lnTo>
                  <a:lnTo>
                    <a:pt x="68" y="88"/>
                  </a:lnTo>
                  <a:lnTo>
                    <a:pt x="72" y="86"/>
                  </a:lnTo>
                  <a:lnTo>
                    <a:pt x="74" y="84"/>
                  </a:lnTo>
                  <a:lnTo>
                    <a:pt x="74" y="80"/>
                  </a:lnTo>
                  <a:lnTo>
                    <a:pt x="70" y="7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0" name=""/>
            <p:cNvSpPr/>
            <p:nvPr/>
          </p:nvSpPr>
          <p:spPr>
            <a:xfrm>
              <a:off x="8417880" y="2892240"/>
              <a:ext cx="127800" cy="136440"/>
            </a:xfrm>
            <a:custGeom>
              <a:avLst/>
              <a:gdLst/>
              <a:ahLst/>
              <a:rect l="l" t="t" r="r" b="b"/>
              <a:pathLst>
                <a:path w="64" h="76">
                  <a:moveTo>
                    <a:pt x="18" y="0"/>
                  </a:moveTo>
                  <a:lnTo>
                    <a:pt x="18" y="2"/>
                  </a:lnTo>
                  <a:lnTo>
                    <a:pt x="18" y="4"/>
                  </a:lnTo>
                  <a:lnTo>
                    <a:pt x="16" y="6"/>
                  </a:lnTo>
                  <a:lnTo>
                    <a:pt x="12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40"/>
                  </a:lnTo>
                  <a:lnTo>
                    <a:pt x="14" y="56"/>
                  </a:lnTo>
                  <a:lnTo>
                    <a:pt x="20" y="70"/>
                  </a:lnTo>
                  <a:lnTo>
                    <a:pt x="24" y="74"/>
                  </a:lnTo>
                  <a:lnTo>
                    <a:pt x="30" y="76"/>
                  </a:lnTo>
                  <a:lnTo>
                    <a:pt x="40" y="74"/>
                  </a:lnTo>
                  <a:lnTo>
                    <a:pt x="50" y="70"/>
                  </a:lnTo>
                  <a:lnTo>
                    <a:pt x="60" y="64"/>
                  </a:lnTo>
                  <a:lnTo>
                    <a:pt x="64" y="60"/>
                  </a:lnTo>
                  <a:lnTo>
                    <a:pt x="64" y="58"/>
                  </a:lnTo>
                  <a:lnTo>
                    <a:pt x="64" y="50"/>
                  </a:lnTo>
                  <a:lnTo>
                    <a:pt x="58" y="42"/>
                  </a:lnTo>
                  <a:lnTo>
                    <a:pt x="52" y="32"/>
                  </a:lnTo>
                  <a:lnTo>
                    <a:pt x="46" y="2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41" name=""/>
            <p:cNvGrpSpPr/>
            <p:nvPr/>
          </p:nvGrpSpPr>
          <p:grpSpPr>
            <a:xfrm>
              <a:off x="1100160" y="1614600"/>
              <a:ext cx="2432880" cy="1166760"/>
              <a:chOff x="1100160" y="1614600"/>
              <a:chExt cx="2432880" cy="1166760"/>
            </a:xfrm>
          </p:grpSpPr>
          <p:sp>
            <p:nvSpPr>
              <p:cNvPr id="1642" name=""/>
              <p:cNvSpPr/>
              <p:nvPr/>
            </p:nvSpPr>
            <p:spPr>
              <a:xfrm>
                <a:off x="1100160" y="1817640"/>
                <a:ext cx="2085480" cy="963720"/>
              </a:xfrm>
              <a:custGeom>
                <a:avLst/>
                <a:gdLst/>
                <a:ahLst/>
                <a:rect l="l" t="t" r="r" b="b"/>
                <a:pathLst>
                  <a:path w="1056" h="540">
                    <a:moveTo>
                      <a:pt x="806" y="236"/>
                    </a:moveTo>
                    <a:lnTo>
                      <a:pt x="812" y="232"/>
                    </a:lnTo>
                    <a:lnTo>
                      <a:pt x="818" y="226"/>
                    </a:lnTo>
                    <a:lnTo>
                      <a:pt x="824" y="220"/>
                    </a:lnTo>
                    <a:lnTo>
                      <a:pt x="826" y="212"/>
                    </a:lnTo>
                    <a:lnTo>
                      <a:pt x="826" y="202"/>
                    </a:lnTo>
                    <a:lnTo>
                      <a:pt x="828" y="194"/>
                    </a:lnTo>
                    <a:lnTo>
                      <a:pt x="830" y="190"/>
                    </a:lnTo>
                    <a:lnTo>
                      <a:pt x="834" y="186"/>
                    </a:lnTo>
                    <a:lnTo>
                      <a:pt x="840" y="184"/>
                    </a:lnTo>
                    <a:lnTo>
                      <a:pt x="848" y="184"/>
                    </a:lnTo>
                    <a:lnTo>
                      <a:pt x="856" y="186"/>
                    </a:lnTo>
                    <a:lnTo>
                      <a:pt x="864" y="186"/>
                    </a:lnTo>
                    <a:lnTo>
                      <a:pt x="880" y="186"/>
                    </a:lnTo>
                    <a:lnTo>
                      <a:pt x="882" y="186"/>
                    </a:lnTo>
                    <a:lnTo>
                      <a:pt x="882" y="184"/>
                    </a:lnTo>
                    <a:lnTo>
                      <a:pt x="884" y="184"/>
                    </a:lnTo>
                    <a:lnTo>
                      <a:pt x="888" y="182"/>
                    </a:lnTo>
                    <a:lnTo>
                      <a:pt x="892" y="184"/>
                    </a:lnTo>
                    <a:lnTo>
                      <a:pt x="898" y="186"/>
                    </a:lnTo>
                    <a:lnTo>
                      <a:pt x="902" y="190"/>
                    </a:lnTo>
                    <a:lnTo>
                      <a:pt x="904" y="196"/>
                    </a:lnTo>
                    <a:lnTo>
                      <a:pt x="906" y="200"/>
                    </a:lnTo>
                    <a:lnTo>
                      <a:pt x="908" y="202"/>
                    </a:lnTo>
                    <a:lnTo>
                      <a:pt x="910" y="204"/>
                    </a:lnTo>
                    <a:lnTo>
                      <a:pt x="914" y="204"/>
                    </a:lnTo>
                    <a:lnTo>
                      <a:pt x="922" y="206"/>
                    </a:lnTo>
                    <a:lnTo>
                      <a:pt x="928" y="210"/>
                    </a:lnTo>
                    <a:lnTo>
                      <a:pt x="930" y="214"/>
                    </a:lnTo>
                    <a:lnTo>
                      <a:pt x="932" y="218"/>
                    </a:lnTo>
                    <a:lnTo>
                      <a:pt x="930" y="222"/>
                    </a:lnTo>
                    <a:lnTo>
                      <a:pt x="926" y="228"/>
                    </a:lnTo>
                    <a:lnTo>
                      <a:pt x="922" y="236"/>
                    </a:lnTo>
                    <a:lnTo>
                      <a:pt x="920" y="244"/>
                    </a:lnTo>
                    <a:lnTo>
                      <a:pt x="920" y="246"/>
                    </a:lnTo>
                    <a:lnTo>
                      <a:pt x="922" y="248"/>
                    </a:lnTo>
                    <a:lnTo>
                      <a:pt x="926" y="250"/>
                    </a:lnTo>
                    <a:lnTo>
                      <a:pt x="932" y="250"/>
                    </a:lnTo>
                    <a:lnTo>
                      <a:pt x="934" y="250"/>
                    </a:lnTo>
                    <a:lnTo>
                      <a:pt x="936" y="254"/>
                    </a:lnTo>
                    <a:lnTo>
                      <a:pt x="936" y="256"/>
                    </a:lnTo>
                    <a:lnTo>
                      <a:pt x="936" y="258"/>
                    </a:lnTo>
                    <a:lnTo>
                      <a:pt x="942" y="256"/>
                    </a:lnTo>
                    <a:lnTo>
                      <a:pt x="948" y="252"/>
                    </a:lnTo>
                    <a:lnTo>
                      <a:pt x="954" y="246"/>
                    </a:lnTo>
                    <a:lnTo>
                      <a:pt x="960" y="244"/>
                    </a:lnTo>
                    <a:lnTo>
                      <a:pt x="964" y="242"/>
                    </a:lnTo>
                    <a:lnTo>
                      <a:pt x="972" y="234"/>
                    </a:lnTo>
                    <a:lnTo>
                      <a:pt x="978" y="226"/>
                    </a:lnTo>
                    <a:lnTo>
                      <a:pt x="984" y="220"/>
                    </a:lnTo>
                    <a:lnTo>
                      <a:pt x="988" y="218"/>
                    </a:lnTo>
                    <a:lnTo>
                      <a:pt x="992" y="218"/>
                    </a:lnTo>
                    <a:lnTo>
                      <a:pt x="992" y="224"/>
                    </a:lnTo>
                    <a:lnTo>
                      <a:pt x="994" y="230"/>
                    </a:lnTo>
                    <a:lnTo>
                      <a:pt x="1000" y="246"/>
                    </a:lnTo>
                    <a:lnTo>
                      <a:pt x="1002" y="250"/>
                    </a:lnTo>
                    <a:lnTo>
                      <a:pt x="1000" y="252"/>
                    </a:lnTo>
                    <a:lnTo>
                      <a:pt x="1000" y="256"/>
                    </a:lnTo>
                    <a:lnTo>
                      <a:pt x="1002" y="260"/>
                    </a:lnTo>
                    <a:lnTo>
                      <a:pt x="1006" y="266"/>
                    </a:lnTo>
                    <a:lnTo>
                      <a:pt x="1008" y="272"/>
                    </a:lnTo>
                    <a:lnTo>
                      <a:pt x="1006" y="278"/>
                    </a:lnTo>
                    <a:lnTo>
                      <a:pt x="1004" y="280"/>
                    </a:lnTo>
                    <a:lnTo>
                      <a:pt x="1002" y="284"/>
                    </a:lnTo>
                    <a:lnTo>
                      <a:pt x="1000" y="286"/>
                    </a:lnTo>
                    <a:lnTo>
                      <a:pt x="998" y="288"/>
                    </a:lnTo>
                    <a:lnTo>
                      <a:pt x="1000" y="292"/>
                    </a:lnTo>
                    <a:lnTo>
                      <a:pt x="1004" y="294"/>
                    </a:lnTo>
                    <a:lnTo>
                      <a:pt x="1008" y="296"/>
                    </a:lnTo>
                    <a:lnTo>
                      <a:pt x="1010" y="300"/>
                    </a:lnTo>
                    <a:lnTo>
                      <a:pt x="1010" y="302"/>
                    </a:lnTo>
                    <a:lnTo>
                      <a:pt x="1010" y="304"/>
                    </a:lnTo>
                    <a:lnTo>
                      <a:pt x="1016" y="308"/>
                    </a:lnTo>
                    <a:lnTo>
                      <a:pt x="1020" y="308"/>
                    </a:lnTo>
                    <a:lnTo>
                      <a:pt x="1028" y="310"/>
                    </a:lnTo>
                    <a:lnTo>
                      <a:pt x="1036" y="314"/>
                    </a:lnTo>
                    <a:lnTo>
                      <a:pt x="1040" y="316"/>
                    </a:lnTo>
                    <a:lnTo>
                      <a:pt x="1042" y="318"/>
                    </a:lnTo>
                    <a:lnTo>
                      <a:pt x="1042" y="320"/>
                    </a:lnTo>
                    <a:lnTo>
                      <a:pt x="1040" y="324"/>
                    </a:lnTo>
                    <a:lnTo>
                      <a:pt x="1038" y="328"/>
                    </a:lnTo>
                    <a:lnTo>
                      <a:pt x="1040" y="332"/>
                    </a:lnTo>
                    <a:lnTo>
                      <a:pt x="1044" y="332"/>
                    </a:lnTo>
                    <a:lnTo>
                      <a:pt x="1044" y="336"/>
                    </a:lnTo>
                    <a:lnTo>
                      <a:pt x="1056" y="336"/>
                    </a:lnTo>
                    <a:lnTo>
                      <a:pt x="1056" y="342"/>
                    </a:lnTo>
                    <a:lnTo>
                      <a:pt x="1054" y="352"/>
                    </a:lnTo>
                    <a:lnTo>
                      <a:pt x="1050" y="360"/>
                    </a:lnTo>
                    <a:lnTo>
                      <a:pt x="1048" y="366"/>
                    </a:lnTo>
                    <a:lnTo>
                      <a:pt x="1044" y="368"/>
                    </a:lnTo>
                    <a:lnTo>
                      <a:pt x="1032" y="370"/>
                    </a:lnTo>
                    <a:lnTo>
                      <a:pt x="1024" y="370"/>
                    </a:lnTo>
                    <a:lnTo>
                      <a:pt x="1016" y="372"/>
                    </a:lnTo>
                    <a:lnTo>
                      <a:pt x="1008" y="376"/>
                    </a:lnTo>
                    <a:lnTo>
                      <a:pt x="994" y="386"/>
                    </a:lnTo>
                    <a:lnTo>
                      <a:pt x="988" y="388"/>
                    </a:lnTo>
                    <a:lnTo>
                      <a:pt x="980" y="394"/>
                    </a:lnTo>
                    <a:lnTo>
                      <a:pt x="970" y="396"/>
                    </a:lnTo>
                    <a:lnTo>
                      <a:pt x="960" y="398"/>
                    </a:lnTo>
                    <a:lnTo>
                      <a:pt x="934" y="390"/>
                    </a:lnTo>
                    <a:lnTo>
                      <a:pt x="908" y="388"/>
                    </a:lnTo>
                    <a:lnTo>
                      <a:pt x="894" y="390"/>
                    </a:lnTo>
                    <a:lnTo>
                      <a:pt x="886" y="396"/>
                    </a:lnTo>
                    <a:lnTo>
                      <a:pt x="876" y="402"/>
                    </a:lnTo>
                    <a:lnTo>
                      <a:pt x="862" y="410"/>
                    </a:lnTo>
                    <a:lnTo>
                      <a:pt x="852" y="418"/>
                    </a:lnTo>
                    <a:lnTo>
                      <a:pt x="842" y="430"/>
                    </a:lnTo>
                    <a:lnTo>
                      <a:pt x="828" y="440"/>
                    </a:lnTo>
                    <a:lnTo>
                      <a:pt x="840" y="432"/>
                    </a:lnTo>
                    <a:lnTo>
                      <a:pt x="856" y="422"/>
                    </a:lnTo>
                    <a:lnTo>
                      <a:pt x="876" y="414"/>
                    </a:lnTo>
                    <a:lnTo>
                      <a:pt x="884" y="414"/>
                    </a:lnTo>
                    <a:lnTo>
                      <a:pt x="892" y="414"/>
                    </a:lnTo>
                    <a:lnTo>
                      <a:pt x="898" y="414"/>
                    </a:lnTo>
                    <a:lnTo>
                      <a:pt x="906" y="414"/>
                    </a:lnTo>
                    <a:lnTo>
                      <a:pt x="910" y="418"/>
                    </a:lnTo>
                    <a:lnTo>
                      <a:pt x="910" y="420"/>
                    </a:lnTo>
                    <a:lnTo>
                      <a:pt x="912" y="422"/>
                    </a:lnTo>
                    <a:lnTo>
                      <a:pt x="910" y="426"/>
                    </a:lnTo>
                    <a:lnTo>
                      <a:pt x="910" y="430"/>
                    </a:lnTo>
                    <a:lnTo>
                      <a:pt x="904" y="432"/>
                    </a:lnTo>
                    <a:lnTo>
                      <a:pt x="896" y="436"/>
                    </a:lnTo>
                    <a:lnTo>
                      <a:pt x="892" y="438"/>
                    </a:lnTo>
                    <a:lnTo>
                      <a:pt x="890" y="442"/>
                    </a:lnTo>
                    <a:lnTo>
                      <a:pt x="904" y="442"/>
                    </a:lnTo>
                    <a:lnTo>
                      <a:pt x="898" y="448"/>
                    </a:lnTo>
                    <a:lnTo>
                      <a:pt x="894" y="454"/>
                    </a:lnTo>
                    <a:lnTo>
                      <a:pt x="892" y="460"/>
                    </a:lnTo>
                    <a:lnTo>
                      <a:pt x="892" y="464"/>
                    </a:lnTo>
                    <a:lnTo>
                      <a:pt x="894" y="468"/>
                    </a:lnTo>
                    <a:lnTo>
                      <a:pt x="902" y="472"/>
                    </a:lnTo>
                    <a:lnTo>
                      <a:pt x="910" y="476"/>
                    </a:lnTo>
                    <a:lnTo>
                      <a:pt x="920" y="476"/>
                    </a:lnTo>
                    <a:lnTo>
                      <a:pt x="928" y="476"/>
                    </a:lnTo>
                    <a:lnTo>
                      <a:pt x="936" y="472"/>
                    </a:lnTo>
                    <a:lnTo>
                      <a:pt x="940" y="468"/>
                    </a:lnTo>
                    <a:lnTo>
                      <a:pt x="944" y="462"/>
                    </a:lnTo>
                    <a:lnTo>
                      <a:pt x="948" y="458"/>
                    </a:lnTo>
                    <a:lnTo>
                      <a:pt x="950" y="454"/>
                    </a:lnTo>
                    <a:lnTo>
                      <a:pt x="954" y="454"/>
                    </a:lnTo>
                    <a:lnTo>
                      <a:pt x="958" y="454"/>
                    </a:lnTo>
                    <a:lnTo>
                      <a:pt x="958" y="456"/>
                    </a:lnTo>
                    <a:lnTo>
                      <a:pt x="956" y="460"/>
                    </a:lnTo>
                    <a:lnTo>
                      <a:pt x="954" y="464"/>
                    </a:lnTo>
                    <a:lnTo>
                      <a:pt x="958" y="464"/>
                    </a:lnTo>
                    <a:lnTo>
                      <a:pt x="960" y="466"/>
                    </a:lnTo>
                    <a:lnTo>
                      <a:pt x="960" y="468"/>
                    </a:lnTo>
                    <a:lnTo>
                      <a:pt x="958" y="470"/>
                    </a:lnTo>
                    <a:lnTo>
                      <a:pt x="954" y="474"/>
                    </a:lnTo>
                    <a:lnTo>
                      <a:pt x="946" y="478"/>
                    </a:lnTo>
                    <a:lnTo>
                      <a:pt x="938" y="486"/>
                    </a:lnTo>
                    <a:lnTo>
                      <a:pt x="930" y="490"/>
                    </a:lnTo>
                    <a:lnTo>
                      <a:pt x="910" y="496"/>
                    </a:lnTo>
                    <a:lnTo>
                      <a:pt x="904" y="496"/>
                    </a:lnTo>
                    <a:lnTo>
                      <a:pt x="898" y="496"/>
                    </a:lnTo>
                    <a:lnTo>
                      <a:pt x="890" y="496"/>
                    </a:lnTo>
                    <a:lnTo>
                      <a:pt x="884" y="498"/>
                    </a:lnTo>
                    <a:lnTo>
                      <a:pt x="880" y="504"/>
                    </a:lnTo>
                    <a:lnTo>
                      <a:pt x="876" y="510"/>
                    </a:lnTo>
                    <a:lnTo>
                      <a:pt x="870" y="514"/>
                    </a:lnTo>
                    <a:lnTo>
                      <a:pt x="866" y="516"/>
                    </a:lnTo>
                    <a:lnTo>
                      <a:pt x="862" y="516"/>
                    </a:lnTo>
                    <a:lnTo>
                      <a:pt x="856" y="516"/>
                    </a:lnTo>
                    <a:lnTo>
                      <a:pt x="854" y="512"/>
                    </a:lnTo>
                    <a:lnTo>
                      <a:pt x="854" y="510"/>
                    </a:lnTo>
                    <a:lnTo>
                      <a:pt x="854" y="504"/>
                    </a:lnTo>
                    <a:lnTo>
                      <a:pt x="858" y="500"/>
                    </a:lnTo>
                    <a:lnTo>
                      <a:pt x="866" y="496"/>
                    </a:lnTo>
                    <a:lnTo>
                      <a:pt x="876" y="492"/>
                    </a:lnTo>
                    <a:lnTo>
                      <a:pt x="880" y="488"/>
                    </a:lnTo>
                    <a:lnTo>
                      <a:pt x="882" y="484"/>
                    </a:lnTo>
                    <a:lnTo>
                      <a:pt x="846" y="490"/>
                    </a:lnTo>
                    <a:lnTo>
                      <a:pt x="840" y="470"/>
                    </a:lnTo>
                    <a:lnTo>
                      <a:pt x="840" y="466"/>
                    </a:lnTo>
                    <a:lnTo>
                      <a:pt x="842" y="462"/>
                    </a:lnTo>
                    <a:lnTo>
                      <a:pt x="848" y="454"/>
                    </a:lnTo>
                    <a:lnTo>
                      <a:pt x="828" y="448"/>
                    </a:lnTo>
                    <a:lnTo>
                      <a:pt x="822" y="450"/>
                    </a:lnTo>
                    <a:lnTo>
                      <a:pt x="816" y="454"/>
                    </a:lnTo>
                    <a:lnTo>
                      <a:pt x="806" y="468"/>
                    </a:lnTo>
                    <a:lnTo>
                      <a:pt x="800" y="474"/>
                    </a:lnTo>
                    <a:lnTo>
                      <a:pt x="796" y="482"/>
                    </a:lnTo>
                    <a:lnTo>
                      <a:pt x="790" y="486"/>
                    </a:lnTo>
                    <a:lnTo>
                      <a:pt x="780" y="488"/>
                    </a:lnTo>
                    <a:lnTo>
                      <a:pt x="774" y="490"/>
                    </a:lnTo>
                    <a:lnTo>
                      <a:pt x="742" y="490"/>
                    </a:lnTo>
                    <a:lnTo>
                      <a:pt x="734" y="494"/>
                    </a:lnTo>
                    <a:lnTo>
                      <a:pt x="726" y="496"/>
                    </a:lnTo>
                    <a:lnTo>
                      <a:pt x="722" y="500"/>
                    </a:lnTo>
                    <a:lnTo>
                      <a:pt x="718" y="502"/>
                    </a:lnTo>
                    <a:lnTo>
                      <a:pt x="706" y="504"/>
                    </a:lnTo>
                    <a:lnTo>
                      <a:pt x="690" y="504"/>
                    </a:lnTo>
                    <a:lnTo>
                      <a:pt x="682" y="504"/>
                    </a:lnTo>
                    <a:lnTo>
                      <a:pt x="672" y="506"/>
                    </a:lnTo>
                    <a:lnTo>
                      <a:pt x="664" y="512"/>
                    </a:lnTo>
                    <a:lnTo>
                      <a:pt x="664" y="514"/>
                    </a:lnTo>
                    <a:lnTo>
                      <a:pt x="664" y="520"/>
                    </a:lnTo>
                    <a:lnTo>
                      <a:pt x="654" y="524"/>
                    </a:lnTo>
                    <a:lnTo>
                      <a:pt x="648" y="526"/>
                    </a:lnTo>
                    <a:lnTo>
                      <a:pt x="646" y="530"/>
                    </a:lnTo>
                    <a:lnTo>
                      <a:pt x="642" y="530"/>
                    </a:lnTo>
                    <a:lnTo>
                      <a:pt x="642" y="526"/>
                    </a:lnTo>
                    <a:lnTo>
                      <a:pt x="636" y="528"/>
                    </a:lnTo>
                    <a:lnTo>
                      <a:pt x="634" y="526"/>
                    </a:lnTo>
                    <a:lnTo>
                      <a:pt x="630" y="526"/>
                    </a:lnTo>
                    <a:lnTo>
                      <a:pt x="624" y="528"/>
                    </a:lnTo>
                    <a:lnTo>
                      <a:pt x="616" y="534"/>
                    </a:lnTo>
                    <a:lnTo>
                      <a:pt x="608" y="538"/>
                    </a:lnTo>
                    <a:lnTo>
                      <a:pt x="606" y="540"/>
                    </a:lnTo>
                    <a:lnTo>
                      <a:pt x="600" y="540"/>
                    </a:lnTo>
                    <a:lnTo>
                      <a:pt x="596" y="540"/>
                    </a:lnTo>
                    <a:lnTo>
                      <a:pt x="602" y="536"/>
                    </a:lnTo>
                    <a:lnTo>
                      <a:pt x="608" y="532"/>
                    </a:lnTo>
                    <a:lnTo>
                      <a:pt x="614" y="528"/>
                    </a:lnTo>
                    <a:lnTo>
                      <a:pt x="616" y="524"/>
                    </a:lnTo>
                    <a:lnTo>
                      <a:pt x="616" y="522"/>
                    </a:lnTo>
                    <a:lnTo>
                      <a:pt x="616" y="524"/>
                    </a:lnTo>
                    <a:lnTo>
                      <a:pt x="626" y="518"/>
                    </a:lnTo>
                    <a:lnTo>
                      <a:pt x="632" y="508"/>
                    </a:lnTo>
                    <a:lnTo>
                      <a:pt x="644" y="486"/>
                    </a:lnTo>
                    <a:lnTo>
                      <a:pt x="644" y="492"/>
                    </a:lnTo>
                    <a:lnTo>
                      <a:pt x="648" y="496"/>
                    </a:lnTo>
                    <a:lnTo>
                      <a:pt x="652" y="496"/>
                    </a:lnTo>
                    <a:lnTo>
                      <a:pt x="658" y="496"/>
                    </a:lnTo>
                    <a:lnTo>
                      <a:pt x="664" y="496"/>
                    </a:lnTo>
                    <a:lnTo>
                      <a:pt x="664" y="494"/>
                    </a:lnTo>
                    <a:lnTo>
                      <a:pt x="664" y="490"/>
                    </a:lnTo>
                    <a:lnTo>
                      <a:pt x="664" y="482"/>
                    </a:lnTo>
                    <a:lnTo>
                      <a:pt x="658" y="472"/>
                    </a:lnTo>
                    <a:lnTo>
                      <a:pt x="650" y="466"/>
                    </a:lnTo>
                    <a:lnTo>
                      <a:pt x="648" y="464"/>
                    </a:lnTo>
                    <a:lnTo>
                      <a:pt x="644" y="464"/>
                    </a:lnTo>
                    <a:lnTo>
                      <a:pt x="630" y="464"/>
                    </a:lnTo>
                    <a:lnTo>
                      <a:pt x="612" y="462"/>
                    </a:lnTo>
                    <a:lnTo>
                      <a:pt x="616" y="458"/>
                    </a:lnTo>
                    <a:lnTo>
                      <a:pt x="618" y="452"/>
                    </a:lnTo>
                    <a:lnTo>
                      <a:pt x="618" y="450"/>
                    </a:lnTo>
                    <a:lnTo>
                      <a:pt x="616" y="448"/>
                    </a:lnTo>
                    <a:lnTo>
                      <a:pt x="614" y="446"/>
                    </a:lnTo>
                    <a:lnTo>
                      <a:pt x="612" y="442"/>
                    </a:lnTo>
                    <a:lnTo>
                      <a:pt x="614" y="438"/>
                    </a:lnTo>
                    <a:lnTo>
                      <a:pt x="610" y="436"/>
                    </a:lnTo>
                    <a:lnTo>
                      <a:pt x="608" y="432"/>
                    </a:lnTo>
                    <a:lnTo>
                      <a:pt x="606" y="428"/>
                    </a:lnTo>
                    <a:lnTo>
                      <a:pt x="606" y="424"/>
                    </a:lnTo>
                    <a:lnTo>
                      <a:pt x="604" y="422"/>
                    </a:lnTo>
                    <a:lnTo>
                      <a:pt x="606" y="418"/>
                    </a:lnTo>
                    <a:lnTo>
                      <a:pt x="602" y="416"/>
                    </a:lnTo>
                    <a:lnTo>
                      <a:pt x="598" y="414"/>
                    </a:lnTo>
                    <a:lnTo>
                      <a:pt x="588" y="414"/>
                    </a:lnTo>
                    <a:lnTo>
                      <a:pt x="580" y="416"/>
                    </a:lnTo>
                    <a:lnTo>
                      <a:pt x="566" y="422"/>
                    </a:lnTo>
                    <a:lnTo>
                      <a:pt x="554" y="430"/>
                    </a:lnTo>
                    <a:lnTo>
                      <a:pt x="538" y="438"/>
                    </a:lnTo>
                    <a:lnTo>
                      <a:pt x="526" y="436"/>
                    </a:lnTo>
                    <a:lnTo>
                      <a:pt x="516" y="432"/>
                    </a:lnTo>
                    <a:lnTo>
                      <a:pt x="516" y="434"/>
                    </a:lnTo>
                    <a:lnTo>
                      <a:pt x="510" y="432"/>
                    </a:lnTo>
                    <a:lnTo>
                      <a:pt x="504" y="430"/>
                    </a:lnTo>
                    <a:lnTo>
                      <a:pt x="498" y="430"/>
                    </a:lnTo>
                    <a:lnTo>
                      <a:pt x="492" y="428"/>
                    </a:lnTo>
                    <a:lnTo>
                      <a:pt x="486" y="426"/>
                    </a:lnTo>
                    <a:lnTo>
                      <a:pt x="482" y="422"/>
                    </a:lnTo>
                    <a:lnTo>
                      <a:pt x="482" y="416"/>
                    </a:lnTo>
                    <a:lnTo>
                      <a:pt x="88" y="416"/>
                    </a:lnTo>
                    <a:lnTo>
                      <a:pt x="88" y="414"/>
                    </a:lnTo>
                    <a:lnTo>
                      <a:pt x="86" y="414"/>
                    </a:lnTo>
                    <a:lnTo>
                      <a:pt x="88" y="412"/>
                    </a:lnTo>
                    <a:lnTo>
                      <a:pt x="90" y="410"/>
                    </a:lnTo>
                    <a:lnTo>
                      <a:pt x="80" y="402"/>
                    </a:lnTo>
                    <a:lnTo>
                      <a:pt x="72" y="394"/>
                    </a:lnTo>
                    <a:lnTo>
                      <a:pt x="62" y="386"/>
                    </a:lnTo>
                    <a:lnTo>
                      <a:pt x="58" y="386"/>
                    </a:lnTo>
                    <a:lnTo>
                      <a:pt x="54" y="384"/>
                    </a:lnTo>
                    <a:lnTo>
                      <a:pt x="52" y="378"/>
                    </a:lnTo>
                    <a:lnTo>
                      <a:pt x="50" y="372"/>
                    </a:lnTo>
                    <a:lnTo>
                      <a:pt x="52" y="366"/>
                    </a:lnTo>
                    <a:lnTo>
                      <a:pt x="56" y="360"/>
                    </a:lnTo>
                    <a:lnTo>
                      <a:pt x="56" y="358"/>
                    </a:lnTo>
                    <a:lnTo>
                      <a:pt x="54" y="354"/>
                    </a:lnTo>
                    <a:lnTo>
                      <a:pt x="48" y="352"/>
                    </a:lnTo>
                    <a:lnTo>
                      <a:pt x="48" y="350"/>
                    </a:lnTo>
                    <a:lnTo>
                      <a:pt x="50" y="348"/>
                    </a:lnTo>
                    <a:lnTo>
                      <a:pt x="52" y="346"/>
                    </a:lnTo>
                    <a:lnTo>
                      <a:pt x="50" y="342"/>
                    </a:lnTo>
                    <a:lnTo>
                      <a:pt x="48" y="340"/>
                    </a:lnTo>
                    <a:lnTo>
                      <a:pt x="42" y="336"/>
                    </a:lnTo>
                    <a:lnTo>
                      <a:pt x="42" y="334"/>
                    </a:lnTo>
                    <a:lnTo>
                      <a:pt x="44" y="330"/>
                    </a:lnTo>
                    <a:lnTo>
                      <a:pt x="48" y="326"/>
                    </a:lnTo>
                    <a:lnTo>
                      <a:pt x="52" y="320"/>
                    </a:lnTo>
                    <a:lnTo>
                      <a:pt x="50" y="316"/>
                    </a:lnTo>
                    <a:lnTo>
                      <a:pt x="44" y="316"/>
                    </a:lnTo>
                    <a:lnTo>
                      <a:pt x="34" y="314"/>
                    </a:lnTo>
                    <a:lnTo>
                      <a:pt x="34" y="310"/>
                    </a:lnTo>
                    <a:lnTo>
                      <a:pt x="38" y="308"/>
                    </a:lnTo>
                    <a:lnTo>
                      <a:pt x="40" y="308"/>
                    </a:lnTo>
                    <a:lnTo>
                      <a:pt x="38" y="304"/>
                    </a:lnTo>
                    <a:lnTo>
                      <a:pt x="38" y="300"/>
                    </a:lnTo>
                    <a:lnTo>
                      <a:pt x="36" y="290"/>
                    </a:lnTo>
                    <a:lnTo>
                      <a:pt x="34" y="284"/>
                    </a:lnTo>
                    <a:lnTo>
                      <a:pt x="26" y="276"/>
                    </a:lnTo>
                    <a:lnTo>
                      <a:pt x="24" y="272"/>
                    </a:lnTo>
                    <a:lnTo>
                      <a:pt x="24" y="268"/>
                    </a:lnTo>
                    <a:lnTo>
                      <a:pt x="26" y="262"/>
                    </a:lnTo>
                    <a:lnTo>
                      <a:pt x="30" y="254"/>
                    </a:lnTo>
                    <a:lnTo>
                      <a:pt x="34" y="248"/>
                    </a:lnTo>
                    <a:lnTo>
                      <a:pt x="30" y="246"/>
                    </a:lnTo>
                    <a:lnTo>
                      <a:pt x="30" y="242"/>
                    </a:lnTo>
                    <a:lnTo>
                      <a:pt x="28" y="236"/>
                    </a:lnTo>
                    <a:lnTo>
                      <a:pt x="26" y="232"/>
                    </a:lnTo>
                    <a:lnTo>
                      <a:pt x="20" y="230"/>
                    </a:lnTo>
                    <a:lnTo>
                      <a:pt x="14" y="230"/>
                    </a:lnTo>
                    <a:lnTo>
                      <a:pt x="8" y="230"/>
                    </a:lnTo>
                    <a:lnTo>
                      <a:pt x="8" y="228"/>
                    </a:lnTo>
                    <a:lnTo>
                      <a:pt x="2" y="226"/>
                    </a:lnTo>
                    <a:lnTo>
                      <a:pt x="0" y="222"/>
                    </a:lnTo>
                    <a:lnTo>
                      <a:pt x="172" y="64"/>
                    </a:lnTo>
                    <a:lnTo>
                      <a:pt x="178" y="68"/>
                    </a:lnTo>
                    <a:lnTo>
                      <a:pt x="186" y="68"/>
                    </a:lnTo>
                    <a:lnTo>
                      <a:pt x="196" y="70"/>
                    </a:lnTo>
                    <a:lnTo>
                      <a:pt x="204" y="72"/>
                    </a:lnTo>
                    <a:lnTo>
                      <a:pt x="206" y="74"/>
                    </a:lnTo>
                    <a:lnTo>
                      <a:pt x="210" y="76"/>
                    </a:lnTo>
                    <a:lnTo>
                      <a:pt x="212" y="78"/>
                    </a:lnTo>
                    <a:lnTo>
                      <a:pt x="216" y="78"/>
                    </a:lnTo>
                    <a:lnTo>
                      <a:pt x="226" y="78"/>
                    </a:lnTo>
                    <a:lnTo>
                      <a:pt x="234" y="74"/>
                    </a:lnTo>
                    <a:lnTo>
                      <a:pt x="242" y="72"/>
                    </a:lnTo>
                    <a:lnTo>
                      <a:pt x="252" y="70"/>
                    </a:lnTo>
                    <a:lnTo>
                      <a:pt x="258" y="70"/>
                    </a:lnTo>
                    <a:lnTo>
                      <a:pt x="268" y="70"/>
                    </a:lnTo>
                    <a:lnTo>
                      <a:pt x="280" y="66"/>
                    </a:lnTo>
                    <a:lnTo>
                      <a:pt x="288" y="62"/>
                    </a:lnTo>
                    <a:lnTo>
                      <a:pt x="296" y="60"/>
                    </a:lnTo>
                    <a:lnTo>
                      <a:pt x="316" y="60"/>
                    </a:lnTo>
                    <a:lnTo>
                      <a:pt x="334" y="58"/>
                    </a:lnTo>
                    <a:lnTo>
                      <a:pt x="346" y="58"/>
                    </a:lnTo>
                    <a:lnTo>
                      <a:pt x="352" y="58"/>
                    </a:lnTo>
                    <a:lnTo>
                      <a:pt x="352" y="64"/>
                    </a:lnTo>
                    <a:lnTo>
                      <a:pt x="354" y="68"/>
                    </a:lnTo>
                    <a:lnTo>
                      <a:pt x="358" y="68"/>
                    </a:lnTo>
                    <a:lnTo>
                      <a:pt x="362" y="68"/>
                    </a:lnTo>
                    <a:lnTo>
                      <a:pt x="366" y="64"/>
                    </a:lnTo>
                    <a:lnTo>
                      <a:pt x="374" y="58"/>
                    </a:lnTo>
                    <a:lnTo>
                      <a:pt x="378" y="60"/>
                    </a:lnTo>
                    <a:lnTo>
                      <a:pt x="380" y="64"/>
                    </a:lnTo>
                    <a:lnTo>
                      <a:pt x="380" y="70"/>
                    </a:lnTo>
                    <a:lnTo>
                      <a:pt x="380" y="72"/>
                    </a:lnTo>
                    <a:lnTo>
                      <a:pt x="382" y="72"/>
                    </a:lnTo>
                    <a:lnTo>
                      <a:pt x="386" y="70"/>
                    </a:lnTo>
                    <a:lnTo>
                      <a:pt x="392" y="66"/>
                    </a:lnTo>
                    <a:lnTo>
                      <a:pt x="398" y="64"/>
                    </a:lnTo>
                    <a:lnTo>
                      <a:pt x="410" y="66"/>
                    </a:lnTo>
                    <a:lnTo>
                      <a:pt x="418" y="68"/>
                    </a:lnTo>
                    <a:lnTo>
                      <a:pt x="426" y="72"/>
                    </a:lnTo>
                    <a:lnTo>
                      <a:pt x="436" y="74"/>
                    </a:lnTo>
                    <a:lnTo>
                      <a:pt x="444" y="78"/>
                    </a:lnTo>
                    <a:lnTo>
                      <a:pt x="454" y="82"/>
                    </a:lnTo>
                    <a:lnTo>
                      <a:pt x="458" y="80"/>
                    </a:lnTo>
                    <a:lnTo>
                      <a:pt x="466" y="78"/>
                    </a:lnTo>
                    <a:lnTo>
                      <a:pt x="470" y="80"/>
                    </a:lnTo>
                    <a:lnTo>
                      <a:pt x="472" y="80"/>
                    </a:lnTo>
                    <a:lnTo>
                      <a:pt x="474" y="82"/>
                    </a:lnTo>
                    <a:lnTo>
                      <a:pt x="474" y="86"/>
                    </a:lnTo>
                    <a:lnTo>
                      <a:pt x="472" y="88"/>
                    </a:lnTo>
                    <a:lnTo>
                      <a:pt x="466" y="90"/>
                    </a:lnTo>
                    <a:lnTo>
                      <a:pt x="462" y="94"/>
                    </a:lnTo>
                    <a:lnTo>
                      <a:pt x="460" y="94"/>
                    </a:lnTo>
                    <a:lnTo>
                      <a:pt x="460" y="98"/>
                    </a:lnTo>
                    <a:lnTo>
                      <a:pt x="460" y="100"/>
                    </a:lnTo>
                    <a:lnTo>
                      <a:pt x="462" y="100"/>
                    </a:lnTo>
                    <a:lnTo>
                      <a:pt x="470" y="102"/>
                    </a:lnTo>
                    <a:lnTo>
                      <a:pt x="482" y="100"/>
                    </a:lnTo>
                    <a:lnTo>
                      <a:pt x="492" y="98"/>
                    </a:lnTo>
                    <a:lnTo>
                      <a:pt x="502" y="96"/>
                    </a:lnTo>
                    <a:lnTo>
                      <a:pt x="514" y="94"/>
                    </a:lnTo>
                    <a:lnTo>
                      <a:pt x="518" y="96"/>
                    </a:lnTo>
                    <a:lnTo>
                      <a:pt x="522" y="98"/>
                    </a:lnTo>
                    <a:lnTo>
                      <a:pt x="526" y="102"/>
                    </a:lnTo>
                    <a:lnTo>
                      <a:pt x="528" y="104"/>
                    </a:lnTo>
                    <a:lnTo>
                      <a:pt x="532" y="102"/>
                    </a:lnTo>
                    <a:lnTo>
                      <a:pt x="536" y="100"/>
                    </a:lnTo>
                    <a:lnTo>
                      <a:pt x="538" y="92"/>
                    </a:lnTo>
                    <a:lnTo>
                      <a:pt x="538" y="88"/>
                    </a:lnTo>
                    <a:lnTo>
                      <a:pt x="554" y="84"/>
                    </a:lnTo>
                    <a:lnTo>
                      <a:pt x="562" y="82"/>
                    </a:lnTo>
                    <a:lnTo>
                      <a:pt x="572" y="80"/>
                    </a:lnTo>
                    <a:lnTo>
                      <a:pt x="578" y="82"/>
                    </a:lnTo>
                    <a:lnTo>
                      <a:pt x="582" y="84"/>
                    </a:lnTo>
                    <a:lnTo>
                      <a:pt x="582" y="86"/>
                    </a:lnTo>
                    <a:lnTo>
                      <a:pt x="586" y="88"/>
                    </a:lnTo>
                    <a:lnTo>
                      <a:pt x="594" y="92"/>
                    </a:lnTo>
                    <a:lnTo>
                      <a:pt x="606" y="96"/>
                    </a:lnTo>
                    <a:lnTo>
                      <a:pt x="638" y="96"/>
                    </a:lnTo>
                    <a:lnTo>
                      <a:pt x="642" y="96"/>
                    </a:lnTo>
                    <a:lnTo>
                      <a:pt x="646" y="96"/>
                    </a:lnTo>
                    <a:lnTo>
                      <a:pt x="652" y="92"/>
                    </a:lnTo>
                    <a:lnTo>
                      <a:pt x="656" y="88"/>
                    </a:lnTo>
                    <a:lnTo>
                      <a:pt x="662" y="86"/>
                    </a:lnTo>
                    <a:lnTo>
                      <a:pt x="670" y="88"/>
                    </a:lnTo>
                    <a:lnTo>
                      <a:pt x="682" y="88"/>
                    </a:lnTo>
                    <a:lnTo>
                      <a:pt x="678" y="94"/>
                    </a:lnTo>
                    <a:lnTo>
                      <a:pt x="676" y="98"/>
                    </a:lnTo>
                    <a:lnTo>
                      <a:pt x="674" y="102"/>
                    </a:lnTo>
                    <a:lnTo>
                      <a:pt x="674" y="104"/>
                    </a:lnTo>
                    <a:lnTo>
                      <a:pt x="676" y="106"/>
                    </a:lnTo>
                    <a:lnTo>
                      <a:pt x="680" y="104"/>
                    </a:lnTo>
                    <a:lnTo>
                      <a:pt x="690" y="92"/>
                    </a:lnTo>
                    <a:lnTo>
                      <a:pt x="694" y="88"/>
                    </a:lnTo>
                    <a:lnTo>
                      <a:pt x="702" y="86"/>
                    </a:lnTo>
                    <a:lnTo>
                      <a:pt x="708" y="82"/>
                    </a:lnTo>
                    <a:lnTo>
                      <a:pt x="714" y="78"/>
                    </a:lnTo>
                    <a:lnTo>
                      <a:pt x="716" y="72"/>
                    </a:lnTo>
                    <a:lnTo>
                      <a:pt x="716" y="70"/>
                    </a:lnTo>
                    <a:lnTo>
                      <a:pt x="716" y="68"/>
                    </a:lnTo>
                    <a:lnTo>
                      <a:pt x="714" y="66"/>
                    </a:lnTo>
                    <a:lnTo>
                      <a:pt x="708" y="64"/>
                    </a:lnTo>
                    <a:lnTo>
                      <a:pt x="706" y="64"/>
                    </a:lnTo>
                    <a:lnTo>
                      <a:pt x="706" y="62"/>
                    </a:lnTo>
                    <a:lnTo>
                      <a:pt x="706" y="58"/>
                    </a:lnTo>
                    <a:lnTo>
                      <a:pt x="710" y="54"/>
                    </a:lnTo>
                    <a:lnTo>
                      <a:pt x="718" y="44"/>
                    </a:lnTo>
                    <a:lnTo>
                      <a:pt x="732" y="36"/>
                    </a:lnTo>
                    <a:lnTo>
                      <a:pt x="742" y="32"/>
                    </a:lnTo>
                    <a:lnTo>
                      <a:pt x="746" y="30"/>
                    </a:lnTo>
                    <a:lnTo>
                      <a:pt x="746" y="26"/>
                    </a:lnTo>
                    <a:lnTo>
                      <a:pt x="748" y="20"/>
                    </a:lnTo>
                    <a:lnTo>
                      <a:pt x="752" y="14"/>
                    </a:lnTo>
                    <a:lnTo>
                      <a:pt x="760" y="8"/>
                    </a:lnTo>
                    <a:lnTo>
                      <a:pt x="768" y="4"/>
                    </a:lnTo>
                    <a:lnTo>
                      <a:pt x="776" y="2"/>
                    </a:lnTo>
                    <a:lnTo>
                      <a:pt x="790" y="0"/>
                    </a:lnTo>
                    <a:lnTo>
                      <a:pt x="806" y="0"/>
                    </a:lnTo>
                    <a:lnTo>
                      <a:pt x="816" y="2"/>
                    </a:lnTo>
                    <a:lnTo>
                      <a:pt x="820" y="4"/>
                    </a:lnTo>
                    <a:lnTo>
                      <a:pt x="820" y="6"/>
                    </a:lnTo>
                    <a:lnTo>
                      <a:pt x="810" y="10"/>
                    </a:lnTo>
                    <a:lnTo>
                      <a:pt x="800" y="16"/>
                    </a:lnTo>
                    <a:lnTo>
                      <a:pt x="790" y="20"/>
                    </a:lnTo>
                    <a:lnTo>
                      <a:pt x="778" y="22"/>
                    </a:lnTo>
                    <a:lnTo>
                      <a:pt x="772" y="22"/>
                    </a:lnTo>
                    <a:lnTo>
                      <a:pt x="764" y="26"/>
                    </a:lnTo>
                    <a:lnTo>
                      <a:pt x="758" y="30"/>
                    </a:lnTo>
                    <a:lnTo>
                      <a:pt x="756" y="34"/>
                    </a:lnTo>
                    <a:lnTo>
                      <a:pt x="756" y="52"/>
                    </a:lnTo>
                    <a:lnTo>
                      <a:pt x="754" y="58"/>
                    </a:lnTo>
                    <a:lnTo>
                      <a:pt x="752" y="60"/>
                    </a:lnTo>
                    <a:lnTo>
                      <a:pt x="748" y="64"/>
                    </a:lnTo>
                    <a:lnTo>
                      <a:pt x="750" y="66"/>
                    </a:lnTo>
                    <a:lnTo>
                      <a:pt x="752" y="68"/>
                    </a:lnTo>
                    <a:lnTo>
                      <a:pt x="756" y="70"/>
                    </a:lnTo>
                    <a:lnTo>
                      <a:pt x="758" y="72"/>
                    </a:lnTo>
                    <a:lnTo>
                      <a:pt x="758" y="78"/>
                    </a:lnTo>
                    <a:lnTo>
                      <a:pt x="758" y="80"/>
                    </a:lnTo>
                    <a:lnTo>
                      <a:pt x="762" y="82"/>
                    </a:lnTo>
                    <a:lnTo>
                      <a:pt x="766" y="80"/>
                    </a:lnTo>
                    <a:lnTo>
                      <a:pt x="770" y="78"/>
                    </a:lnTo>
                    <a:lnTo>
                      <a:pt x="772" y="76"/>
                    </a:lnTo>
                    <a:lnTo>
                      <a:pt x="776" y="76"/>
                    </a:lnTo>
                    <a:lnTo>
                      <a:pt x="782" y="76"/>
                    </a:lnTo>
                    <a:lnTo>
                      <a:pt x="784" y="78"/>
                    </a:lnTo>
                    <a:lnTo>
                      <a:pt x="784" y="82"/>
                    </a:lnTo>
                    <a:lnTo>
                      <a:pt x="780" y="86"/>
                    </a:lnTo>
                    <a:lnTo>
                      <a:pt x="774" y="88"/>
                    </a:lnTo>
                    <a:lnTo>
                      <a:pt x="772" y="92"/>
                    </a:lnTo>
                    <a:lnTo>
                      <a:pt x="770" y="98"/>
                    </a:lnTo>
                    <a:lnTo>
                      <a:pt x="772" y="102"/>
                    </a:lnTo>
                    <a:lnTo>
                      <a:pt x="774" y="106"/>
                    </a:lnTo>
                    <a:lnTo>
                      <a:pt x="780" y="104"/>
                    </a:lnTo>
                    <a:lnTo>
                      <a:pt x="786" y="100"/>
                    </a:lnTo>
                    <a:lnTo>
                      <a:pt x="794" y="88"/>
                    </a:lnTo>
                    <a:lnTo>
                      <a:pt x="798" y="92"/>
                    </a:lnTo>
                    <a:lnTo>
                      <a:pt x="808" y="86"/>
                    </a:lnTo>
                    <a:lnTo>
                      <a:pt x="816" y="82"/>
                    </a:lnTo>
                    <a:lnTo>
                      <a:pt x="822" y="80"/>
                    </a:lnTo>
                    <a:lnTo>
                      <a:pt x="822" y="74"/>
                    </a:lnTo>
                    <a:lnTo>
                      <a:pt x="822" y="70"/>
                    </a:lnTo>
                    <a:lnTo>
                      <a:pt x="824" y="68"/>
                    </a:lnTo>
                    <a:lnTo>
                      <a:pt x="828" y="66"/>
                    </a:lnTo>
                    <a:lnTo>
                      <a:pt x="850" y="66"/>
                    </a:lnTo>
                    <a:lnTo>
                      <a:pt x="858" y="70"/>
                    </a:lnTo>
                    <a:lnTo>
                      <a:pt x="862" y="72"/>
                    </a:lnTo>
                    <a:lnTo>
                      <a:pt x="864" y="78"/>
                    </a:lnTo>
                    <a:lnTo>
                      <a:pt x="862" y="80"/>
                    </a:lnTo>
                    <a:lnTo>
                      <a:pt x="860" y="82"/>
                    </a:lnTo>
                    <a:lnTo>
                      <a:pt x="854" y="84"/>
                    </a:lnTo>
                    <a:lnTo>
                      <a:pt x="848" y="86"/>
                    </a:lnTo>
                    <a:lnTo>
                      <a:pt x="846" y="86"/>
                    </a:lnTo>
                    <a:lnTo>
                      <a:pt x="846" y="90"/>
                    </a:lnTo>
                    <a:lnTo>
                      <a:pt x="846" y="94"/>
                    </a:lnTo>
                    <a:lnTo>
                      <a:pt x="848" y="100"/>
                    </a:lnTo>
                    <a:lnTo>
                      <a:pt x="846" y="104"/>
                    </a:lnTo>
                    <a:lnTo>
                      <a:pt x="842" y="108"/>
                    </a:lnTo>
                    <a:lnTo>
                      <a:pt x="830" y="112"/>
                    </a:lnTo>
                    <a:lnTo>
                      <a:pt x="816" y="116"/>
                    </a:lnTo>
                    <a:lnTo>
                      <a:pt x="808" y="122"/>
                    </a:lnTo>
                    <a:lnTo>
                      <a:pt x="802" y="126"/>
                    </a:lnTo>
                    <a:lnTo>
                      <a:pt x="798" y="124"/>
                    </a:lnTo>
                    <a:lnTo>
                      <a:pt x="790" y="122"/>
                    </a:lnTo>
                    <a:lnTo>
                      <a:pt x="780" y="122"/>
                    </a:lnTo>
                    <a:lnTo>
                      <a:pt x="772" y="132"/>
                    </a:lnTo>
                    <a:lnTo>
                      <a:pt x="758" y="140"/>
                    </a:lnTo>
                    <a:lnTo>
                      <a:pt x="732" y="156"/>
                    </a:lnTo>
                    <a:lnTo>
                      <a:pt x="726" y="160"/>
                    </a:lnTo>
                    <a:lnTo>
                      <a:pt x="722" y="164"/>
                    </a:lnTo>
                    <a:lnTo>
                      <a:pt x="718" y="164"/>
                    </a:lnTo>
                    <a:lnTo>
                      <a:pt x="712" y="164"/>
                    </a:lnTo>
                    <a:lnTo>
                      <a:pt x="708" y="166"/>
                    </a:lnTo>
                    <a:lnTo>
                      <a:pt x="704" y="168"/>
                    </a:lnTo>
                    <a:lnTo>
                      <a:pt x="698" y="172"/>
                    </a:lnTo>
                    <a:lnTo>
                      <a:pt x="690" y="176"/>
                    </a:lnTo>
                    <a:lnTo>
                      <a:pt x="684" y="178"/>
                    </a:lnTo>
                    <a:lnTo>
                      <a:pt x="674" y="180"/>
                    </a:lnTo>
                    <a:lnTo>
                      <a:pt x="656" y="184"/>
                    </a:lnTo>
                    <a:lnTo>
                      <a:pt x="648" y="188"/>
                    </a:lnTo>
                    <a:lnTo>
                      <a:pt x="640" y="192"/>
                    </a:lnTo>
                    <a:lnTo>
                      <a:pt x="632" y="198"/>
                    </a:lnTo>
                    <a:lnTo>
                      <a:pt x="622" y="206"/>
                    </a:lnTo>
                    <a:lnTo>
                      <a:pt x="612" y="214"/>
                    </a:lnTo>
                    <a:lnTo>
                      <a:pt x="606" y="222"/>
                    </a:lnTo>
                    <a:lnTo>
                      <a:pt x="600" y="234"/>
                    </a:lnTo>
                    <a:lnTo>
                      <a:pt x="594" y="244"/>
                    </a:lnTo>
                    <a:lnTo>
                      <a:pt x="602" y="244"/>
                    </a:lnTo>
                    <a:lnTo>
                      <a:pt x="606" y="246"/>
                    </a:lnTo>
                    <a:lnTo>
                      <a:pt x="606" y="248"/>
                    </a:lnTo>
                    <a:lnTo>
                      <a:pt x="604" y="260"/>
                    </a:lnTo>
                    <a:lnTo>
                      <a:pt x="602" y="266"/>
                    </a:lnTo>
                    <a:lnTo>
                      <a:pt x="602" y="274"/>
                    </a:lnTo>
                    <a:lnTo>
                      <a:pt x="604" y="274"/>
                    </a:lnTo>
                    <a:lnTo>
                      <a:pt x="606" y="276"/>
                    </a:lnTo>
                    <a:lnTo>
                      <a:pt x="608" y="276"/>
                    </a:lnTo>
                    <a:lnTo>
                      <a:pt x="614" y="272"/>
                    </a:lnTo>
                    <a:lnTo>
                      <a:pt x="622" y="272"/>
                    </a:lnTo>
                    <a:lnTo>
                      <a:pt x="630" y="274"/>
                    </a:lnTo>
                    <a:lnTo>
                      <a:pt x="636" y="276"/>
                    </a:lnTo>
                    <a:lnTo>
                      <a:pt x="642" y="280"/>
                    </a:lnTo>
                    <a:lnTo>
                      <a:pt x="648" y="288"/>
                    </a:lnTo>
                    <a:lnTo>
                      <a:pt x="652" y="292"/>
                    </a:lnTo>
                    <a:lnTo>
                      <a:pt x="656" y="294"/>
                    </a:lnTo>
                    <a:lnTo>
                      <a:pt x="662" y="294"/>
                    </a:lnTo>
                    <a:lnTo>
                      <a:pt x="666" y="296"/>
                    </a:lnTo>
                    <a:lnTo>
                      <a:pt x="670" y="300"/>
                    </a:lnTo>
                    <a:lnTo>
                      <a:pt x="674" y="304"/>
                    </a:lnTo>
                    <a:lnTo>
                      <a:pt x="680" y="306"/>
                    </a:lnTo>
                    <a:lnTo>
                      <a:pt x="688" y="308"/>
                    </a:lnTo>
                    <a:lnTo>
                      <a:pt x="698" y="306"/>
                    </a:lnTo>
                    <a:lnTo>
                      <a:pt x="712" y="308"/>
                    </a:lnTo>
                    <a:lnTo>
                      <a:pt x="712" y="310"/>
                    </a:lnTo>
                    <a:lnTo>
                      <a:pt x="712" y="314"/>
                    </a:lnTo>
                    <a:lnTo>
                      <a:pt x="710" y="322"/>
                    </a:lnTo>
                    <a:lnTo>
                      <a:pt x="704" y="332"/>
                    </a:lnTo>
                    <a:lnTo>
                      <a:pt x="700" y="344"/>
                    </a:lnTo>
                    <a:lnTo>
                      <a:pt x="698" y="350"/>
                    </a:lnTo>
                    <a:lnTo>
                      <a:pt x="698" y="356"/>
                    </a:lnTo>
                    <a:lnTo>
                      <a:pt x="700" y="360"/>
                    </a:lnTo>
                    <a:lnTo>
                      <a:pt x="704" y="366"/>
                    </a:lnTo>
                    <a:lnTo>
                      <a:pt x="712" y="376"/>
                    </a:lnTo>
                    <a:lnTo>
                      <a:pt x="714" y="374"/>
                    </a:lnTo>
                    <a:lnTo>
                      <a:pt x="718" y="370"/>
                    </a:lnTo>
                    <a:lnTo>
                      <a:pt x="724" y="366"/>
                    </a:lnTo>
                    <a:lnTo>
                      <a:pt x="730" y="362"/>
                    </a:lnTo>
                    <a:lnTo>
                      <a:pt x="734" y="356"/>
                    </a:lnTo>
                    <a:lnTo>
                      <a:pt x="738" y="350"/>
                    </a:lnTo>
                    <a:lnTo>
                      <a:pt x="742" y="332"/>
                    </a:lnTo>
                    <a:lnTo>
                      <a:pt x="746" y="314"/>
                    </a:lnTo>
                    <a:lnTo>
                      <a:pt x="748" y="312"/>
                    </a:lnTo>
                    <a:lnTo>
                      <a:pt x="754" y="308"/>
                    </a:lnTo>
                    <a:lnTo>
                      <a:pt x="766" y="306"/>
                    </a:lnTo>
                    <a:lnTo>
                      <a:pt x="772" y="304"/>
                    </a:lnTo>
                    <a:lnTo>
                      <a:pt x="788" y="296"/>
                    </a:lnTo>
                    <a:lnTo>
                      <a:pt x="796" y="290"/>
                    </a:lnTo>
                    <a:lnTo>
                      <a:pt x="800" y="284"/>
                    </a:lnTo>
                    <a:lnTo>
                      <a:pt x="804" y="276"/>
                    </a:lnTo>
                    <a:lnTo>
                      <a:pt x="806" y="266"/>
                    </a:lnTo>
                    <a:lnTo>
                      <a:pt x="804" y="264"/>
                    </a:lnTo>
                    <a:lnTo>
                      <a:pt x="802" y="262"/>
                    </a:lnTo>
                    <a:lnTo>
                      <a:pt x="800" y="258"/>
                    </a:lnTo>
                    <a:lnTo>
                      <a:pt x="794" y="256"/>
                    </a:lnTo>
                    <a:lnTo>
                      <a:pt x="794" y="254"/>
                    </a:lnTo>
                    <a:lnTo>
                      <a:pt x="792" y="250"/>
                    </a:lnTo>
                    <a:lnTo>
                      <a:pt x="794" y="246"/>
                    </a:lnTo>
                    <a:lnTo>
                      <a:pt x="798" y="244"/>
                    </a:lnTo>
                    <a:lnTo>
                      <a:pt x="804" y="238"/>
                    </a:lnTo>
                    <a:lnTo>
                      <a:pt x="806" y="236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3" name=""/>
              <p:cNvSpPr/>
              <p:nvPr/>
            </p:nvSpPr>
            <p:spPr>
              <a:xfrm>
                <a:off x="2904840" y="2531520"/>
                <a:ext cx="74880" cy="32040"/>
              </a:xfrm>
              <a:custGeom>
                <a:avLst/>
                <a:gdLst/>
                <a:ahLst/>
                <a:rect l="l" t="t" r="r" b="b"/>
                <a:pathLst>
                  <a:path w="38" h="18">
                    <a:moveTo>
                      <a:pt x="38" y="18"/>
                    </a:moveTo>
                    <a:lnTo>
                      <a:pt x="24" y="16"/>
                    </a:lnTo>
                    <a:lnTo>
                      <a:pt x="18" y="16"/>
                    </a:lnTo>
                    <a:lnTo>
                      <a:pt x="10" y="14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12" y="0"/>
                    </a:lnTo>
                    <a:lnTo>
                      <a:pt x="22" y="2"/>
                    </a:lnTo>
                    <a:lnTo>
                      <a:pt x="28" y="6"/>
                    </a:lnTo>
                    <a:lnTo>
                      <a:pt x="34" y="12"/>
                    </a:lnTo>
                    <a:lnTo>
                      <a:pt x="36" y="14"/>
                    </a:lnTo>
                    <a:lnTo>
                      <a:pt x="38" y="18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760" bIns="-147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4" name=""/>
              <p:cNvSpPr/>
              <p:nvPr/>
            </p:nvSpPr>
            <p:spPr>
              <a:xfrm>
                <a:off x="3027600" y="2481480"/>
                <a:ext cx="189360" cy="160560"/>
              </a:xfrm>
              <a:custGeom>
                <a:avLst/>
                <a:gdLst/>
                <a:ahLst/>
                <a:rect l="l" t="t" r="r" b="b"/>
                <a:pathLst>
                  <a:path w="96" h="90">
                    <a:moveTo>
                      <a:pt x="76" y="74"/>
                    </a:moveTo>
                    <a:lnTo>
                      <a:pt x="70" y="74"/>
                    </a:lnTo>
                    <a:lnTo>
                      <a:pt x="66" y="76"/>
                    </a:lnTo>
                    <a:lnTo>
                      <a:pt x="58" y="80"/>
                    </a:lnTo>
                    <a:lnTo>
                      <a:pt x="52" y="84"/>
                    </a:lnTo>
                    <a:lnTo>
                      <a:pt x="48" y="84"/>
                    </a:lnTo>
                    <a:lnTo>
                      <a:pt x="44" y="84"/>
                    </a:lnTo>
                    <a:lnTo>
                      <a:pt x="50" y="76"/>
                    </a:lnTo>
                    <a:lnTo>
                      <a:pt x="46" y="72"/>
                    </a:lnTo>
                    <a:lnTo>
                      <a:pt x="42" y="70"/>
                    </a:lnTo>
                    <a:lnTo>
                      <a:pt x="14" y="70"/>
                    </a:lnTo>
                    <a:lnTo>
                      <a:pt x="6" y="70"/>
                    </a:lnTo>
                    <a:lnTo>
                      <a:pt x="2" y="70"/>
                    </a:lnTo>
                    <a:lnTo>
                      <a:pt x="0" y="68"/>
                    </a:lnTo>
                    <a:lnTo>
                      <a:pt x="2" y="66"/>
                    </a:lnTo>
                    <a:lnTo>
                      <a:pt x="4" y="64"/>
                    </a:lnTo>
                    <a:lnTo>
                      <a:pt x="8" y="64"/>
                    </a:lnTo>
                    <a:lnTo>
                      <a:pt x="10" y="54"/>
                    </a:lnTo>
                    <a:lnTo>
                      <a:pt x="16" y="50"/>
                    </a:lnTo>
                    <a:lnTo>
                      <a:pt x="22" y="48"/>
                    </a:lnTo>
                    <a:lnTo>
                      <a:pt x="22" y="46"/>
                    </a:lnTo>
                    <a:lnTo>
                      <a:pt x="24" y="42"/>
                    </a:lnTo>
                    <a:lnTo>
                      <a:pt x="28" y="32"/>
                    </a:lnTo>
                    <a:lnTo>
                      <a:pt x="34" y="30"/>
                    </a:lnTo>
                    <a:lnTo>
                      <a:pt x="38" y="28"/>
                    </a:lnTo>
                    <a:lnTo>
                      <a:pt x="44" y="20"/>
                    </a:lnTo>
                    <a:lnTo>
                      <a:pt x="52" y="14"/>
                    </a:lnTo>
                    <a:lnTo>
                      <a:pt x="62" y="6"/>
                    </a:lnTo>
                    <a:lnTo>
                      <a:pt x="66" y="2"/>
                    </a:lnTo>
                    <a:lnTo>
                      <a:pt x="70" y="0"/>
                    </a:lnTo>
                    <a:lnTo>
                      <a:pt x="74" y="0"/>
                    </a:lnTo>
                    <a:lnTo>
                      <a:pt x="74" y="4"/>
                    </a:lnTo>
                    <a:lnTo>
                      <a:pt x="70" y="4"/>
                    </a:lnTo>
                    <a:lnTo>
                      <a:pt x="72" y="8"/>
                    </a:lnTo>
                    <a:lnTo>
                      <a:pt x="62" y="16"/>
                    </a:lnTo>
                    <a:lnTo>
                      <a:pt x="56" y="24"/>
                    </a:lnTo>
                    <a:lnTo>
                      <a:pt x="54" y="30"/>
                    </a:lnTo>
                    <a:lnTo>
                      <a:pt x="56" y="30"/>
                    </a:lnTo>
                    <a:lnTo>
                      <a:pt x="60" y="24"/>
                    </a:lnTo>
                    <a:lnTo>
                      <a:pt x="64" y="24"/>
                    </a:lnTo>
                    <a:lnTo>
                      <a:pt x="64" y="30"/>
                    </a:lnTo>
                    <a:lnTo>
                      <a:pt x="66" y="32"/>
                    </a:lnTo>
                    <a:lnTo>
                      <a:pt x="68" y="34"/>
                    </a:lnTo>
                    <a:lnTo>
                      <a:pt x="70" y="40"/>
                    </a:lnTo>
                    <a:lnTo>
                      <a:pt x="70" y="42"/>
                    </a:lnTo>
                    <a:lnTo>
                      <a:pt x="72" y="42"/>
                    </a:lnTo>
                    <a:lnTo>
                      <a:pt x="74" y="40"/>
                    </a:lnTo>
                    <a:lnTo>
                      <a:pt x="78" y="38"/>
                    </a:lnTo>
                    <a:lnTo>
                      <a:pt x="80" y="38"/>
                    </a:lnTo>
                    <a:lnTo>
                      <a:pt x="88" y="40"/>
                    </a:lnTo>
                    <a:lnTo>
                      <a:pt x="92" y="42"/>
                    </a:lnTo>
                    <a:lnTo>
                      <a:pt x="94" y="42"/>
                    </a:lnTo>
                    <a:lnTo>
                      <a:pt x="92" y="46"/>
                    </a:lnTo>
                    <a:lnTo>
                      <a:pt x="88" y="48"/>
                    </a:lnTo>
                    <a:lnTo>
                      <a:pt x="82" y="50"/>
                    </a:lnTo>
                    <a:lnTo>
                      <a:pt x="84" y="52"/>
                    </a:lnTo>
                    <a:lnTo>
                      <a:pt x="86" y="52"/>
                    </a:lnTo>
                    <a:lnTo>
                      <a:pt x="92" y="50"/>
                    </a:lnTo>
                    <a:lnTo>
                      <a:pt x="94" y="54"/>
                    </a:lnTo>
                    <a:lnTo>
                      <a:pt x="90" y="56"/>
                    </a:lnTo>
                    <a:lnTo>
                      <a:pt x="90" y="58"/>
                    </a:lnTo>
                    <a:lnTo>
                      <a:pt x="96" y="58"/>
                    </a:lnTo>
                    <a:lnTo>
                      <a:pt x="92" y="64"/>
                    </a:lnTo>
                    <a:lnTo>
                      <a:pt x="88" y="68"/>
                    </a:lnTo>
                    <a:lnTo>
                      <a:pt x="84" y="70"/>
                    </a:lnTo>
                    <a:lnTo>
                      <a:pt x="88" y="70"/>
                    </a:lnTo>
                    <a:lnTo>
                      <a:pt x="92" y="70"/>
                    </a:lnTo>
                    <a:lnTo>
                      <a:pt x="96" y="70"/>
                    </a:lnTo>
                    <a:lnTo>
                      <a:pt x="94" y="74"/>
                    </a:lnTo>
                    <a:lnTo>
                      <a:pt x="90" y="82"/>
                    </a:lnTo>
                    <a:lnTo>
                      <a:pt x="84" y="88"/>
                    </a:lnTo>
                    <a:lnTo>
                      <a:pt x="80" y="90"/>
                    </a:lnTo>
                    <a:lnTo>
                      <a:pt x="76" y="88"/>
                    </a:lnTo>
                    <a:lnTo>
                      <a:pt x="76" y="86"/>
                    </a:lnTo>
                    <a:lnTo>
                      <a:pt x="78" y="82"/>
                    </a:lnTo>
                    <a:lnTo>
                      <a:pt x="80" y="80"/>
                    </a:lnTo>
                    <a:lnTo>
                      <a:pt x="74" y="82"/>
                    </a:lnTo>
                    <a:lnTo>
                      <a:pt x="70" y="82"/>
                    </a:lnTo>
                    <a:lnTo>
                      <a:pt x="76" y="74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5" name=""/>
              <p:cNvSpPr/>
              <p:nvPr/>
            </p:nvSpPr>
            <p:spPr>
              <a:xfrm>
                <a:off x="1886040" y="1810800"/>
                <a:ext cx="280080" cy="103320"/>
              </a:xfrm>
              <a:custGeom>
                <a:avLst/>
                <a:gdLst/>
                <a:ahLst/>
                <a:rect l="l" t="t" r="r" b="b"/>
                <a:pathLst>
                  <a:path w="142" h="58">
                    <a:moveTo>
                      <a:pt x="0" y="40"/>
                    </a:moveTo>
                    <a:lnTo>
                      <a:pt x="4" y="40"/>
                    </a:lnTo>
                    <a:lnTo>
                      <a:pt x="10" y="40"/>
                    </a:lnTo>
                    <a:lnTo>
                      <a:pt x="14" y="40"/>
                    </a:lnTo>
                    <a:lnTo>
                      <a:pt x="18" y="44"/>
                    </a:lnTo>
                    <a:lnTo>
                      <a:pt x="20" y="48"/>
                    </a:lnTo>
                    <a:lnTo>
                      <a:pt x="18" y="56"/>
                    </a:lnTo>
                    <a:lnTo>
                      <a:pt x="20" y="58"/>
                    </a:lnTo>
                    <a:lnTo>
                      <a:pt x="24" y="54"/>
                    </a:lnTo>
                    <a:lnTo>
                      <a:pt x="32" y="48"/>
                    </a:lnTo>
                    <a:lnTo>
                      <a:pt x="38" y="44"/>
                    </a:lnTo>
                    <a:lnTo>
                      <a:pt x="48" y="44"/>
                    </a:lnTo>
                    <a:lnTo>
                      <a:pt x="54" y="44"/>
                    </a:lnTo>
                    <a:lnTo>
                      <a:pt x="60" y="42"/>
                    </a:lnTo>
                    <a:lnTo>
                      <a:pt x="70" y="36"/>
                    </a:lnTo>
                    <a:lnTo>
                      <a:pt x="78" y="34"/>
                    </a:lnTo>
                    <a:lnTo>
                      <a:pt x="100" y="30"/>
                    </a:lnTo>
                    <a:lnTo>
                      <a:pt x="122" y="24"/>
                    </a:lnTo>
                    <a:lnTo>
                      <a:pt x="132" y="20"/>
                    </a:lnTo>
                    <a:lnTo>
                      <a:pt x="142" y="14"/>
                    </a:lnTo>
                    <a:lnTo>
                      <a:pt x="134" y="8"/>
                    </a:lnTo>
                    <a:lnTo>
                      <a:pt x="128" y="4"/>
                    </a:lnTo>
                    <a:lnTo>
                      <a:pt x="124" y="4"/>
                    </a:lnTo>
                    <a:lnTo>
                      <a:pt x="118" y="4"/>
                    </a:lnTo>
                    <a:lnTo>
                      <a:pt x="118" y="8"/>
                    </a:lnTo>
                    <a:lnTo>
                      <a:pt x="112" y="8"/>
                    </a:lnTo>
                    <a:lnTo>
                      <a:pt x="106" y="6"/>
                    </a:lnTo>
                    <a:lnTo>
                      <a:pt x="102" y="2"/>
                    </a:lnTo>
                    <a:lnTo>
                      <a:pt x="96" y="0"/>
                    </a:lnTo>
                    <a:lnTo>
                      <a:pt x="76" y="2"/>
                    </a:lnTo>
                    <a:lnTo>
                      <a:pt x="60" y="4"/>
                    </a:lnTo>
                    <a:lnTo>
                      <a:pt x="48" y="14"/>
                    </a:lnTo>
                    <a:lnTo>
                      <a:pt x="44" y="18"/>
                    </a:lnTo>
                    <a:lnTo>
                      <a:pt x="38" y="22"/>
                    </a:lnTo>
                    <a:lnTo>
                      <a:pt x="24" y="28"/>
                    </a:lnTo>
                    <a:lnTo>
                      <a:pt x="12" y="34"/>
                    </a:lnTo>
                    <a:lnTo>
                      <a:pt x="6" y="36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6" name=""/>
              <p:cNvSpPr/>
              <p:nvPr/>
            </p:nvSpPr>
            <p:spPr>
              <a:xfrm>
                <a:off x="2561400" y="1689120"/>
                <a:ext cx="102240" cy="46440"/>
              </a:xfrm>
              <a:custGeom>
                <a:avLst/>
                <a:gdLst/>
                <a:ahLst/>
                <a:rect l="l" t="t" r="r" b="b"/>
                <a:pathLst>
                  <a:path w="52" h="26">
                    <a:moveTo>
                      <a:pt x="34" y="26"/>
                    </a:moveTo>
                    <a:lnTo>
                      <a:pt x="32" y="24"/>
                    </a:lnTo>
                    <a:lnTo>
                      <a:pt x="30" y="22"/>
                    </a:lnTo>
                    <a:lnTo>
                      <a:pt x="26" y="18"/>
                    </a:lnTo>
                    <a:lnTo>
                      <a:pt x="20" y="18"/>
                    </a:lnTo>
                    <a:lnTo>
                      <a:pt x="12" y="18"/>
                    </a:lnTo>
                    <a:lnTo>
                      <a:pt x="6" y="18"/>
                    </a:lnTo>
                    <a:lnTo>
                      <a:pt x="0" y="16"/>
                    </a:lnTo>
                    <a:lnTo>
                      <a:pt x="8" y="6"/>
                    </a:lnTo>
                    <a:lnTo>
                      <a:pt x="14" y="2"/>
                    </a:lnTo>
                    <a:lnTo>
                      <a:pt x="24" y="0"/>
                    </a:lnTo>
                    <a:lnTo>
                      <a:pt x="28" y="2"/>
                    </a:lnTo>
                    <a:lnTo>
                      <a:pt x="30" y="4"/>
                    </a:lnTo>
                    <a:lnTo>
                      <a:pt x="32" y="6"/>
                    </a:lnTo>
                    <a:lnTo>
                      <a:pt x="34" y="8"/>
                    </a:lnTo>
                    <a:lnTo>
                      <a:pt x="40" y="8"/>
                    </a:lnTo>
                    <a:lnTo>
                      <a:pt x="48" y="10"/>
                    </a:lnTo>
                    <a:lnTo>
                      <a:pt x="52" y="12"/>
                    </a:lnTo>
                    <a:lnTo>
                      <a:pt x="52" y="16"/>
                    </a:lnTo>
                    <a:lnTo>
                      <a:pt x="52" y="22"/>
                    </a:lnTo>
                    <a:lnTo>
                      <a:pt x="48" y="24"/>
                    </a:lnTo>
                    <a:lnTo>
                      <a:pt x="42" y="26"/>
                    </a:lnTo>
                    <a:lnTo>
                      <a:pt x="34" y="26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7" name=""/>
              <p:cNvSpPr/>
              <p:nvPr/>
            </p:nvSpPr>
            <p:spPr>
              <a:xfrm>
                <a:off x="2004480" y="1824840"/>
                <a:ext cx="402480" cy="146160"/>
              </a:xfrm>
              <a:custGeom>
                <a:avLst/>
                <a:gdLst/>
                <a:ahLst/>
                <a:rect l="l" t="t" r="r" b="b"/>
                <a:pathLst>
                  <a:path w="204" h="82">
                    <a:moveTo>
                      <a:pt x="176" y="62"/>
                    </a:moveTo>
                    <a:lnTo>
                      <a:pt x="172" y="62"/>
                    </a:lnTo>
                    <a:lnTo>
                      <a:pt x="170" y="64"/>
                    </a:lnTo>
                    <a:lnTo>
                      <a:pt x="166" y="70"/>
                    </a:lnTo>
                    <a:lnTo>
                      <a:pt x="160" y="76"/>
                    </a:lnTo>
                    <a:lnTo>
                      <a:pt x="158" y="78"/>
                    </a:lnTo>
                    <a:lnTo>
                      <a:pt x="154" y="80"/>
                    </a:lnTo>
                    <a:lnTo>
                      <a:pt x="146" y="78"/>
                    </a:lnTo>
                    <a:lnTo>
                      <a:pt x="132" y="76"/>
                    </a:lnTo>
                    <a:lnTo>
                      <a:pt x="124" y="70"/>
                    </a:lnTo>
                    <a:lnTo>
                      <a:pt x="120" y="68"/>
                    </a:lnTo>
                    <a:lnTo>
                      <a:pt x="120" y="64"/>
                    </a:lnTo>
                    <a:lnTo>
                      <a:pt x="98" y="64"/>
                    </a:lnTo>
                    <a:lnTo>
                      <a:pt x="94" y="66"/>
                    </a:lnTo>
                    <a:lnTo>
                      <a:pt x="90" y="68"/>
                    </a:lnTo>
                    <a:lnTo>
                      <a:pt x="78" y="74"/>
                    </a:lnTo>
                    <a:lnTo>
                      <a:pt x="68" y="80"/>
                    </a:lnTo>
                    <a:lnTo>
                      <a:pt x="60" y="82"/>
                    </a:lnTo>
                    <a:lnTo>
                      <a:pt x="52" y="82"/>
                    </a:lnTo>
                    <a:lnTo>
                      <a:pt x="40" y="80"/>
                    </a:lnTo>
                    <a:lnTo>
                      <a:pt x="34" y="80"/>
                    </a:lnTo>
                    <a:lnTo>
                      <a:pt x="28" y="82"/>
                    </a:lnTo>
                    <a:lnTo>
                      <a:pt x="28" y="74"/>
                    </a:lnTo>
                    <a:lnTo>
                      <a:pt x="32" y="72"/>
                    </a:lnTo>
                    <a:lnTo>
                      <a:pt x="34" y="68"/>
                    </a:lnTo>
                    <a:lnTo>
                      <a:pt x="22" y="70"/>
                    </a:lnTo>
                    <a:lnTo>
                      <a:pt x="14" y="68"/>
                    </a:lnTo>
                    <a:lnTo>
                      <a:pt x="6" y="64"/>
                    </a:lnTo>
                    <a:lnTo>
                      <a:pt x="0" y="60"/>
                    </a:lnTo>
                    <a:lnTo>
                      <a:pt x="14" y="56"/>
                    </a:lnTo>
                    <a:lnTo>
                      <a:pt x="26" y="54"/>
                    </a:lnTo>
                    <a:lnTo>
                      <a:pt x="70" y="54"/>
                    </a:lnTo>
                    <a:lnTo>
                      <a:pt x="70" y="52"/>
                    </a:lnTo>
                    <a:lnTo>
                      <a:pt x="72" y="50"/>
                    </a:lnTo>
                    <a:lnTo>
                      <a:pt x="12" y="50"/>
                    </a:lnTo>
                    <a:lnTo>
                      <a:pt x="12" y="44"/>
                    </a:lnTo>
                    <a:lnTo>
                      <a:pt x="14" y="42"/>
                    </a:lnTo>
                    <a:lnTo>
                      <a:pt x="18" y="36"/>
                    </a:lnTo>
                    <a:lnTo>
                      <a:pt x="18" y="34"/>
                    </a:lnTo>
                    <a:lnTo>
                      <a:pt x="20" y="30"/>
                    </a:lnTo>
                    <a:lnTo>
                      <a:pt x="26" y="28"/>
                    </a:lnTo>
                    <a:lnTo>
                      <a:pt x="42" y="26"/>
                    </a:lnTo>
                    <a:lnTo>
                      <a:pt x="54" y="24"/>
                    </a:lnTo>
                    <a:lnTo>
                      <a:pt x="68" y="20"/>
                    </a:lnTo>
                    <a:lnTo>
                      <a:pt x="78" y="14"/>
                    </a:lnTo>
                    <a:lnTo>
                      <a:pt x="90" y="6"/>
                    </a:lnTo>
                    <a:lnTo>
                      <a:pt x="90" y="16"/>
                    </a:lnTo>
                    <a:lnTo>
                      <a:pt x="94" y="18"/>
                    </a:lnTo>
                    <a:lnTo>
                      <a:pt x="96" y="18"/>
                    </a:lnTo>
                    <a:lnTo>
                      <a:pt x="102" y="16"/>
                    </a:lnTo>
                    <a:lnTo>
                      <a:pt x="110" y="18"/>
                    </a:lnTo>
                    <a:lnTo>
                      <a:pt x="120" y="20"/>
                    </a:lnTo>
                    <a:lnTo>
                      <a:pt x="124" y="20"/>
                    </a:lnTo>
                    <a:lnTo>
                      <a:pt x="124" y="16"/>
                    </a:lnTo>
                    <a:lnTo>
                      <a:pt x="128" y="14"/>
                    </a:lnTo>
                    <a:lnTo>
                      <a:pt x="130" y="12"/>
                    </a:lnTo>
                    <a:lnTo>
                      <a:pt x="136" y="14"/>
                    </a:lnTo>
                    <a:lnTo>
                      <a:pt x="142" y="16"/>
                    </a:lnTo>
                    <a:lnTo>
                      <a:pt x="138" y="26"/>
                    </a:lnTo>
                    <a:lnTo>
                      <a:pt x="138" y="28"/>
                    </a:lnTo>
                    <a:lnTo>
                      <a:pt x="142" y="28"/>
                    </a:lnTo>
                    <a:lnTo>
                      <a:pt x="144" y="28"/>
                    </a:lnTo>
                    <a:lnTo>
                      <a:pt x="146" y="28"/>
                    </a:lnTo>
                    <a:lnTo>
                      <a:pt x="150" y="24"/>
                    </a:lnTo>
                    <a:lnTo>
                      <a:pt x="150" y="18"/>
                    </a:lnTo>
                    <a:lnTo>
                      <a:pt x="152" y="12"/>
                    </a:lnTo>
                    <a:lnTo>
                      <a:pt x="160" y="8"/>
                    </a:lnTo>
                    <a:lnTo>
                      <a:pt x="174" y="4"/>
                    </a:lnTo>
                    <a:lnTo>
                      <a:pt x="194" y="0"/>
                    </a:lnTo>
                    <a:lnTo>
                      <a:pt x="204" y="0"/>
                    </a:lnTo>
                    <a:lnTo>
                      <a:pt x="200" y="4"/>
                    </a:lnTo>
                    <a:lnTo>
                      <a:pt x="196" y="10"/>
                    </a:lnTo>
                    <a:lnTo>
                      <a:pt x="182" y="20"/>
                    </a:lnTo>
                    <a:lnTo>
                      <a:pt x="172" y="30"/>
                    </a:lnTo>
                    <a:lnTo>
                      <a:pt x="168" y="38"/>
                    </a:lnTo>
                    <a:lnTo>
                      <a:pt x="166" y="44"/>
                    </a:lnTo>
                    <a:lnTo>
                      <a:pt x="168" y="46"/>
                    </a:lnTo>
                    <a:lnTo>
                      <a:pt x="170" y="50"/>
                    </a:lnTo>
                    <a:lnTo>
                      <a:pt x="178" y="52"/>
                    </a:lnTo>
                    <a:lnTo>
                      <a:pt x="186" y="54"/>
                    </a:lnTo>
                    <a:lnTo>
                      <a:pt x="188" y="56"/>
                    </a:lnTo>
                    <a:lnTo>
                      <a:pt x="190" y="58"/>
                    </a:lnTo>
                    <a:lnTo>
                      <a:pt x="188" y="62"/>
                    </a:lnTo>
                    <a:lnTo>
                      <a:pt x="182" y="64"/>
                    </a:lnTo>
                    <a:lnTo>
                      <a:pt x="176" y="62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8" name=""/>
              <p:cNvSpPr/>
              <p:nvPr/>
            </p:nvSpPr>
            <p:spPr>
              <a:xfrm>
                <a:off x="2107080" y="1728360"/>
                <a:ext cx="189360" cy="46440"/>
              </a:xfrm>
              <a:custGeom>
                <a:avLst/>
                <a:gdLst/>
                <a:ahLst/>
                <a:rect l="l" t="t" r="r" b="b"/>
                <a:pathLst>
                  <a:path w="96" h="26">
                    <a:moveTo>
                      <a:pt x="0" y="24"/>
                    </a:moveTo>
                    <a:lnTo>
                      <a:pt x="6" y="24"/>
                    </a:lnTo>
                    <a:lnTo>
                      <a:pt x="12" y="24"/>
                    </a:lnTo>
                    <a:lnTo>
                      <a:pt x="16" y="24"/>
                    </a:lnTo>
                    <a:lnTo>
                      <a:pt x="18" y="26"/>
                    </a:lnTo>
                    <a:lnTo>
                      <a:pt x="26" y="26"/>
                    </a:lnTo>
                    <a:lnTo>
                      <a:pt x="42" y="20"/>
                    </a:lnTo>
                    <a:lnTo>
                      <a:pt x="52" y="16"/>
                    </a:lnTo>
                    <a:lnTo>
                      <a:pt x="58" y="22"/>
                    </a:lnTo>
                    <a:lnTo>
                      <a:pt x="68" y="16"/>
                    </a:lnTo>
                    <a:lnTo>
                      <a:pt x="76" y="12"/>
                    </a:lnTo>
                    <a:lnTo>
                      <a:pt x="86" y="8"/>
                    </a:lnTo>
                    <a:lnTo>
                      <a:pt x="96" y="4"/>
                    </a:lnTo>
                    <a:lnTo>
                      <a:pt x="90" y="0"/>
                    </a:lnTo>
                    <a:lnTo>
                      <a:pt x="78" y="2"/>
                    </a:lnTo>
                    <a:lnTo>
                      <a:pt x="70" y="4"/>
                    </a:lnTo>
                    <a:lnTo>
                      <a:pt x="46" y="10"/>
                    </a:lnTo>
                    <a:lnTo>
                      <a:pt x="24" y="16"/>
                    </a:lnTo>
                    <a:lnTo>
                      <a:pt x="16" y="18"/>
                    </a:lnTo>
                    <a:lnTo>
                      <a:pt x="4" y="18"/>
                    </a:lnTo>
                    <a:lnTo>
                      <a:pt x="4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9" name=""/>
              <p:cNvSpPr/>
              <p:nvPr/>
            </p:nvSpPr>
            <p:spPr>
              <a:xfrm>
                <a:off x="2194200" y="1749960"/>
                <a:ext cx="260640" cy="56880"/>
              </a:xfrm>
              <a:custGeom>
                <a:avLst/>
                <a:gdLst/>
                <a:ahLst/>
                <a:rect l="l" t="t" r="r" b="b"/>
                <a:pathLst>
                  <a:path w="132" h="32">
                    <a:moveTo>
                      <a:pt x="34" y="32"/>
                    </a:moveTo>
                    <a:lnTo>
                      <a:pt x="30" y="30"/>
                    </a:lnTo>
                    <a:lnTo>
                      <a:pt x="28" y="30"/>
                    </a:lnTo>
                    <a:lnTo>
                      <a:pt x="30" y="26"/>
                    </a:lnTo>
                    <a:lnTo>
                      <a:pt x="36" y="24"/>
                    </a:lnTo>
                    <a:lnTo>
                      <a:pt x="18" y="22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6" y="16"/>
                    </a:lnTo>
                    <a:lnTo>
                      <a:pt x="24" y="10"/>
                    </a:lnTo>
                    <a:lnTo>
                      <a:pt x="40" y="4"/>
                    </a:lnTo>
                    <a:lnTo>
                      <a:pt x="54" y="0"/>
                    </a:lnTo>
                    <a:lnTo>
                      <a:pt x="54" y="6"/>
                    </a:lnTo>
                    <a:lnTo>
                      <a:pt x="56" y="6"/>
                    </a:lnTo>
                    <a:lnTo>
                      <a:pt x="64" y="6"/>
                    </a:lnTo>
                    <a:lnTo>
                      <a:pt x="64" y="14"/>
                    </a:lnTo>
                    <a:lnTo>
                      <a:pt x="66" y="16"/>
                    </a:lnTo>
                    <a:lnTo>
                      <a:pt x="68" y="18"/>
                    </a:lnTo>
                    <a:lnTo>
                      <a:pt x="74" y="18"/>
                    </a:lnTo>
                    <a:lnTo>
                      <a:pt x="84" y="16"/>
                    </a:lnTo>
                    <a:lnTo>
                      <a:pt x="92" y="14"/>
                    </a:lnTo>
                    <a:lnTo>
                      <a:pt x="100" y="6"/>
                    </a:lnTo>
                    <a:lnTo>
                      <a:pt x="108" y="0"/>
                    </a:lnTo>
                    <a:lnTo>
                      <a:pt x="114" y="0"/>
                    </a:lnTo>
                    <a:lnTo>
                      <a:pt x="114" y="8"/>
                    </a:lnTo>
                    <a:lnTo>
                      <a:pt x="110" y="12"/>
                    </a:lnTo>
                    <a:lnTo>
                      <a:pt x="120" y="14"/>
                    </a:lnTo>
                    <a:lnTo>
                      <a:pt x="132" y="14"/>
                    </a:lnTo>
                    <a:lnTo>
                      <a:pt x="118" y="22"/>
                    </a:lnTo>
                    <a:lnTo>
                      <a:pt x="110" y="28"/>
                    </a:lnTo>
                    <a:lnTo>
                      <a:pt x="104" y="28"/>
                    </a:lnTo>
                    <a:lnTo>
                      <a:pt x="98" y="28"/>
                    </a:lnTo>
                    <a:lnTo>
                      <a:pt x="94" y="26"/>
                    </a:lnTo>
                    <a:lnTo>
                      <a:pt x="90" y="24"/>
                    </a:lnTo>
                    <a:lnTo>
                      <a:pt x="84" y="22"/>
                    </a:lnTo>
                    <a:lnTo>
                      <a:pt x="72" y="24"/>
                    </a:lnTo>
                    <a:lnTo>
                      <a:pt x="60" y="28"/>
                    </a:lnTo>
                    <a:lnTo>
                      <a:pt x="48" y="30"/>
                    </a:lnTo>
                    <a:lnTo>
                      <a:pt x="34" y="32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080" bIns="100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0" name=""/>
              <p:cNvSpPr/>
              <p:nvPr/>
            </p:nvSpPr>
            <p:spPr>
              <a:xfrm>
                <a:off x="2340000" y="1699920"/>
                <a:ext cx="126000" cy="32040"/>
              </a:xfrm>
              <a:custGeom>
                <a:avLst/>
                <a:gdLst/>
                <a:ahLst/>
                <a:rect l="l" t="t" r="r" b="b"/>
                <a:pathLst>
                  <a:path w="64" h="18">
                    <a:moveTo>
                      <a:pt x="12" y="18"/>
                    </a:moveTo>
                    <a:lnTo>
                      <a:pt x="6" y="16"/>
                    </a:lnTo>
                    <a:lnTo>
                      <a:pt x="0" y="14"/>
                    </a:lnTo>
                    <a:lnTo>
                      <a:pt x="8" y="12"/>
                    </a:lnTo>
                    <a:lnTo>
                      <a:pt x="18" y="12"/>
                    </a:lnTo>
                    <a:lnTo>
                      <a:pt x="26" y="10"/>
                    </a:lnTo>
                    <a:lnTo>
                      <a:pt x="28" y="10"/>
                    </a:lnTo>
                    <a:lnTo>
                      <a:pt x="30" y="8"/>
                    </a:lnTo>
                    <a:lnTo>
                      <a:pt x="48" y="0"/>
                    </a:lnTo>
                    <a:lnTo>
                      <a:pt x="58" y="2"/>
                    </a:lnTo>
                    <a:lnTo>
                      <a:pt x="64" y="4"/>
                    </a:lnTo>
                    <a:lnTo>
                      <a:pt x="58" y="10"/>
                    </a:lnTo>
                    <a:lnTo>
                      <a:pt x="48" y="16"/>
                    </a:lnTo>
                    <a:lnTo>
                      <a:pt x="30" y="18"/>
                    </a:lnTo>
                    <a:lnTo>
                      <a:pt x="30" y="16"/>
                    </a:lnTo>
                    <a:lnTo>
                      <a:pt x="28" y="16"/>
                    </a:lnTo>
                    <a:lnTo>
                      <a:pt x="22" y="16"/>
                    </a:lnTo>
                    <a:lnTo>
                      <a:pt x="12" y="18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760" bIns="-147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1" name=""/>
              <p:cNvSpPr/>
              <p:nvPr/>
            </p:nvSpPr>
            <p:spPr>
              <a:xfrm>
                <a:off x="2422800" y="1817640"/>
                <a:ext cx="146160" cy="75240"/>
              </a:xfrm>
              <a:custGeom>
                <a:avLst/>
                <a:gdLst/>
                <a:ahLst/>
                <a:rect l="l" t="t" r="r" b="b"/>
                <a:pathLst>
                  <a:path w="74" h="42">
                    <a:moveTo>
                      <a:pt x="74" y="4"/>
                    </a:moveTo>
                    <a:lnTo>
                      <a:pt x="70" y="6"/>
                    </a:lnTo>
                    <a:lnTo>
                      <a:pt x="66" y="8"/>
                    </a:lnTo>
                    <a:lnTo>
                      <a:pt x="58" y="14"/>
                    </a:lnTo>
                    <a:lnTo>
                      <a:pt x="66" y="22"/>
                    </a:lnTo>
                    <a:lnTo>
                      <a:pt x="56" y="28"/>
                    </a:lnTo>
                    <a:lnTo>
                      <a:pt x="52" y="30"/>
                    </a:lnTo>
                    <a:lnTo>
                      <a:pt x="48" y="28"/>
                    </a:lnTo>
                    <a:lnTo>
                      <a:pt x="48" y="32"/>
                    </a:lnTo>
                    <a:lnTo>
                      <a:pt x="44" y="34"/>
                    </a:lnTo>
                    <a:lnTo>
                      <a:pt x="38" y="36"/>
                    </a:lnTo>
                    <a:lnTo>
                      <a:pt x="32" y="38"/>
                    </a:lnTo>
                    <a:lnTo>
                      <a:pt x="26" y="42"/>
                    </a:lnTo>
                    <a:lnTo>
                      <a:pt x="18" y="42"/>
                    </a:lnTo>
                    <a:lnTo>
                      <a:pt x="18" y="36"/>
                    </a:lnTo>
                    <a:lnTo>
                      <a:pt x="16" y="34"/>
                    </a:lnTo>
                    <a:lnTo>
                      <a:pt x="10" y="32"/>
                    </a:lnTo>
                    <a:lnTo>
                      <a:pt x="4" y="28"/>
                    </a:lnTo>
                    <a:lnTo>
                      <a:pt x="2" y="26"/>
                    </a:lnTo>
                    <a:lnTo>
                      <a:pt x="0" y="22"/>
                    </a:lnTo>
                    <a:lnTo>
                      <a:pt x="2" y="20"/>
                    </a:lnTo>
                    <a:lnTo>
                      <a:pt x="4" y="18"/>
                    </a:lnTo>
                    <a:lnTo>
                      <a:pt x="8" y="16"/>
                    </a:lnTo>
                    <a:lnTo>
                      <a:pt x="14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0"/>
                    </a:lnTo>
                    <a:lnTo>
                      <a:pt x="30" y="18"/>
                    </a:lnTo>
                    <a:lnTo>
                      <a:pt x="32" y="16"/>
                    </a:lnTo>
                    <a:lnTo>
                      <a:pt x="32" y="14"/>
                    </a:lnTo>
                    <a:lnTo>
                      <a:pt x="32" y="8"/>
                    </a:lnTo>
                    <a:lnTo>
                      <a:pt x="38" y="4"/>
                    </a:lnTo>
                    <a:lnTo>
                      <a:pt x="50" y="4"/>
                    </a:lnTo>
                    <a:lnTo>
                      <a:pt x="74" y="0"/>
                    </a:lnTo>
                    <a:lnTo>
                      <a:pt x="74" y="4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440" bIns="2844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2" name=""/>
              <p:cNvSpPr/>
              <p:nvPr/>
            </p:nvSpPr>
            <p:spPr>
              <a:xfrm>
                <a:off x="2395440" y="1928520"/>
                <a:ext cx="78480" cy="39240"/>
              </a:xfrm>
              <a:custGeom>
                <a:avLst/>
                <a:gdLst/>
                <a:ahLst/>
                <a:rect l="l" t="t" r="r" b="b"/>
                <a:pathLst>
                  <a:path w="40" h="22">
                    <a:moveTo>
                      <a:pt x="22" y="22"/>
                    </a:moveTo>
                    <a:lnTo>
                      <a:pt x="16" y="22"/>
                    </a:lnTo>
                    <a:lnTo>
                      <a:pt x="8" y="20"/>
                    </a:lnTo>
                    <a:lnTo>
                      <a:pt x="0" y="14"/>
                    </a:lnTo>
                    <a:lnTo>
                      <a:pt x="6" y="10"/>
                    </a:lnTo>
                    <a:lnTo>
                      <a:pt x="12" y="6"/>
                    </a:lnTo>
                    <a:lnTo>
                      <a:pt x="30" y="0"/>
                    </a:lnTo>
                    <a:lnTo>
                      <a:pt x="32" y="4"/>
                    </a:lnTo>
                    <a:lnTo>
                      <a:pt x="34" y="6"/>
                    </a:lnTo>
                    <a:lnTo>
                      <a:pt x="40" y="6"/>
                    </a:lnTo>
                    <a:lnTo>
                      <a:pt x="40" y="18"/>
                    </a:lnTo>
                    <a:lnTo>
                      <a:pt x="32" y="22"/>
                    </a:lnTo>
                    <a:lnTo>
                      <a:pt x="22" y="22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7560" bIns="-75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3" name=""/>
              <p:cNvSpPr/>
              <p:nvPr/>
            </p:nvSpPr>
            <p:spPr>
              <a:xfrm>
                <a:off x="2561400" y="2046240"/>
                <a:ext cx="158040" cy="74520"/>
              </a:xfrm>
              <a:custGeom>
                <a:avLst/>
                <a:gdLst/>
                <a:ahLst/>
                <a:rect l="l" t="t" r="r" b="b"/>
                <a:pathLst>
                  <a:path w="80" h="42">
                    <a:moveTo>
                      <a:pt x="58" y="40"/>
                    </a:moveTo>
                    <a:lnTo>
                      <a:pt x="56" y="30"/>
                    </a:lnTo>
                    <a:lnTo>
                      <a:pt x="52" y="26"/>
                    </a:lnTo>
                    <a:lnTo>
                      <a:pt x="48" y="26"/>
                    </a:lnTo>
                    <a:lnTo>
                      <a:pt x="42" y="26"/>
                    </a:lnTo>
                    <a:lnTo>
                      <a:pt x="38" y="30"/>
                    </a:lnTo>
                    <a:lnTo>
                      <a:pt x="30" y="36"/>
                    </a:lnTo>
                    <a:lnTo>
                      <a:pt x="22" y="40"/>
                    </a:lnTo>
                    <a:lnTo>
                      <a:pt x="16" y="42"/>
                    </a:lnTo>
                    <a:lnTo>
                      <a:pt x="10" y="40"/>
                    </a:lnTo>
                    <a:lnTo>
                      <a:pt x="14" y="38"/>
                    </a:lnTo>
                    <a:lnTo>
                      <a:pt x="10" y="36"/>
                    </a:lnTo>
                    <a:lnTo>
                      <a:pt x="6" y="36"/>
                    </a:lnTo>
                    <a:lnTo>
                      <a:pt x="4" y="36"/>
                    </a:lnTo>
                    <a:lnTo>
                      <a:pt x="0" y="34"/>
                    </a:lnTo>
                    <a:lnTo>
                      <a:pt x="8" y="24"/>
                    </a:lnTo>
                    <a:lnTo>
                      <a:pt x="22" y="14"/>
                    </a:lnTo>
                    <a:lnTo>
                      <a:pt x="46" y="0"/>
                    </a:lnTo>
                    <a:lnTo>
                      <a:pt x="52" y="6"/>
                    </a:lnTo>
                    <a:lnTo>
                      <a:pt x="58" y="12"/>
                    </a:lnTo>
                    <a:lnTo>
                      <a:pt x="70" y="22"/>
                    </a:lnTo>
                    <a:lnTo>
                      <a:pt x="68" y="28"/>
                    </a:lnTo>
                    <a:lnTo>
                      <a:pt x="74" y="28"/>
                    </a:lnTo>
                    <a:lnTo>
                      <a:pt x="80" y="30"/>
                    </a:lnTo>
                    <a:lnTo>
                      <a:pt x="74" y="36"/>
                    </a:lnTo>
                    <a:lnTo>
                      <a:pt x="70" y="38"/>
                    </a:lnTo>
                    <a:lnTo>
                      <a:pt x="64" y="40"/>
                    </a:lnTo>
                    <a:lnTo>
                      <a:pt x="60" y="38"/>
                    </a:lnTo>
                    <a:lnTo>
                      <a:pt x="60" y="36"/>
                    </a:lnTo>
                    <a:lnTo>
                      <a:pt x="58" y="40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7720" bIns="277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4" name=""/>
              <p:cNvSpPr/>
              <p:nvPr/>
            </p:nvSpPr>
            <p:spPr>
              <a:xfrm>
                <a:off x="2502360" y="1749960"/>
                <a:ext cx="130320" cy="42840"/>
              </a:xfrm>
              <a:custGeom>
                <a:avLst/>
                <a:gdLst/>
                <a:ahLst/>
                <a:rect l="l" t="t" r="r" b="b"/>
                <a:pathLst>
                  <a:path w="66" h="24">
                    <a:moveTo>
                      <a:pt x="10" y="6"/>
                    </a:moveTo>
                    <a:lnTo>
                      <a:pt x="16" y="10"/>
                    </a:lnTo>
                    <a:lnTo>
                      <a:pt x="22" y="12"/>
                    </a:lnTo>
                    <a:lnTo>
                      <a:pt x="24" y="8"/>
                    </a:lnTo>
                    <a:lnTo>
                      <a:pt x="24" y="6"/>
                    </a:lnTo>
                    <a:lnTo>
                      <a:pt x="26" y="6"/>
                    </a:lnTo>
                    <a:lnTo>
                      <a:pt x="30" y="6"/>
                    </a:lnTo>
                    <a:lnTo>
                      <a:pt x="34" y="8"/>
                    </a:lnTo>
                    <a:lnTo>
                      <a:pt x="38" y="12"/>
                    </a:lnTo>
                    <a:lnTo>
                      <a:pt x="40" y="4"/>
                    </a:lnTo>
                    <a:lnTo>
                      <a:pt x="42" y="0"/>
                    </a:lnTo>
                    <a:lnTo>
                      <a:pt x="46" y="0"/>
                    </a:lnTo>
                    <a:lnTo>
                      <a:pt x="56" y="2"/>
                    </a:lnTo>
                    <a:lnTo>
                      <a:pt x="62" y="2"/>
                    </a:lnTo>
                    <a:lnTo>
                      <a:pt x="64" y="0"/>
                    </a:lnTo>
                    <a:lnTo>
                      <a:pt x="66" y="6"/>
                    </a:lnTo>
                    <a:lnTo>
                      <a:pt x="62" y="12"/>
                    </a:lnTo>
                    <a:lnTo>
                      <a:pt x="56" y="16"/>
                    </a:lnTo>
                    <a:lnTo>
                      <a:pt x="46" y="20"/>
                    </a:lnTo>
                    <a:lnTo>
                      <a:pt x="42" y="20"/>
                    </a:lnTo>
                    <a:lnTo>
                      <a:pt x="36" y="20"/>
                    </a:lnTo>
                    <a:lnTo>
                      <a:pt x="34" y="24"/>
                    </a:lnTo>
                    <a:lnTo>
                      <a:pt x="28" y="24"/>
                    </a:lnTo>
                    <a:lnTo>
                      <a:pt x="24" y="24"/>
                    </a:lnTo>
                    <a:lnTo>
                      <a:pt x="20" y="22"/>
                    </a:lnTo>
                    <a:lnTo>
                      <a:pt x="18" y="20"/>
                    </a:lnTo>
                    <a:lnTo>
                      <a:pt x="18" y="14"/>
                    </a:lnTo>
                    <a:lnTo>
                      <a:pt x="6" y="14"/>
                    </a:lnTo>
                    <a:lnTo>
                      <a:pt x="2" y="14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2" y="4"/>
                    </a:lnTo>
                    <a:lnTo>
                      <a:pt x="16" y="10"/>
                    </a:lnTo>
                    <a:lnTo>
                      <a:pt x="16" y="8"/>
                    </a:lnTo>
                    <a:lnTo>
                      <a:pt x="10" y="6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60" bIns="-3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5" name=""/>
              <p:cNvSpPr/>
              <p:nvPr/>
            </p:nvSpPr>
            <p:spPr>
              <a:xfrm>
                <a:off x="2671920" y="1739160"/>
                <a:ext cx="323640" cy="67680"/>
              </a:xfrm>
              <a:custGeom>
                <a:avLst/>
                <a:gdLst/>
                <a:ahLst/>
                <a:rect l="l" t="t" r="r" b="b"/>
                <a:pathLst>
                  <a:path w="164" h="38">
                    <a:moveTo>
                      <a:pt x="30" y="22"/>
                    </a:moveTo>
                    <a:lnTo>
                      <a:pt x="36" y="18"/>
                    </a:lnTo>
                    <a:lnTo>
                      <a:pt x="32" y="16"/>
                    </a:lnTo>
                    <a:lnTo>
                      <a:pt x="28" y="16"/>
                    </a:lnTo>
                    <a:lnTo>
                      <a:pt x="22" y="16"/>
                    </a:lnTo>
                    <a:lnTo>
                      <a:pt x="12" y="18"/>
                    </a:lnTo>
                    <a:lnTo>
                      <a:pt x="8" y="16"/>
                    </a:lnTo>
                    <a:lnTo>
                      <a:pt x="4" y="14"/>
                    </a:lnTo>
                    <a:lnTo>
                      <a:pt x="0" y="6"/>
                    </a:lnTo>
                    <a:lnTo>
                      <a:pt x="8" y="2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2" y="6"/>
                    </a:lnTo>
                    <a:lnTo>
                      <a:pt x="38" y="8"/>
                    </a:lnTo>
                    <a:lnTo>
                      <a:pt x="44" y="10"/>
                    </a:lnTo>
                    <a:lnTo>
                      <a:pt x="58" y="10"/>
                    </a:lnTo>
                    <a:lnTo>
                      <a:pt x="60" y="8"/>
                    </a:lnTo>
                    <a:lnTo>
                      <a:pt x="64" y="6"/>
                    </a:lnTo>
                    <a:lnTo>
                      <a:pt x="68" y="6"/>
                    </a:lnTo>
                    <a:lnTo>
                      <a:pt x="62" y="10"/>
                    </a:lnTo>
                    <a:lnTo>
                      <a:pt x="60" y="12"/>
                    </a:lnTo>
                    <a:lnTo>
                      <a:pt x="58" y="16"/>
                    </a:lnTo>
                    <a:lnTo>
                      <a:pt x="60" y="18"/>
                    </a:lnTo>
                    <a:lnTo>
                      <a:pt x="60" y="20"/>
                    </a:lnTo>
                    <a:lnTo>
                      <a:pt x="66" y="20"/>
                    </a:lnTo>
                    <a:lnTo>
                      <a:pt x="80" y="20"/>
                    </a:lnTo>
                    <a:lnTo>
                      <a:pt x="94" y="20"/>
                    </a:lnTo>
                    <a:lnTo>
                      <a:pt x="108" y="20"/>
                    </a:lnTo>
                    <a:lnTo>
                      <a:pt x="120" y="18"/>
                    </a:lnTo>
                    <a:lnTo>
                      <a:pt x="136" y="18"/>
                    </a:lnTo>
                    <a:lnTo>
                      <a:pt x="144" y="18"/>
                    </a:lnTo>
                    <a:lnTo>
                      <a:pt x="152" y="20"/>
                    </a:lnTo>
                    <a:lnTo>
                      <a:pt x="164" y="22"/>
                    </a:lnTo>
                    <a:lnTo>
                      <a:pt x="160" y="30"/>
                    </a:lnTo>
                    <a:lnTo>
                      <a:pt x="156" y="36"/>
                    </a:lnTo>
                    <a:lnTo>
                      <a:pt x="148" y="38"/>
                    </a:lnTo>
                    <a:lnTo>
                      <a:pt x="140" y="38"/>
                    </a:lnTo>
                    <a:lnTo>
                      <a:pt x="132" y="38"/>
                    </a:lnTo>
                    <a:lnTo>
                      <a:pt x="124" y="36"/>
                    </a:lnTo>
                    <a:lnTo>
                      <a:pt x="118" y="36"/>
                    </a:lnTo>
                    <a:lnTo>
                      <a:pt x="110" y="34"/>
                    </a:lnTo>
                    <a:lnTo>
                      <a:pt x="104" y="34"/>
                    </a:lnTo>
                    <a:lnTo>
                      <a:pt x="96" y="32"/>
                    </a:lnTo>
                    <a:lnTo>
                      <a:pt x="90" y="30"/>
                    </a:lnTo>
                    <a:lnTo>
                      <a:pt x="86" y="30"/>
                    </a:lnTo>
                    <a:lnTo>
                      <a:pt x="78" y="32"/>
                    </a:lnTo>
                    <a:lnTo>
                      <a:pt x="72" y="34"/>
                    </a:lnTo>
                    <a:lnTo>
                      <a:pt x="68" y="38"/>
                    </a:lnTo>
                    <a:lnTo>
                      <a:pt x="62" y="38"/>
                    </a:lnTo>
                    <a:lnTo>
                      <a:pt x="42" y="36"/>
                    </a:lnTo>
                    <a:lnTo>
                      <a:pt x="32" y="36"/>
                    </a:lnTo>
                    <a:lnTo>
                      <a:pt x="28" y="36"/>
                    </a:lnTo>
                    <a:lnTo>
                      <a:pt x="24" y="38"/>
                    </a:lnTo>
                    <a:lnTo>
                      <a:pt x="24" y="30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20"/>
                    </a:lnTo>
                    <a:lnTo>
                      <a:pt x="30" y="22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6" name=""/>
              <p:cNvSpPr/>
              <p:nvPr/>
            </p:nvSpPr>
            <p:spPr>
              <a:xfrm>
                <a:off x="2624400" y="1778400"/>
                <a:ext cx="59400" cy="24840"/>
              </a:xfrm>
              <a:custGeom>
                <a:avLst/>
                <a:gdLst/>
                <a:ahLst/>
                <a:rect l="l" t="t" r="r" b="b"/>
                <a:pathLst>
                  <a:path w="30" h="14">
                    <a:moveTo>
                      <a:pt x="30" y="8"/>
                    </a:moveTo>
                    <a:lnTo>
                      <a:pt x="28" y="12"/>
                    </a:lnTo>
                    <a:lnTo>
                      <a:pt x="24" y="14"/>
                    </a:lnTo>
                    <a:lnTo>
                      <a:pt x="20" y="14"/>
                    </a:lnTo>
                    <a:lnTo>
                      <a:pt x="10" y="12"/>
                    </a:lnTo>
                    <a:lnTo>
                      <a:pt x="0" y="10"/>
                    </a:lnTo>
                    <a:lnTo>
                      <a:pt x="6" y="4"/>
                    </a:lnTo>
                    <a:lnTo>
                      <a:pt x="16" y="0"/>
                    </a:lnTo>
                    <a:lnTo>
                      <a:pt x="22" y="0"/>
                    </a:lnTo>
                    <a:lnTo>
                      <a:pt x="26" y="2"/>
                    </a:lnTo>
                    <a:lnTo>
                      <a:pt x="28" y="4"/>
                    </a:lnTo>
                    <a:lnTo>
                      <a:pt x="30" y="8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960" bIns="-21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7" name=""/>
              <p:cNvSpPr/>
              <p:nvPr/>
            </p:nvSpPr>
            <p:spPr>
              <a:xfrm>
                <a:off x="2687760" y="1699920"/>
                <a:ext cx="70920" cy="32040"/>
              </a:xfrm>
              <a:custGeom>
                <a:avLst/>
                <a:gdLst/>
                <a:ahLst/>
                <a:rect l="l" t="t" r="r" b="b"/>
                <a:pathLst>
                  <a:path w="36" h="18">
                    <a:moveTo>
                      <a:pt x="32" y="6"/>
                    </a:moveTo>
                    <a:lnTo>
                      <a:pt x="26" y="10"/>
                    </a:lnTo>
                    <a:lnTo>
                      <a:pt x="30" y="12"/>
                    </a:lnTo>
                    <a:lnTo>
                      <a:pt x="36" y="12"/>
                    </a:lnTo>
                    <a:lnTo>
                      <a:pt x="34" y="16"/>
                    </a:lnTo>
                    <a:lnTo>
                      <a:pt x="36" y="18"/>
                    </a:lnTo>
                    <a:lnTo>
                      <a:pt x="16" y="18"/>
                    </a:lnTo>
                    <a:lnTo>
                      <a:pt x="8" y="14"/>
                    </a:lnTo>
                    <a:lnTo>
                      <a:pt x="2" y="12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24" y="4"/>
                    </a:lnTo>
                    <a:lnTo>
                      <a:pt x="32" y="6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4760" bIns="-147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8" name=""/>
              <p:cNvSpPr/>
              <p:nvPr/>
            </p:nvSpPr>
            <p:spPr>
              <a:xfrm>
                <a:off x="2778480" y="1614600"/>
                <a:ext cx="754560" cy="153360"/>
              </a:xfrm>
              <a:custGeom>
                <a:avLst/>
                <a:gdLst/>
                <a:ahLst/>
                <a:rect l="l" t="t" r="r" b="b"/>
                <a:pathLst>
                  <a:path w="382" h="86">
                    <a:moveTo>
                      <a:pt x="174" y="60"/>
                    </a:moveTo>
                    <a:lnTo>
                      <a:pt x="168" y="58"/>
                    </a:lnTo>
                    <a:lnTo>
                      <a:pt x="164" y="50"/>
                    </a:lnTo>
                    <a:lnTo>
                      <a:pt x="158" y="50"/>
                    </a:lnTo>
                    <a:lnTo>
                      <a:pt x="156" y="58"/>
                    </a:lnTo>
                    <a:lnTo>
                      <a:pt x="154" y="64"/>
                    </a:lnTo>
                    <a:lnTo>
                      <a:pt x="150" y="70"/>
                    </a:lnTo>
                    <a:lnTo>
                      <a:pt x="146" y="72"/>
                    </a:lnTo>
                    <a:lnTo>
                      <a:pt x="142" y="72"/>
                    </a:lnTo>
                    <a:lnTo>
                      <a:pt x="140" y="72"/>
                    </a:lnTo>
                    <a:lnTo>
                      <a:pt x="136" y="68"/>
                    </a:lnTo>
                    <a:lnTo>
                      <a:pt x="132" y="66"/>
                    </a:lnTo>
                    <a:lnTo>
                      <a:pt x="126" y="66"/>
                    </a:lnTo>
                    <a:lnTo>
                      <a:pt x="136" y="70"/>
                    </a:lnTo>
                    <a:lnTo>
                      <a:pt x="142" y="74"/>
                    </a:lnTo>
                    <a:lnTo>
                      <a:pt x="132" y="82"/>
                    </a:lnTo>
                    <a:lnTo>
                      <a:pt x="120" y="86"/>
                    </a:lnTo>
                    <a:lnTo>
                      <a:pt x="114" y="86"/>
                    </a:lnTo>
                    <a:lnTo>
                      <a:pt x="112" y="84"/>
                    </a:lnTo>
                    <a:lnTo>
                      <a:pt x="106" y="82"/>
                    </a:lnTo>
                    <a:lnTo>
                      <a:pt x="102" y="80"/>
                    </a:lnTo>
                    <a:lnTo>
                      <a:pt x="46" y="80"/>
                    </a:lnTo>
                    <a:lnTo>
                      <a:pt x="32" y="82"/>
                    </a:lnTo>
                    <a:lnTo>
                      <a:pt x="28" y="82"/>
                    </a:lnTo>
                    <a:lnTo>
                      <a:pt x="26" y="82"/>
                    </a:lnTo>
                    <a:lnTo>
                      <a:pt x="24" y="80"/>
                    </a:lnTo>
                    <a:lnTo>
                      <a:pt x="22" y="76"/>
                    </a:lnTo>
                    <a:lnTo>
                      <a:pt x="24" y="72"/>
                    </a:lnTo>
                    <a:lnTo>
                      <a:pt x="26" y="70"/>
                    </a:lnTo>
                    <a:lnTo>
                      <a:pt x="34" y="72"/>
                    </a:lnTo>
                    <a:lnTo>
                      <a:pt x="50" y="76"/>
                    </a:lnTo>
                    <a:lnTo>
                      <a:pt x="52" y="68"/>
                    </a:lnTo>
                    <a:lnTo>
                      <a:pt x="54" y="64"/>
                    </a:lnTo>
                    <a:lnTo>
                      <a:pt x="58" y="62"/>
                    </a:lnTo>
                    <a:lnTo>
                      <a:pt x="64" y="62"/>
                    </a:lnTo>
                    <a:lnTo>
                      <a:pt x="68" y="64"/>
                    </a:lnTo>
                    <a:lnTo>
                      <a:pt x="72" y="64"/>
                    </a:lnTo>
                    <a:lnTo>
                      <a:pt x="76" y="66"/>
                    </a:lnTo>
                    <a:lnTo>
                      <a:pt x="80" y="66"/>
                    </a:lnTo>
                    <a:lnTo>
                      <a:pt x="76" y="60"/>
                    </a:lnTo>
                    <a:lnTo>
                      <a:pt x="74" y="54"/>
                    </a:lnTo>
                    <a:lnTo>
                      <a:pt x="72" y="50"/>
                    </a:lnTo>
                    <a:lnTo>
                      <a:pt x="64" y="52"/>
                    </a:lnTo>
                    <a:lnTo>
                      <a:pt x="64" y="50"/>
                    </a:lnTo>
                    <a:lnTo>
                      <a:pt x="62" y="48"/>
                    </a:lnTo>
                    <a:lnTo>
                      <a:pt x="50" y="52"/>
                    </a:lnTo>
                    <a:lnTo>
                      <a:pt x="42" y="54"/>
                    </a:lnTo>
                    <a:lnTo>
                      <a:pt x="34" y="54"/>
                    </a:lnTo>
                    <a:lnTo>
                      <a:pt x="22" y="54"/>
                    </a:lnTo>
                    <a:lnTo>
                      <a:pt x="10" y="52"/>
                    </a:lnTo>
                    <a:lnTo>
                      <a:pt x="6" y="50"/>
                    </a:lnTo>
                    <a:lnTo>
                      <a:pt x="4" y="46"/>
                    </a:lnTo>
                    <a:lnTo>
                      <a:pt x="2" y="42"/>
                    </a:lnTo>
                    <a:lnTo>
                      <a:pt x="0" y="38"/>
                    </a:lnTo>
                    <a:lnTo>
                      <a:pt x="2" y="36"/>
                    </a:lnTo>
                    <a:lnTo>
                      <a:pt x="6" y="32"/>
                    </a:lnTo>
                    <a:lnTo>
                      <a:pt x="24" y="26"/>
                    </a:lnTo>
                    <a:lnTo>
                      <a:pt x="42" y="24"/>
                    </a:lnTo>
                    <a:lnTo>
                      <a:pt x="58" y="22"/>
                    </a:lnTo>
                    <a:lnTo>
                      <a:pt x="78" y="26"/>
                    </a:lnTo>
                    <a:lnTo>
                      <a:pt x="88" y="32"/>
                    </a:lnTo>
                    <a:lnTo>
                      <a:pt x="96" y="36"/>
                    </a:lnTo>
                    <a:lnTo>
                      <a:pt x="98" y="36"/>
                    </a:lnTo>
                    <a:lnTo>
                      <a:pt x="104" y="36"/>
                    </a:lnTo>
                    <a:lnTo>
                      <a:pt x="104" y="34"/>
                    </a:lnTo>
                    <a:lnTo>
                      <a:pt x="108" y="30"/>
                    </a:lnTo>
                    <a:lnTo>
                      <a:pt x="112" y="28"/>
                    </a:lnTo>
                    <a:lnTo>
                      <a:pt x="116" y="26"/>
                    </a:lnTo>
                    <a:lnTo>
                      <a:pt x="126" y="28"/>
                    </a:lnTo>
                    <a:lnTo>
                      <a:pt x="132" y="32"/>
                    </a:lnTo>
                    <a:lnTo>
                      <a:pt x="136" y="36"/>
                    </a:lnTo>
                    <a:lnTo>
                      <a:pt x="142" y="36"/>
                    </a:lnTo>
                    <a:lnTo>
                      <a:pt x="142" y="32"/>
                    </a:lnTo>
                    <a:lnTo>
                      <a:pt x="140" y="30"/>
                    </a:lnTo>
                    <a:lnTo>
                      <a:pt x="130" y="24"/>
                    </a:lnTo>
                    <a:lnTo>
                      <a:pt x="120" y="24"/>
                    </a:lnTo>
                    <a:lnTo>
                      <a:pt x="114" y="24"/>
                    </a:lnTo>
                    <a:lnTo>
                      <a:pt x="98" y="24"/>
                    </a:lnTo>
                    <a:lnTo>
                      <a:pt x="86" y="24"/>
                    </a:lnTo>
                    <a:lnTo>
                      <a:pt x="82" y="24"/>
                    </a:lnTo>
                    <a:lnTo>
                      <a:pt x="80" y="22"/>
                    </a:lnTo>
                    <a:lnTo>
                      <a:pt x="78" y="20"/>
                    </a:lnTo>
                    <a:lnTo>
                      <a:pt x="80" y="14"/>
                    </a:lnTo>
                    <a:lnTo>
                      <a:pt x="84" y="12"/>
                    </a:lnTo>
                    <a:lnTo>
                      <a:pt x="92" y="12"/>
                    </a:lnTo>
                    <a:lnTo>
                      <a:pt x="126" y="12"/>
                    </a:lnTo>
                    <a:lnTo>
                      <a:pt x="134" y="10"/>
                    </a:lnTo>
                    <a:lnTo>
                      <a:pt x="142" y="8"/>
                    </a:lnTo>
                    <a:lnTo>
                      <a:pt x="148" y="8"/>
                    </a:lnTo>
                    <a:lnTo>
                      <a:pt x="158" y="8"/>
                    </a:lnTo>
                    <a:lnTo>
                      <a:pt x="164" y="8"/>
                    </a:lnTo>
                    <a:lnTo>
                      <a:pt x="168" y="8"/>
                    </a:lnTo>
                    <a:lnTo>
                      <a:pt x="168" y="10"/>
                    </a:lnTo>
                    <a:lnTo>
                      <a:pt x="172" y="10"/>
                    </a:lnTo>
                    <a:lnTo>
                      <a:pt x="188" y="8"/>
                    </a:lnTo>
                    <a:lnTo>
                      <a:pt x="202" y="4"/>
                    </a:lnTo>
                    <a:lnTo>
                      <a:pt x="226" y="2"/>
                    </a:lnTo>
                    <a:lnTo>
                      <a:pt x="252" y="0"/>
                    </a:lnTo>
                    <a:lnTo>
                      <a:pt x="306" y="2"/>
                    </a:lnTo>
                    <a:lnTo>
                      <a:pt x="328" y="2"/>
                    </a:lnTo>
                    <a:lnTo>
                      <a:pt x="346" y="2"/>
                    </a:lnTo>
                    <a:lnTo>
                      <a:pt x="364" y="6"/>
                    </a:lnTo>
                    <a:lnTo>
                      <a:pt x="382" y="10"/>
                    </a:lnTo>
                    <a:lnTo>
                      <a:pt x="368" y="16"/>
                    </a:lnTo>
                    <a:lnTo>
                      <a:pt x="352" y="22"/>
                    </a:lnTo>
                    <a:lnTo>
                      <a:pt x="332" y="24"/>
                    </a:lnTo>
                    <a:lnTo>
                      <a:pt x="324" y="24"/>
                    </a:lnTo>
                    <a:lnTo>
                      <a:pt x="316" y="24"/>
                    </a:lnTo>
                    <a:lnTo>
                      <a:pt x="304" y="24"/>
                    </a:lnTo>
                    <a:lnTo>
                      <a:pt x="310" y="24"/>
                    </a:lnTo>
                    <a:lnTo>
                      <a:pt x="318" y="24"/>
                    </a:lnTo>
                    <a:lnTo>
                      <a:pt x="310" y="26"/>
                    </a:lnTo>
                    <a:lnTo>
                      <a:pt x="302" y="26"/>
                    </a:lnTo>
                    <a:lnTo>
                      <a:pt x="282" y="26"/>
                    </a:lnTo>
                    <a:lnTo>
                      <a:pt x="272" y="28"/>
                    </a:lnTo>
                    <a:lnTo>
                      <a:pt x="262" y="32"/>
                    </a:lnTo>
                    <a:lnTo>
                      <a:pt x="250" y="36"/>
                    </a:lnTo>
                    <a:lnTo>
                      <a:pt x="240" y="36"/>
                    </a:lnTo>
                    <a:lnTo>
                      <a:pt x="222" y="36"/>
                    </a:lnTo>
                    <a:lnTo>
                      <a:pt x="216" y="36"/>
                    </a:lnTo>
                    <a:lnTo>
                      <a:pt x="210" y="36"/>
                    </a:lnTo>
                    <a:lnTo>
                      <a:pt x="208" y="40"/>
                    </a:lnTo>
                    <a:lnTo>
                      <a:pt x="206" y="44"/>
                    </a:lnTo>
                    <a:lnTo>
                      <a:pt x="196" y="52"/>
                    </a:lnTo>
                    <a:lnTo>
                      <a:pt x="184" y="58"/>
                    </a:lnTo>
                    <a:lnTo>
                      <a:pt x="174" y="60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9" name=""/>
              <p:cNvSpPr/>
              <p:nvPr/>
            </p:nvSpPr>
            <p:spPr>
              <a:xfrm>
                <a:off x="2667960" y="1824840"/>
                <a:ext cx="560880" cy="338760"/>
              </a:xfrm>
              <a:custGeom>
                <a:avLst/>
                <a:gdLst/>
                <a:ahLst/>
                <a:rect l="l" t="t" r="r" b="b"/>
                <a:pathLst>
                  <a:path w="284" h="190">
                    <a:moveTo>
                      <a:pt x="114" y="0"/>
                    </a:moveTo>
                    <a:lnTo>
                      <a:pt x="124" y="0"/>
                    </a:lnTo>
                    <a:lnTo>
                      <a:pt x="122" y="10"/>
                    </a:lnTo>
                    <a:lnTo>
                      <a:pt x="126" y="8"/>
                    </a:lnTo>
                    <a:lnTo>
                      <a:pt x="130" y="4"/>
                    </a:lnTo>
                    <a:lnTo>
                      <a:pt x="132" y="2"/>
                    </a:lnTo>
                    <a:lnTo>
                      <a:pt x="138" y="0"/>
                    </a:lnTo>
                    <a:lnTo>
                      <a:pt x="146" y="0"/>
                    </a:lnTo>
                    <a:lnTo>
                      <a:pt x="158" y="4"/>
                    </a:lnTo>
                    <a:lnTo>
                      <a:pt x="168" y="8"/>
                    </a:lnTo>
                    <a:lnTo>
                      <a:pt x="170" y="12"/>
                    </a:lnTo>
                    <a:lnTo>
                      <a:pt x="172" y="14"/>
                    </a:lnTo>
                    <a:lnTo>
                      <a:pt x="142" y="20"/>
                    </a:lnTo>
                    <a:lnTo>
                      <a:pt x="158" y="22"/>
                    </a:lnTo>
                    <a:lnTo>
                      <a:pt x="172" y="20"/>
                    </a:lnTo>
                    <a:lnTo>
                      <a:pt x="176" y="22"/>
                    </a:lnTo>
                    <a:lnTo>
                      <a:pt x="180" y="24"/>
                    </a:lnTo>
                    <a:lnTo>
                      <a:pt x="184" y="28"/>
                    </a:lnTo>
                    <a:lnTo>
                      <a:pt x="186" y="34"/>
                    </a:lnTo>
                    <a:lnTo>
                      <a:pt x="190" y="40"/>
                    </a:lnTo>
                    <a:lnTo>
                      <a:pt x="196" y="34"/>
                    </a:lnTo>
                    <a:lnTo>
                      <a:pt x="198" y="32"/>
                    </a:lnTo>
                    <a:lnTo>
                      <a:pt x="202" y="32"/>
                    </a:lnTo>
                    <a:lnTo>
                      <a:pt x="212" y="36"/>
                    </a:lnTo>
                    <a:lnTo>
                      <a:pt x="224" y="44"/>
                    </a:lnTo>
                    <a:lnTo>
                      <a:pt x="246" y="58"/>
                    </a:lnTo>
                    <a:lnTo>
                      <a:pt x="236" y="64"/>
                    </a:lnTo>
                    <a:lnTo>
                      <a:pt x="230" y="68"/>
                    </a:lnTo>
                    <a:lnTo>
                      <a:pt x="228" y="74"/>
                    </a:lnTo>
                    <a:lnTo>
                      <a:pt x="218" y="74"/>
                    </a:lnTo>
                    <a:lnTo>
                      <a:pt x="218" y="80"/>
                    </a:lnTo>
                    <a:lnTo>
                      <a:pt x="224" y="80"/>
                    </a:lnTo>
                    <a:lnTo>
                      <a:pt x="234" y="82"/>
                    </a:lnTo>
                    <a:lnTo>
                      <a:pt x="246" y="86"/>
                    </a:lnTo>
                    <a:lnTo>
                      <a:pt x="256" y="94"/>
                    </a:lnTo>
                    <a:lnTo>
                      <a:pt x="258" y="98"/>
                    </a:lnTo>
                    <a:lnTo>
                      <a:pt x="258" y="102"/>
                    </a:lnTo>
                    <a:lnTo>
                      <a:pt x="264" y="104"/>
                    </a:lnTo>
                    <a:lnTo>
                      <a:pt x="268" y="106"/>
                    </a:lnTo>
                    <a:lnTo>
                      <a:pt x="272" y="108"/>
                    </a:lnTo>
                    <a:lnTo>
                      <a:pt x="276" y="108"/>
                    </a:lnTo>
                    <a:lnTo>
                      <a:pt x="280" y="108"/>
                    </a:lnTo>
                    <a:lnTo>
                      <a:pt x="284" y="106"/>
                    </a:lnTo>
                    <a:lnTo>
                      <a:pt x="284" y="112"/>
                    </a:lnTo>
                    <a:lnTo>
                      <a:pt x="276" y="114"/>
                    </a:lnTo>
                    <a:lnTo>
                      <a:pt x="268" y="116"/>
                    </a:lnTo>
                    <a:lnTo>
                      <a:pt x="268" y="126"/>
                    </a:lnTo>
                    <a:lnTo>
                      <a:pt x="262" y="124"/>
                    </a:lnTo>
                    <a:lnTo>
                      <a:pt x="258" y="122"/>
                    </a:lnTo>
                    <a:lnTo>
                      <a:pt x="252" y="130"/>
                    </a:lnTo>
                    <a:lnTo>
                      <a:pt x="246" y="134"/>
                    </a:lnTo>
                    <a:lnTo>
                      <a:pt x="242" y="136"/>
                    </a:lnTo>
                    <a:lnTo>
                      <a:pt x="236" y="136"/>
                    </a:lnTo>
                    <a:lnTo>
                      <a:pt x="232" y="134"/>
                    </a:lnTo>
                    <a:lnTo>
                      <a:pt x="230" y="130"/>
                    </a:lnTo>
                    <a:lnTo>
                      <a:pt x="228" y="128"/>
                    </a:lnTo>
                    <a:lnTo>
                      <a:pt x="228" y="120"/>
                    </a:lnTo>
                    <a:lnTo>
                      <a:pt x="224" y="112"/>
                    </a:lnTo>
                    <a:lnTo>
                      <a:pt x="210" y="112"/>
                    </a:lnTo>
                    <a:lnTo>
                      <a:pt x="212" y="118"/>
                    </a:lnTo>
                    <a:lnTo>
                      <a:pt x="208" y="120"/>
                    </a:lnTo>
                    <a:lnTo>
                      <a:pt x="204" y="120"/>
                    </a:lnTo>
                    <a:lnTo>
                      <a:pt x="198" y="122"/>
                    </a:lnTo>
                    <a:lnTo>
                      <a:pt x="198" y="124"/>
                    </a:lnTo>
                    <a:lnTo>
                      <a:pt x="200" y="128"/>
                    </a:lnTo>
                    <a:lnTo>
                      <a:pt x="206" y="130"/>
                    </a:lnTo>
                    <a:lnTo>
                      <a:pt x="206" y="138"/>
                    </a:lnTo>
                    <a:lnTo>
                      <a:pt x="214" y="140"/>
                    </a:lnTo>
                    <a:lnTo>
                      <a:pt x="220" y="144"/>
                    </a:lnTo>
                    <a:lnTo>
                      <a:pt x="222" y="152"/>
                    </a:lnTo>
                    <a:lnTo>
                      <a:pt x="220" y="158"/>
                    </a:lnTo>
                    <a:lnTo>
                      <a:pt x="218" y="164"/>
                    </a:lnTo>
                    <a:lnTo>
                      <a:pt x="218" y="168"/>
                    </a:lnTo>
                    <a:lnTo>
                      <a:pt x="216" y="172"/>
                    </a:lnTo>
                    <a:lnTo>
                      <a:pt x="220" y="178"/>
                    </a:lnTo>
                    <a:lnTo>
                      <a:pt x="212" y="176"/>
                    </a:lnTo>
                    <a:lnTo>
                      <a:pt x="202" y="172"/>
                    </a:lnTo>
                    <a:lnTo>
                      <a:pt x="196" y="166"/>
                    </a:lnTo>
                    <a:lnTo>
                      <a:pt x="192" y="164"/>
                    </a:lnTo>
                    <a:lnTo>
                      <a:pt x="192" y="162"/>
                    </a:lnTo>
                    <a:lnTo>
                      <a:pt x="188" y="160"/>
                    </a:lnTo>
                    <a:lnTo>
                      <a:pt x="182" y="158"/>
                    </a:lnTo>
                    <a:lnTo>
                      <a:pt x="170" y="158"/>
                    </a:lnTo>
                    <a:lnTo>
                      <a:pt x="172" y="160"/>
                    </a:lnTo>
                    <a:lnTo>
                      <a:pt x="180" y="168"/>
                    </a:lnTo>
                    <a:lnTo>
                      <a:pt x="196" y="182"/>
                    </a:lnTo>
                    <a:lnTo>
                      <a:pt x="194" y="188"/>
                    </a:lnTo>
                    <a:lnTo>
                      <a:pt x="190" y="190"/>
                    </a:lnTo>
                    <a:lnTo>
                      <a:pt x="184" y="188"/>
                    </a:lnTo>
                    <a:lnTo>
                      <a:pt x="174" y="184"/>
                    </a:lnTo>
                    <a:lnTo>
                      <a:pt x="160" y="176"/>
                    </a:lnTo>
                    <a:lnTo>
                      <a:pt x="134" y="176"/>
                    </a:lnTo>
                    <a:lnTo>
                      <a:pt x="132" y="172"/>
                    </a:lnTo>
                    <a:lnTo>
                      <a:pt x="134" y="170"/>
                    </a:lnTo>
                    <a:lnTo>
                      <a:pt x="134" y="168"/>
                    </a:lnTo>
                    <a:lnTo>
                      <a:pt x="134" y="164"/>
                    </a:lnTo>
                    <a:lnTo>
                      <a:pt x="134" y="160"/>
                    </a:lnTo>
                    <a:lnTo>
                      <a:pt x="134" y="158"/>
                    </a:lnTo>
                    <a:lnTo>
                      <a:pt x="132" y="158"/>
                    </a:lnTo>
                    <a:lnTo>
                      <a:pt x="124" y="152"/>
                    </a:lnTo>
                    <a:lnTo>
                      <a:pt x="120" y="148"/>
                    </a:lnTo>
                    <a:lnTo>
                      <a:pt x="120" y="144"/>
                    </a:lnTo>
                    <a:lnTo>
                      <a:pt x="102" y="144"/>
                    </a:lnTo>
                    <a:lnTo>
                      <a:pt x="94" y="144"/>
                    </a:lnTo>
                    <a:lnTo>
                      <a:pt x="88" y="146"/>
                    </a:lnTo>
                    <a:lnTo>
                      <a:pt x="78" y="148"/>
                    </a:lnTo>
                    <a:lnTo>
                      <a:pt x="70" y="150"/>
                    </a:lnTo>
                    <a:lnTo>
                      <a:pt x="62" y="148"/>
                    </a:lnTo>
                    <a:lnTo>
                      <a:pt x="60" y="146"/>
                    </a:lnTo>
                    <a:lnTo>
                      <a:pt x="60" y="144"/>
                    </a:lnTo>
                    <a:lnTo>
                      <a:pt x="60" y="142"/>
                    </a:lnTo>
                    <a:lnTo>
                      <a:pt x="62" y="138"/>
                    </a:lnTo>
                    <a:lnTo>
                      <a:pt x="70" y="136"/>
                    </a:lnTo>
                    <a:lnTo>
                      <a:pt x="86" y="128"/>
                    </a:lnTo>
                    <a:lnTo>
                      <a:pt x="88" y="132"/>
                    </a:lnTo>
                    <a:lnTo>
                      <a:pt x="92" y="134"/>
                    </a:lnTo>
                    <a:lnTo>
                      <a:pt x="104" y="134"/>
                    </a:lnTo>
                    <a:lnTo>
                      <a:pt x="114" y="132"/>
                    </a:lnTo>
                    <a:lnTo>
                      <a:pt x="116" y="130"/>
                    </a:lnTo>
                    <a:lnTo>
                      <a:pt x="120" y="128"/>
                    </a:lnTo>
                    <a:lnTo>
                      <a:pt x="122" y="126"/>
                    </a:lnTo>
                    <a:lnTo>
                      <a:pt x="122" y="120"/>
                    </a:lnTo>
                    <a:lnTo>
                      <a:pt x="134" y="116"/>
                    </a:lnTo>
                    <a:lnTo>
                      <a:pt x="142" y="112"/>
                    </a:lnTo>
                    <a:lnTo>
                      <a:pt x="162" y="98"/>
                    </a:lnTo>
                    <a:lnTo>
                      <a:pt x="152" y="84"/>
                    </a:lnTo>
                    <a:lnTo>
                      <a:pt x="148" y="82"/>
                    </a:lnTo>
                    <a:lnTo>
                      <a:pt x="142" y="80"/>
                    </a:lnTo>
                    <a:lnTo>
                      <a:pt x="142" y="76"/>
                    </a:lnTo>
                    <a:lnTo>
                      <a:pt x="128" y="76"/>
                    </a:lnTo>
                    <a:lnTo>
                      <a:pt x="130" y="74"/>
                    </a:lnTo>
                    <a:lnTo>
                      <a:pt x="134" y="74"/>
                    </a:lnTo>
                    <a:lnTo>
                      <a:pt x="134" y="66"/>
                    </a:lnTo>
                    <a:lnTo>
                      <a:pt x="130" y="64"/>
                    </a:lnTo>
                    <a:lnTo>
                      <a:pt x="126" y="62"/>
                    </a:lnTo>
                    <a:lnTo>
                      <a:pt x="118" y="56"/>
                    </a:lnTo>
                    <a:lnTo>
                      <a:pt x="114" y="54"/>
                    </a:lnTo>
                    <a:lnTo>
                      <a:pt x="112" y="54"/>
                    </a:lnTo>
                    <a:lnTo>
                      <a:pt x="110" y="56"/>
                    </a:lnTo>
                    <a:lnTo>
                      <a:pt x="104" y="58"/>
                    </a:lnTo>
                    <a:lnTo>
                      <a:pt x="100" y="62"/>
                    </a:lnTo>
                    <a:lnTo>
                      <a:pt x="96" y="64"/>
                    </a:lnTo>
                    <a:lnTo>
                      <a:pt x="92" y="66"/>
                    </a:lnTo>
                    <a:lnTo>
                      <a:pt x="88" y="66"/>
                    </a:lnTo>
                    <a:lnTo>
                      <a:pt x="88" y="64"/>
                    </a:lnTo>
                    <a:lnTo>
                      <a:pt x="88" y="56"/>
                    </a:lnTo>
                    <a:lnTo>
                      <a:pt x="76" y="58"/>
                    </a:lnTo>
                    <a:lnTo>
                      <a:pt x="64" y="58"/>
                    </a:lnTo>
                    <a:lnTo>
                      <a:pt x="36" y="56"/>
                    </a:lnTo>
                    <a:lnTo>
                      <a:pt x="32" y="56"/>
                    </a:lnTo>
                    <a:lnTo>
                      <a:pt x="26" y="54"/>
                    </a:lnTo>
                    <a:lnTo>
                      <a:pt x="24" y="52"/>
                    </a:lnTo>
                    <a:lnTo>
                      <a:pt x="22" y="46"/>
                    </a:lnTo>
                    <a:lnTo>
                      <a:pt x="18" y="48"/>
                    </a:lnTo>
                    <a:lnTo>
                      <a:pt x="14" y="50"/>
                    </a:lnTo>
                    <a:lnTo>
                      <a:pt x="10" y="52"/>
                    </a:lnTo>
                    <a:lnTo>
                      <a:pt x="6" y="52"/>
                    </a:lnTo>
                    <a:lnTo>
                      <a:pt x="4" y="52"/>
                    </a:lnTo>
                    <a:lnTo>
                      <a:pt x="2" y="48"/>
                    </a:lnTo>
                    <a:lnTo>
                      <a:pt x="0" y="44"/>
                    </a:lnTo>
                    <a:lnTo>
                      <a:pt x="6" y="40"/>
                    </a:lnTo>
                    <a:lnTo>
                      <a:pt x="14" y="40"/>
                    </a:lnTo>
                    <a:lnTo>
                      <a:pt x="6" y="36"/>
                    </a:lnTo>
                    <a:lnTo>
                      <a:pt x="4" y="34"/>
                    </a:lnTo>
                    <a:lnTo>
                      <a:pt x="4" y="30"/>
                    </a:lnTo>
                    <a:lnTo>
                      <a:pt x="4" y="28"/>
                    </a:lnTo>
                    <a:lnTo>
                      <a:pt x="6" y="24"/>
                    </a:lnTo>
                    <a:lnTo>
                      <a:pt x="12" y="18"/>
                    </a:lnTo>
                    <a:lnTo>
                      <a:pt x="22" y="14"/>
                    </a:lnTo>
                    <a:lnTo>
                      <a:pt x="32" y="10"/>
                    </a:lnTo>
                    <a:lnTo>
                      <a:pt x="56" y="6"/>
                    </a:lnTo>
                    <a:lnTo>
                      <a:pt x="64" y="4"/>
                    </a:lnTo>
                    <a:lnTo>
                      <a:pt x="72" y="0"/>
                    </a:lnTo>
                    <a:lnTo>
                      <a:pt x="82" y="0"/>
                    </a:lnTo>
                    <a:lnTo>
                      <a:pt x="78" y="6"/>
                    </a:lnTo>
                    <a:lnTo>
                      <a:pt x="72" y="8"/>
                    </a:lnTo>
                    <a:lnTo>
                      <a:pt x="62" y="12"/>
                    </a:lnTo>
                    <a:lnTo>
                      <a:pt x="58" y="16"/>
                    </a:lnTo>
                    <a:lnTo>
                      <a:pt x="54" y="18"/>
                    </a:lnTo>
                    <a:lnTo>
                      <a:pt x="50" y="22"/>
                    </a:lnTo>
                    <a:lnTo>
                      <a:pt x="48" y="28"/>
                    </a:lnTo>
                    <a:lnTo>
                      <a:pt x="56" y="28"/>
                    </a:lnTo>
                    <a:lnTo>
                      <a:pt x="60" y="24"/>
                    </a:lnTo>
                    <a:lnTo>
                      <a:pt x="64" y="18"/>
                    </a:lnTo>
                    <a:lnTo>
                      <a:pt x="70" y="14"/>
                    </a:lnTo>
                    <a:lnTo>
                      <a:pt x="76" y="12"/>
                    </a:lnTo>
                    <a:lnTo>
                      <a:pt x="94" y="6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60" name=""/>
              <p:cNvSpPr/>
              <p:nvPr/>
            </p:nvSpPr>
            <p:spPr>
              <a:xfrm>
                <a:off x="2873520" y="1971360"/>
                <a:ext cx="63000" cy="31680"/>
              </a:xfrm>
              <a:custGeom>
                <a:avLst/>
                <a:gdLst/>
                <a:ahLst/>
                <a:rect l="l" t="t" r="r" b="b"/>
                <a:pathLst>
                  <a:path w="32" h="18">
                    <a:moveTo>
                      <a:pt x="16" y="2"/>
                    </a:moveTo>
                    <a:lnTo>
                      <a:pt x="28" y="0"/>
                    </a:lnTo>
                    <a:lnTo>
                      <a:pt x="30" y="0"/>
                    </a:lnTo>
                    <a:lnTo>
                      <a:pt x="32" y="2"/>
                    </a:lnTo>
                    <a:lnTo>
                      <a:pt x="30" y="6"/>
                    </a:lnTo>
                    <a:lnTo>
                      <a:pt x="28" y="10"/>
                    </a:lnTo>
                    <a:lnTo>
                      <a:pt x="22" y="14"/>
                    </a:lnTo>
                    <a:lnTo>
                      <a:pt x="14" y="18"/>
                    </a:lnTo>
                    <a:lnTo>
                      <a:pt x="6" y="18"/>
                    </a:lnTo>
                    <a:lnTo>
                      <a:pt x="2" y="16"/>
                    </a:lnTo>
                    <a:lnTo>
                      <a:pt x="0" y="14"/>
                    </a:lnTo>
                    <a:lnTo>
                      <a:pt x="2" y="10"/>
                    </a:lnTo>
                    <a:lnTo>
                      <a:pt x="8" y="6"/>
                    </a:lnTo>
                    <a:lnTo>
                      <a:pt x="12" y="2"/>
                    </a:lnTo>
                    <a:lnTo>
                      <a:pt x="18" y="2"/>
                    </a:lnTo>
                    <a:lnTo>
                      <a:pt x="18" y="0"/>
                    </a:lnTo>
                    <a:lnTo>
                      <a:pt x="16" y="2"/>
                    </a:lnTo>
                    <a:close/>
                  </a:path>
                </a:pathLst>
              </a:custGeom>
              <a:solidFill>
                <a:srgbClr val="e2e2e2"/>
              </a:solidFill>
              <a:ln w="648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120" bIns="-151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661" name=""/>
            <p:cNvSpPr/>
            <p:nvPr/>
          </p:nvSpPr>
          <p:spPr>
            <a:xfrm>
              <a:off x="1051920" y="2561040"/>
              <a:ext cx="1722240" cy="774000"/>
            </a:xfrm>
            <a:custGeom>
              <a:avLst/>
              <a:gdLst/>
              <a:ahLst/>
              <a:rect l="l" t="t" r="r" b="b"/>
              <a:pathLst>
                <a:path w="872" h="434">
                  <a:moveTo>
                    <a:pt x="4" y="226"/>
                  </a:moveTo>
                  <a:lnTo>
                    <a:pt x="4" y="228"/>
                  </a:lnTo>
                  <a:lnTo>
                    <a:pt x="4" y="230"/>
                  </a:lnTo>
                  <a:lnTo>
                    <a:pt x="2" y="236"/>
                  </a:lnTo>
                  <a:lnTo>
                    <a:pt x="4" y="244"/>
                  </a:lnTo>
                  <a:lnTo>
                    <a:pt x="6" y="254"/>
                  </a:lnTo>
                  <a:lnTo>
                    <a:pt x="14" y="260"/>
                  </a:lnTo>
                  <a:lnTo>
                    <a:pt x="26" y="264"/>
                  </a:lnTo>
                  <a:lnTo>
                    <a:pt x="30" y="266"/>
                  </a:lnTo>
                  <a:lnTo>
                    <a:pt x="32" y="268"/>
                  </a:lnTo>
                  <a:lnTo>
                    <a:pt x="40" y="278"/>
                  </a:lnTo>
                  <a:lnTo>
                    <a:pt x="44" y="290"/>
                  </a:lnTo>
                  <a:lnTo>
                    <a:pt x="46" y="300"/>
                  </a:lnTo>
                  <a:lnTo>
                    <a:pt x="66" y="298"/>
                  </a:lnTo>
                  <a:lnTo>
                    <a:pt x="74" y="298"/>
                  </a:lnTo>
                  <a:lnTo>
                    <a:pt x="80" y="300"/>
                  </a:lnTo>
                  <a:lnTo>
                    <a:pt x="124" y="326"/>
                  </a:lnTo>
                  <a:lnTo>
                    <a:pt x="174" y="326"/>
                  </a:lnTo>
                  <a:lnTo>
                    <a:pt x="178" y="316"/>
                  </a:lnTo>
                  <a:lnTo>
                    <a:pt x="194" y="318"/>
                  </a:lnTo>
                  <a:lnTo>
                    <a:pt x="198" y="318"/>
                  </a:lnTo>
                  <a:lnTo>
                    <a:pt x="204" y="316"/>
                  </a:lnTo>
                  <a:lnTo>
                    <a:pt x="206" y="324"/>
                  </a:lnTo>
                  <a:lnTo>
                    <a:pt x="212" y="328"/>
                  </a:lnTo>
                  <a:lnTo>
                    <a:pt x="216" y="332"/>
                  </a:lnTo>
                  <a:lnTo>
                    <a:pt x="220" y="336"/>
                  </a:lnTo>
                  <a:lnTo>
                    <a:pt x="224" y="356"/>
                  </a:lnTo>
                  <a:lnTo>
                    <a:pt x="226" y="360"/>
                  </a:lnTo>
                  <a:lnTo>
                    <a:pt x="230" y="364"/>
                  </a:lnTo>
                  <a:lnTo>
                    <a:pt x="234" y="366"/>
                  </a:lnTo>
                  <a:lnTo>
                    <a:pt x="238" y="366"/>
                  </a:lnTo>
                  <a:lnTo>
                    <a:pt x="244" y="364"/>
                  </a:lnTo>
                  <a:lnTo>
                    <a:pt x="250" y="360"/>
                  </a:lnTo>
                  <a:lnTo>
                    <a:pt x="254" y="354"/>
                  </a:lnTo>
                  <a:lnTo>
                    <a:pt x="256" y="354"/>
                  </a:lnTo>
                  <a:lnTo>
                    <a:pt x="262" y="354"/>
                  </a:lnTo>
                  <a:lnTo>
                    <a:pt x="270" y="354"/>
                  </a:lnTo>
                  <a:lnTo>
                    <a:pt x="276" y="358"/>
                  </a:lnTo>
                  <a:lnTo>
                    <a:pt x="278" y="366"/>
                  </a:lnTo>
                  <a:lnTo>
                    <a:pt x="282" y="374"/>
                  </a:lnTo>
                  <a:lnTo>
                    <a:pt x="286" y="392"/>
                  </a:lnTo>
                  <a:lnTo>
                    <a:pt x="288" y="408"/>
                  </a:lnTo>
                  <a:lnTo>
                    <a:pt x="290" y="412"/>
                  </a:lnTo>
                  <a:lnTo>
                    <a:pt x="294" y="414"/>
                  </a:lnTo>
                  <a:lnTo>
                    <a:pt x="302" y="420"/>
                  </a:lnTo>
                  <a:lnTo>
                    <a:pt x="320" y="426"/>
                  </a:lnTo>
                  <a:lnTo>
                    <a:pt x="322" y="426"/>
                  </a:lnTo>
                  <a:lnTo>
                    <a:pt x="322" y="408"/>
                  </a:lnTo>
                  <a:lnTo>
                    <a:pt x="322" y="402"/>
                  </a:lnTo>
                  <a:lnTo>
                    <a:pt x="324" y="394"/>
                  </a:lnTo>
                  <a:lnTo>
                    <a:pt x="328" y="388"/>
                  </a:lnTo>
                  <a:lnTo>
                    <a:pt x="332" y="382"/>
                  </a:lnTo>
                  <a:lnTo>
                    <a:pt x="338" y="378"/>
                  </a:lnTo>
                  <a:lnTo>
                    <a:pt x="340" y="374"/>
                  </a:lnTo>
                  <a:lnTo>
                    <a:pt x="342" y="370"/>
                  </a:lnTo>
                  <a:lnTo>
                    <a:pt x="350" y="370"/>
                  </a:lnTo>
                  <a:lnTo>
                    <a:pt x="358" y="368"/>
                  </a:lnTo>
                  <a:lnTo>
                    <a:pt x="370" y="360"/>
                  </a:lnTo>
                  <a:lnTo>
                    <a:pt x="372" y="358"/>
                  </a:lnTo>
                  <a:lnTo>
                    <a:pt x="374" y="356"/>
                  </a:lnTo>
                  <a:lnTo>
                    <a:pt x="374" y="354"/>
                  </a:lnTo>
                  <a:lnTo>
                    <a:pt x="378" y="352"/>
                  </a:lnTo>
                  <a:lnTo>
                    <a:pt x="384" y="354"/>
                  </a:lnTo>
                  <a:lnTo>
                    <a:pt x="386" y="352"/>
                  </a:lnTo>
                  <a:lnTo>
                    <a:pt x="386" y="350"/>
                  </a:lnTo>
                  <a:lnTo>
                    <a:pt x="388" y="348"/>
                  </a:lnTo>
                  <a:lnTo>
                    <a:pt x="392" y="348"/>
                  </a:lnTo>
                  <a:lnTo>
                    <a:pt x="398" y="348"/>
                  </a:lnTo>
                  <a:lnTo>
                    <a:pt x="404" y="350"/>
                  </a:lnTo>
                  <a:lnTo>
                    <a:pt x="408" y="352"/>
                  </a:lnTo>
                  <a:lnTo>
                    <a:pt x="414" y="354"/>
                  </a:lnTo>
                  <a:lnTo>
                    <a:pt x="418" y="352"/>
                  </a:lnTo>
                  <a:lnTo>
                    <a:pt x="424" y="352"/>
                  </a:lnTo>
                  <a:lnTo>
                    <a:pt x="430" y="356"/>
                  </a:lnTo>
                  <a:lnTo>
                    <a:pt x="434" y="358"/>
                  </a:lnTo>
                  <a:lnTo>
                    <a:pt x="440" y="360"/>
                  </a:lnTo>
                  <a:lnTo>
                    <a:pt x="444" y="358"/>
                  </a:lnTo>
                  <a:lnTo>
                    <a:pt x="450" y="356"/>
                  </a:lnTo>
                  <a:lnTo>
                    <a:pt x="452" y="358"/>
                  </a:lnTo>
                  <a:lnTo>
                    <a:pt x="454" y="360"/>
                  </a:lnTo>
                  <a:lnTo>
                    <a:pt x="456" y="362"/>
                  </a:lnTo>
                  <a:lnTo>
                    <a:pt x="460" y="362"/>
                  </a:lnTo>
                  <a:lnTo>
                    <a:pt x="462" y="362"/>
                  </a:lnTo>
                  <a:lnTo>
                    <a:pt x="462" y="358"/>
                  </a:lnTo>
                  <a:lnTo>
                    <a:pt x="458" y="356"/>
                  </a:lnTo>
                  <a:lnTo>
                    <a:pt x="456" y="354"/>
                  </a:lnTo>
                  <a:lnTo>
                    <a:pt x="456" y="340"/>
                  </a:lnTo>
                  <a:lnTo>
                    <a:pt x="466" y="338"/>
                  </a:lnTo>
                  <a:lnTo>
                    <a:pt x="474" y="336"/>
                  </a:lnTo>
                  <a:lnTo>
                    <a:pt x="486" y="340"/>
                  </a:lnTo>
                  <a:lnTo>
                    <a:pt x="490" y="338"/>
                  </a:lnTo>
                  <a:lnTo>
                    <a:pt x="494" y="336"/>
                  </a:lnTo>
                  <a:lnTo>
                    <a:pt x="510" y="336"/>
                  </a:lnTo>
                  <a:lnTo>
                    <a:pt x="512" y="338"/>
                  </a:lnTo>
                  <a:lnTo>
                    <a:pt x="516" y="340"/>
                  </a:lnTo>
                  <a:lnTo>
                    <a:pt x="522" y="342"/>
                  </a:lnTo>
                  <a:lnTo>
                    <a:pt x="524" y="346"/>
                  </a:lnTo>
                  <a:lnTo>
                    <a:pt x="524" y="348"/>
                  </a:lnTo>
                  <a:lnTo>
                    <a:pt x="524" y="352"/>
                  </a:lnTo>
                  <a:lnTo>
                    <a:pt x="530" y="350"/>
                  </a:lnTo>
                  <a:lnTo>
                    <a:pt x="532" y="348"/>
                  </a:lnTo>
                  <a:lnTo>
                    <a:pt x="542" y="344"/>
                  </a:lnTo>
                  <a:lnTo>
                    <a:pt x="550" y="346"/>
                  </a:lnTo>
                  <a:lnTo>
                    <a:pt x="552" y="350"/>
                  </a:lnTo>
                  <a:lnTo>
                    <a:pt x="552" y="354"/>
                  </a:lnTo>
                  <a:lnTo>
                    <a:pt x="554" y="356"/>
                  </a:lnTo>
                  <a:lnTo>
                    <a:pt x="556" y="360"/>
                  </a:lnTo>
                  <a:lnTo>
                    <a:pt x="558" y="362"/>
                  </a:lnTo>
                  <a:lnTo>
                    <a:pt x="562" y="364"/>
                  </a:lnTo>
                  <a:lnTo>
                    <a:pt x="560" y="370"/>
                  </a:lnTo>
                  <a:lnTo>
                    <a:pt x="558" y="372"/>
                  </a:lnTo>
                  <a:lnTo>
                    <a:pt x="556" y="376"/>
                  </a:lnTo>
                  <a:lnTo>
                    <a:pt x="556" y="380"/>
                  </a:lnTo>
                  <a:lnTo>
                    <a:pt x="558" y="382"/>
                  </a:lnTo>
                  <a:lnTo>
                    <a:pt x="560" y="386"/>
                  </a:lnTo>
                  <a:lnTo>
                    <a:pt x="558" y="388"/>
                  </a:lnTo>
                  <a:lnTo>
                    <a:pt x="558" y="390"/>
                  </a:lnTo>
                  <a:lnTo>
                    <a:pt x="558" y="400"/>
                  </a:lnTo>
                  <a:lnTo>
                    <a:pt x="564" y="408"/>
                  </a:lnTo>
                  <a:lnTo>
                    <a:pt x="564" y="416"/>
                  </a:lnTo>
                  <a:lnTo>
                    <a:pt x="566" y="422"/>
                  </a:lnTo>
                  <a:lnTo>
                    <a:pt x="570" y="428"/>
                  </a:lnTo>
                  <a:lnTo>
                    <a:pt x="574" y="432"/>
                  </a:lnTo>
                  <a:lnTo>
                    <a:pt x="578" y="434"/>
                  </a:lnTo>
                  <a:lnTo>
                    <a:pt x="584" y="434"/>
                  </a:lnTo>
                  <a:lnTo>
                    <a:pt x="584" y="428"/>
                  </a:lnTo>
                  <a:lnTo>
                    <a:pt x="588" y="420"/>
                  </a:lnTo>
                  <a:lnTo>
                    <a:pt x="590" y="414"/>
                  </a:lnTo>
                  <a:lnTo>
                    <a:pt x="592" y="408"/>
                  </a:lnTo>
                  <a:lnTo>
                    <a:pt x="592" y="398"/>
                  </a:lnTo>
                  <a:lnTo>
                    <a:pt x="594" y="388"/>
                  </a:lnTo>
                  <a:lnTo>
                    <a:pt x="592" y="380"/>
                  </a:lnTo>
                  <a:lnTo>
                    <a:pt x="588" y="370"/>
                  </a:lnTo>
                  <a:lnTo>
                    <a:pt x="586" y="358"/>
                  </a:lnTo>
                  <a:lnTo>
                    <a:pt x="584" y="348"/>
                  </a:lnTo>
                  <a:lnTo>
                    <a:pt x="586" y="332"/>
                  </a:lnTo>
                  <a:lnTo>
                    <a:pt x="590" y="322"/>
                  </a:lnTo>
                  <a:lnTo>
                    <a:pt x="598" y="310"/>
                  </a:lnTo>
                  <a:lnTo>
                    <a:pt x="606" y="300"/>
                  </a:lnTo>
                  <a:lnTo>
                    <a:pt x="608" y="300"/>
                  </a:lnTo>
                  <a:lnTo>
                    <a:pt x="612" y="298"/>
                  </a:lnTo>
                  <a:lnTo>
                    <a:pt x="616" y="296"/>
                  </a:lnTo>
                  <a:lnTo>
                    <a:pt x="618" y="294"/>
                  </a:lnTo>
                  <a:lnTo>
                    <a:pt x="624" y="292"/>
                  </a:lnTo>
                  <a:lnTo>
                    <a:pt x="626" y="290"/>
                  </a:lnTo>
                  <a:lnTo>
                    <a:pt x="632" y="282"/>
                  </a:lnTo>
                  <a:lnTo>
                    <a:pt x="634" y="276"/>
                  </a:lnTo>
                  <a:lnTo>
                    <a:pt x="638" y="274"/>
                  </a:lnTo>
                  <a:lnTo>
                    <a:pt x="644" y="274"/>
                  </a:lnTo>
                  <a:lnTo>
                    <a:pt x="644" y="272"/>
                  </a:lnTo>
                  <a:lnTo>
                    <a:pt x="646" y="272"/>
                  </a:lnTo>
                  <a:lnTo>
                    <a:pt x="650" y="272"/>
                  </a:lnTo>
                  <a:lnTo>
                    <a:pt x="654" y="268"/>
                  </a:lnTo>
                  <a:lnTo>
                    <a:pt x="658" y="264"/>
                  </a:lnTo>
                  <a:lnTo>
                    <a:pt x="660" y="260"/>
                  </a:lnTo>
                  <a:lnTo>
                    <a:pt x="668" y="258"/>
                  </a:lnTo>
                  <a:lnTo>
                    <a:pt x="672" y="258"/>
                  </a:lnTo>
                  <a:lnTo>
                    <a:pt x="678" y="254"/>
                  </a:lnTo>
                  <a:lnTo>
                    <a:pt x="676" y="250"/>
                  </a:lnTo>
                  <a:lnTo>
                    <a:pt x="678" y="246"/>
                  </a:lnTo>
                  <a:lnTo>
                    <a:pt x="688" y="244"/>
                  </a:lnTo>
                  <a:lnTo>
                    <a:pt x="690" y="242"/>
                  </a:lnTo>
                  <a:lnTo>
                    <a:pt x="692" y="240"/>
                  </a:lnTo>
                  <a:lnTo>
                    <a:pt x="696" y="238"/>
                  </a:lnTo>
                  <a:lnTo>
                    <a:pt x="698" y="234"/>
                  </a:lnTo>
                  <a:lnTo>
                    <a:pt x="696" y="230"/>
                  </a:lnTo>
                  <a:lnTo>
                    <a:pt x="696" y="226"/>
                  </a:lnTo>
                  <a:lnTo>
                    <a:pt x="694" y="222"/>
                  </a:lnTo>
                  <a:lnTo>
                    <a:pt x="692" y="218"/>
                  </a:lnTo>
                  <a:lnTo>
                    <a:pt x="690" y="216"/>
                  </a:lnTo>
                  <a:lnTo>
                    <a:pt x="688" y="214"/>
                  </a:lnTo>
                  <a:lnTo>
                    <a:pt x="694" y="214"/>
                  </a:lnTo>
                  <a:lnTo>
                    <a:pt x="692" y="214"/>
                  </a:lnTo>
                  <a:lnTo>
                    <a:pt x="692" y="212"/>
                  </a:lnTo>
                  <a:lnTo>
                    <a:pt x="694" y="208"/>
                  </a:lnTo>
                  <a:lnTo>
                    <a:pt x="700" y="210"/>
                  </a:lnTo>
                  <a:lnTo>
                    <a:pt x="704" y="208"/>
                  </a:lnTo>
                  <a:lnTo>
                    <a:pt x="706" y="206"/>
                  </a:lnTo>
                  <a:lnTo>
                    <a:pt x="706" y="198"/>
                  </a:lnTo>
                  <a:lnTo>
                    <a:pt x="702" y="190"/>
                  </a:lnTo>
                  <a:lnTo>
                    <a:pt x="702" y="188"/>
                  </a:lnTo>
                  <a:lnTo>
                    <a:pt x="706" y="192"/>
                  </a:lnTo>
                  <a:lnTo>
                    <a:pt x="708" y="196"/>
                  </a:lnTo>
                  <a:lnTo>
                    <a:pt x="714" y="196"/>
                  </a:lnTo>
                  <a:lnTo>
                    <a:pt x="716" y="194"/>
                  </a:lnTo>
                  <a:lnTo>
                    <a:pt x="718" y="188"/>
                  </a:lnTo>
                  <a:lnTo>
                    <a:pt x="718" y="168"/>
                  </a:lnTo>
                  <a:lnTo>
                    <a:pt x="718" y="172"/>
                  </a:lnTo>
                  <a:lnTo>
                    <a:pt x="718" y="174"/>
                  </a:lnTo>
                  <a:lnTo>
                    <a:pt x="720" y="174"/>
                  </a:lnTo>
                  <a:lnTo>
                    <a:pt x="720" y="178"/>
                  </a:lnTo>
                  <a:lnTo>
                    <a:pt x="722" y="182"/>
                  </a:lnTo>
                  <a:lnTo>
                    <a:pt x="726" y="176"/>
                  </a:lnTo>
                  <a:lnTo>
                    <a:pt x="732" y="172"/>
                  </a:lnTo>
                  <a:lnTo>
                    <a:pt x="734" y="172"/>
                  </a:lnTo>
                  <a:lnTo>
                    <a:pt x="740" y="164"/>
                  </a:lnTo>
                  <a:lnTo>
                    <a:pt x="744" y="158"/>
                  </a:lnTo>
                  <a:lnTo>
                    <a:pt x="742" y="150"/>
                  </a:lnTo>
                  <a:lnTo>
                    <a:pt x="744" y="148"/>
                  </a:lnTo>
                  <a:lnTo>
                    <a:pt x="746" y="146"/>
                  </a:lnTo>
                  <a:lnTo>
                    <a:pt x="756" y="146"/>
                  </a:lnTo>
                  <a:lnTo>
                    <a:pt x="766" y="146"/>
                  </a:lnTo>
                  <a:lnTo>
                    <a:pt x="770" y="142"/>
                  </a:lnTo>
                  <a:lnTo>
                    <a:pt x="752" y="142"/>
                  </a:lnTo>
                  <a:lnTo>
                    <a:pt x="760" y="140"/>
                  </a:lnTo>
                  <a:lnTo>
                    <a:pt x="770" y="140"/>
                  </a:lnTo>
                  <a:lnTo>
                    <a:pt x="776" y="138"/>
                  </a:lnTo>
                  <a:lnTo>
                    <a:pt x="786" y="134"/>
                  </a:lnTo>
                  <a:lnTo>
                    <a:pt x="790" y="132"/>
                  </a:lnTo>
                  <a:lnTo>
                    <a:pt x="792" y="130"/>
                  </a:lnTo>
                  <a:lnTo>
                    <a:pt x="802" y="132"/>
                  </a:lnTo>
                  <a:lnTo>
                    <a:pt x="808" y="130"/>
                  </a:lnTo>
                  <a:lnTo>
                    <a:pt x="812" y="128"/>
                  </a:lnTo>
                  <a:lnTo>
                    <a:pt x="810" y="124"/>
                  </a:lnTo>
                  <a:lnTo>
                    <a:pt x="808" y="126"/>
                  </a:lnTo>
                  <a:lnTo>
                    <a:pt x="806" y="128"/>
                  </a:lnTo>
                  <a:lnTo>
                    <a:pt x="800" y="128"/>
                  </a:lnTo>
                  <a:lnTo>
                    <a:pt x="802" y="126"/>
                  </a:lnTo>
                  <a:lnTo>
                    <a:pt x="802" y="122"/>
                  </a:lnTo>
                  <a:lnTo>
                    <a:pt x="800" y="118"/>
                  </a:lnTo>
                  <a:lnTo>
                    <a:pt x="802" y="112"/>
                  </a:lnTo>
                  <a:lnTo>
                    <a:pt x="804" y="108"/>
                  </a:lnTo>
                  <a:lnTo>
                    <a:pt x="806" y="104"/>
                  </a:lnTo>
                  <a:lnTo>
                    <a:pt x="808" y="98"/>
                  </a:lnTo>
                  <a:lnTo>
                    <a:pt x="814" y="94"/>
                  </a:lnTo>
                  <a:lnTo>
                    <a:pt x="822" y="90"/>
                  </a:lnTo>
                  <a:lnTo>
                    <a:pt x="838" y="84"/>
                  </a:lnTo>
                  <a:lnTo>
                    <a:pt x="854" y="80"/>
                  </a:lnTo>
                  <a:lnTo>
                    <a:pt x="870" y="74"/>
                  </a:lnTo>
                  <a:lnTo>
                    <a:pt x="864" y="54"/>
                  </a:lnTo>
                  <a:lnTo>
                    <a:pt x="864" y="50"/>
                  </a:lnTo>
                  <a:lnTo>
                    <a:pt x="866" y="46"/>
                  </a:lnTo>
                  <a:lnTo>
                    <a:pt x="872" y="38"/>
                  </a:lnTo>
                  <a:lnTo>
                    <a:pt x="852" y="32"/>
                  </a:lnTo>
                  <a:lnTo>
                    <a:pt x="846" y="34"/>
                  </a:lnTo>
                  <a:lnTo>
                    <a:pt x="840" y="38"/>
                  </a:lnTo>
                  <a:lnTo>
                    <a:pt x="830" y="52"/>
                  </a:lnTo>
                  <a:lnTo>
                    <a:pt x="824" y="58"/>
                  </a:lnTo>
                  <a:lnTo>
                    <a:pt x="820" y="66"/>
                  </a:lnTo>
                  <a:lnTo>
                    <a:pt x="814" y="70"/>
                  </a:lnTo>
                  <a:lnTo>
                    <a:pt x="804" y="72"/>
                  </a:lnTo>
                  <a:lnTo>
                    <a:pt x="798" y="74"/>
                  </a:lnTo>
                  <a:lnTo>
                    <a:pt x="766" y="74"/>
                  </a:lnTo>
                  <a:lnTo>
                    <a:pt x="758" y="78"/>
                  </a:lnTo>
                  <a:lnTo>
                    <a:pt x="750" y="80"/>
                  </a:lnTo>
                  <a:lnTo>
                    <a:pt x="738" y="90"/>
                  </a:lnTo>
                  <a:lnTo>
                    <a:pt x="724" y="100"/>
                  </a:lnTo>
                  <a:lnTo>
                    <a:pt x="718" y="102"/>
                  </a:lnTo>
                  <a:lnTo>
                    <a:pt x="712" y="104"/>
                  </a:lnTo>
                  <a:lnTo>
                    <a:pt x="706" y="102"/>
                  </a:lnTo>
                  <a:lnTo>
                    <a:pt x="700" y="100"/>
                  </a:lnTo>
                  <a:lnTo>
                    <a:pt x="694" y="100"/>
                  </a:lnTo>
                  <a:lnTo>
                    <a:pt x="692" y="102"/>
                  </a:lnTo>
                  <a:lnTo>
                    <a:pt x="688" y="106"/>
                  </a:lnTo>
                  <a:lnTo>
                    <a:pt x="686" y="110"/>
                  </a:lnTo>
                  <a:lnTo>
                    <a:pt x="684" y="116"/>
                  </a:lnTo>
                  <a:lnTo>
                    <a:pt x="672" y="122"/>
                  </a:lnTo>
                  <a:lnTo>
                    <a:pt x="658" y="128"/>
                  </a:lnTo>
                  <a:lnTo>
                    <a:pt x="642" y="134"/>
                  </a:lnTo>
                  <a:lnTo>
                    <a:pt x="632" y="136"/>
                  </a:lnTo>
                  <a:lnTo>
                    <a:pt x="622" y="134"/>
                  </a:lnTo>
                  <a:lnTo>
                    <a:pt x="618" y="134"/>
                  </a:lnTo>
                  <a:lnTo>
                    <a:pt x="618" y="132"/>
                  </a:lnTo>
                  <a:lnTo>
                    <a:pt x="618" y="126"/>
                  </a:lnTo>
                  <a:lnTo>
                    <a:pt x="622" y="122"/>
                  </a:lnTo>
                  <a:lnTo>
                    <a:pt x="630" y="118"/>
                  </a:lnTo>
                  <a:lnTo>
                    <a:pt x="636" y="112"/>
                  </a:lnTo>
                  <a:lnTo>
                    <a:pt x="640" y="108"/>
                  </a:lnTo>
                  <a:lnTo>
                    <a:pt x="640" y="106"/>
                  </a:lnTo>
                  <a:lnTo>
                    <a:pt x="638" y="104"/>
                  </a:lnTo>
                  <a:lnTo>
                    <a:pt x="636" y="102"/>
                  </a:lnTo>
                  <a:lnTo>
                    <a:pt x="638" y="96"/>
                  </a:lnTo>
                  <a:lnTo>
                    <a:pt x="636" y="94"/>
                  </a:lnTo>
                  <a:lnTo>
                    <a:pt x="634" y="88"/>
                  </a:lnTo>
                  <a:lnTo>
                    <a:pt x="632" y="92"/>
                  </a:lnTo>
                  <a:lnTo>
                    <a:pt x="630" y="96"/>
                  </a:lnTo>
                  <a:lnTo>
                    <a:pt x="622" y="96"/>
                  </a:lnTo>
                  <a:lnTo>
                    <a:pt x="626" y="90"/>
                  </a:lnTo>
                  <a:lnTo>
                    <a:pt x="632" y="86"/>
                  </a:lnTo>
                  <a:lnTo>
                    <a:pt x="634" y="80"/>
                  </a:lnTo>
                  <a:lnTo>
                    <a:pt x="636" y="72"/>
                  </a:lnTo>
                  <a:lnTo>
                    <a:pt x="636" y="68"/>
                  </a:lnTo>
                  <a:lnTo>
                    <a:pt x="632" y="66"/>
                  </a:lnTo>
                  <a:lnTo>
                    <a:pt x="630" y="64"/>
                  </a:lnTo>
                  <a:lnTo>
                    <a:pt x="622" y="64"/>
                  </a:lnTo>
                  <a:lnTo>
                    <a:pt x="618" y="64"/>
                  </a:lnTo>
                  <a:lnTo>
                    <a:pt x="610" y="72"/>
                  </a:lnTo>
                  <a:lnTo>
                    <a:pt x="602" y="78"/>
                  </a:lnTo>
                  <a:lnTo>
                    <a:pt x="592" y="82"/>
                  </a:lnTo>
                  <a:lnTo>
                    <a:pt x="584" y="92"/>
                  </a:lnTo>
                  <a:lnTo>
                    <a:pt x="582" y="96"/>
                  </a:lnTo>
                  <a:lnTo>
                    <a:pt x="580" y="104"/>
                  </a:lnTo>
                  <a:lnTo>
                    <a:pt x="578" y="116"/>
                  </a:lnTo>
                  <a:lnTo>
                    <a:pt x="576" y="122"/>
                  </a:lnTo>
                  <a:lnTo>
                    <a:pt x="572" y="128"/>
                  </a:lnTo>
                  <a:lnTo>
                    <a:pt x="566" y="132"/>
                  </a:lnTo>
                  <a:lnTo>
                    <a:pt x="558" y="134"/>
                  </a:lnTo>
                  <a:lnTo>
                    <a:pt x="554" y="132"/>
                  </a:lnTo>
                  <a:lnTo>
                    <a:pt x="552" y="130"/>
                  </a:lnTo>
                  <a:lnTo>
                    <a:pt x="550" y="128"/>
                  </a:lnTo>
                  <a:lnTo>
                    <a:pt x="552" y="122"/>
                  </a:lnTo>
                  <a:lnTo>
                    <a:pt x="554" y="114"/>
                  </a:lnTo>
                  <a:lnTo>
                    <a:pt x="560" y="102"/>
                  </a:lnTo>
                  <a:lnTo>
                    <a:pt x="568" y="90"/>
                  </a:lnTo>
                  <a:lnTo>
                    <a:pt x="576" y="80"/>
                  </a:lnTo>
                  <a:lnTo>
                    <a:pt x="576" y="78"/>
                  </a:lnTo>
                  <a:lnTo>
                    <a:pt x="578" y="74"/>
                  </a:lnTo>
                  <a:lnTo>
                    <a:pt x="584" y="66"/>
                  </a:lnTo>
                  <a:lnTo>
                    <a:pt x="594" y="60"/>
                  </a:lnTo>
                  <a:lnTo>
                    <a:pt x="602" y="58"/>
                  </a:lnTo>
                  <a:lnTo>
                    <a:pt x="620" y="58"/>
                  </a:lnTo>
                  <a:lnTo>
                    <a:pt x="624" y="56"/>
                  </a:lnTo>
                  <a:lnTo>
                    <a:pt x="628" y="56"/>
                  </a:lnTo>
                  <a:lnTo>
                    <a:pt x="634" y="52"/>
                  </a:lnTo>
                  <a:lnTo>
                    <a:pt x="626" y="50"/>
                  </a:lnTo>
                  <a:lnTo>
                    <a:pt x="618" y="50"/>
                  </a:lnTo>
                  <a:lnTo>
                    <a:pt x="612" y="50"/>
                  </a:lnTo>
                  <a:lnTo>
                    <a:pt x="606" y="48"/>
                  </a:lnTo>
                  <a:lnTo>
                    <a:pt x="596" y="46"/>
                  </a:lnTo>
                  <a:lnTo>
                    <a:pt x="592" y="44"/>
                  </a:lnTo>
                  <a:lnTo>
                    <a:pt x="590" y="40"/>
                  </a:lnTo>
                  <a:lnTo>
                    <a:pt x="590" y="36"/>
                  </a:lnTo>
                  <a:lnTo>
                    <a:pt x="584" y="36"/>
                  </a:lnTo>
                  <a:lnTo>
                    <a:pt x="582" y="36"/>
                  </a:lnTo>
                  <a:lnTo>
                    <a:pt x="580" y="34"/>
                  </a:lnTo>
                  <a:lnTo>
                    <a:pt x="586" y="30"/>
                  </a:lnTo>
                  <a:lnTo>
                    <a:pt x="564" y="38"/>
                  </a:lnTo>
                  <a:lnTo>
                    <a:pt x="550" y="40"/>
                  </a:lnTo>
                  <a:lnTo>
                    <a:pt x="540" y="42"/>
                  </a:lnTo>
                  <a:lnTo>
                    <a:pt x="536" y="42"/>
                  </a:lnTo>
                  <a:lnTo>
                    <a:pt x="532" y="42"/>
                  </a:lnTo>
                  <a:lnTo>
                    <a:pt x="528" y="40"/>
                  </a:lnTo>
                  <a:lnTo>
                    <a:pt x="536" y="34"/>
                  </a:lnTo>
                  <a:lnTo>
                    <a:pt x="544" y="30"/>
                  </a:lnTo>
                  <a:lnTo>
                    <a:pt x="552" y="26"/>
                  </a:lnTo>
                  <a:lnTo>
                    <a:pt x="562" y="22"/>
                  </a:lnTo>
                  <a:lnTo>
                    <a:pt x="550" y="20"/>
                  </a:lnTo>
                  <a:lnTo>
                    <a:pt x="540" y="16"/>
                  </a:lnTo>
                  <a:lnTo>
                    <a:pt x="540" y="18"/>
                  </a:lnTo>
                  <a:lnTo>
                    <a:pt x="534" y="16"/>
                  </a:lnTo>
                  <a:lnTo>
                    <a:pt x="528" y="14"/>
                  </a:lnTo>
                  <a:lnTo>
                    <a:pt x="522" y="14"/>
                  </a:lnTo>
                  <a:lnTo>
                    <a:pt x="516" y="12"/>
                  </a:lnTo>
                  <a:lnTo>
                    <a:pt x="510" y="10"/>
                  </a:lnTo>
                  <a:lnTo>
                    <a:pt x="506" y="6"/>
                  </a:lnTo>
                  <a:lnTo>
                    <a:pt x="506" y="0"/>
                  </a:lnTo>
                  <a:lnTo>
                    <a:pt x="112" y="0"/>
                  </a:lnTo>
                  <a:lnTo>
                    <a:pt x="110" y="6"/>
                  </a:lnTo>
                  <a:lnTo>
                    <a:pt x="106" y="14"/>
                  </a:lnTo>
                  <a:lnTo>
                    <a:pt x="104" y="22"/>
                  </a:lnTo>
                  <a:lnTo>
                    <a:pt x="100" y="24"/>
                  </a:lnTo>
                  <a:lnTo>
                    <a:pt x="96" y="26"/>
                  </a:lnTo>
                  <a:lnTo>
                    <a:pt x="94" y="22"/>
                  </a:lnTo>
                  <a:lnTo>
                    <a:pt x="92" y="20"/>
                  </a:lnTo>
                  <a:lnTo>
                    <a:pt x="82" y="16"/>
                  </a:lnTo>
                  <a:lnTo>
                    <a:pt x="78" y="26"/>
                  </a:lnTo>
                  <a:lnTo>
                    <a:pt x="64" y="52"/>
                  </a:lnTo>
                  <a:lnTo>
                    <a:pt x="48" y="80"/>
                  </a:lnTo>
                  <a:lnTo>
                    <a:pt x="40" y="90"/>
                  </a:lnTo>
                  <a:lnTo>
                    <a:pt x="32" y="98"/>
                  </a:lnTo>
                  <a:lnTo>
                    <a:pt x="26" y="106"/>
                  </a:lnTo>
                  <a:lnTo>
                    <a:pt x="20" y="114"/>
                  </a:lnTo>
                  <a:lnTo>
                    <a:pt x="14" y="126"/>
                  </a:lnTo>
                  <a:lnTo>
                    <a:pt x="12" y="136"/>
                  </a:lnTo>
                  <a:lnTo>
                    <a:pt x="8" y="146"/>
                  </a:lnTo>
                  <a:lnTo>
                    <a:pt x="2" y="158"/>
                  </a:lnTo>
                  <a:lnTo>
                    <a:pt x="2" y="162"/>
                  </a:lnTo>
                  <a:lnTo>
                    <a:pt x="2" y="166"/>
                  </a:lnTo>
                  <a:lnTo>
                    <a:pt x="2" y="170"/>
                  </a:lnTo>
                  <a:lnTo>
                    <a:pt x="0" y="172"/>
                  </a:lnTo>
                  <a:lnTo>
                    <a:pt x="0" y="174"/>
                  </a:lnTo>
                  <a:lnTo>
                    <a:pt x="0" y="178"/>
                  </a:lnTo>
                  <a:lnTo>
                    <a:pt x="2" y="190"/>
                  </a:lnTo>
                  <a:lnTo>
                    <a:pt x="4" y="198"/>
                  </a:lnTo>
                  <a:lnTo>
                    <a:pt x="6" y="196"/>
                  </a:lnTo>
                  <a:lnTo>
                    <a:pt x="10" y="194"/>
                  </a:lnTo>
                  <a:lnTo>
                    <a:pt x="18" y="196"/>
                  </a:lnTo>
                  <a:lnTo>
                    <a:pt x="10" y="196"/>
                  </a:lnTo>
                  <a:lnTo>
                    <a:pt x="8" y="198"/>
                  </a:lnTo>
                  <a:lnTo>
                    <a:pt x="6" y="200"/>
                  </a:lnTo>
                  <a:lnTo>
                    <a:pt x="8" y="204"/>
                  </a:lnTo>
                  <a:lnTo>
                    <a:pt x="4" y="202"/>
                  </a:lnTo>
                  <a:lnTo>
                    <a:pt x="2" y="206"/>
                  </a:lnTo>
                  <a:lnTo>
                    <a:pt x="4" y="214"/>
                  </a:lnTo>
                  <a:lnTo>
                    <a:pt x="4" y="216"/>
                  </a:lnTo>
                  <a:lnTo>
                    <a:pt x="6" y="216"/>
                  </a:lnTo>
                  <a:lnTo>
                    <a:pt x="6" y="220"/>
                  </a:lnTo>
                  <a:lnTo>
                    <a:pt x="6" y="222"/>
                  </a:lnTo>
                  <a:lnTo>
                    <a:pt x="4" y="2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2" name=""/>
            <p:cNvSpPr/>
            <p:nvPr/>
          </p:nvSpPr>
          <p:spPr>
            <a:xfrm>
              <a:off x="304920" y="1897200"/>
              <a:ext cx="1135440" cy="495000"/>
            </a:xfrm>
            <a:custGeom>
              <a:avLst/>
              <a:gdLst/>
              <a:ahLst/>
              <a:rect l="l" t="t" r="r" b="b"/>
              <a:pathLst>
                <a:path w="574" h="278">
                  <a:moveTo>
                    <a:pt x="400" y="178"/>
                  </a:moveTo>
                  <a:lnTo>
                    <a:pt x="388" y="182"/>
                  </a:lnTo>
                  <a:lnTo>
                    <a:pt x="376" y="184"/>
                  </a:lnTo>
                  <a:lnTo>
                    <a:pt x="366" y="182"/>
                  </a:lnTo>
                  <a:lnTo>
                    <a:pt x="356" y="180"/>
                  </a:lnTo>
                  <a:lnTo>
                    <a:pt x="350" y="176"/>
                  </a:lnTo>
                  <a:lnTo>
                    <a:pt x="348" y="172"/>
                  </a:lnTo>
                  <a:lnTo>
                    <a:pt x="346" y="168"/>
                  </a:lnTo>
                  <a:lnTo>
                    <a:pt x="338" y="168"/>
                  </a:lnTo>
                  <a:lnTo>
                    <a:pt x="324" y="178"/>
                  </a:lnTo>
                  <a:lnTo>
                    <a:pt x="318" y="182"/>
                  </a:lnTo>
                  <a:lnTo>
                    <a:pt x="308" y="184"/>
                  </a:lnTo>
                  <a:lnTo>
                    <a:pt x="300" y="184"/>
                  </a:lnTo>
                  <a:lnTo>
                    <a:pt x="290" y="188"/>
                  </a:lnTo>
                  <a:lnTo>
                    <a:pt x="282" y="192"/>
                  </a:lnTo>
                  <a:lnTo>
                    <a:pt x="272" y="200"/>
                  </a:lnTo>
                  <a:lnTo>
                    <a:pt x="258" y="200"/>
                  </a:lnTo>
                  <a:lnTo>
                    <a:pt x="262" y="194"/>
                  </a:lnTo>
                  <a:lnTo>
                    <a:pt x="266" y="190"/>
                  </a:lnTo>
                  <a:lnTo>
                    <a:pt x="276" y="182"/>
                  </a:lnTo>
                  <a:lnTo>
                    <a:pt x="286" y="178"/>
                  </a:lnTo>
                  <a:lnTo>
                    <a:pt x="298" y="170"/>
                  </a:lnTo>
                  <a:lnTo>
                    <a:pt x="290" y="170"/>
                  </a:lnTo>
                  <a:lnTo>
                    <a:pt x="282" y="174"/>
                  </a:lnTo>
                  <a:lnTo>
                    <a:pt x="268" y="180"/>
                  </a:lnTo>
                  <a:lnTo>
                    <a:pt x="252" y="190"/>
                  </a:lnTo>
                  <a:lnTo>
                    <a:pt x="246" y="192"/>
                  </a:lnTo>
                  <a:lnTo>
                    <a:pt x="240" y="194"/>
                  </a:lnTo>
                  <a:lnTo>
                    <a:pt x="234" y="196"/>
                  </a:lnTo>
                  <a:lnTo>
                    <a:pt x="230" y="202"/>
                  </a:lnTo>
                  <a:lnTo>
                    <a:pt x="224" y="206"/>
                  </a:lnTo>
                  <a:lnTo>
                    <a:pt x="218" y="210"/>
                  </a:lnTo>
                  <a:lnTo>
                    <a:pt x="206" y="214"/>
                  </a:lnTo>
                  <a:lnTo>
                    <a:pt x="194" y="218"/>
                  </a:lnTo>
                  <a:lnTo>
                    <a:pt x="184" y="220"/>
                  </a:lnTo>
                  <a:lnTo>
                    <a:pt x="172" y="224"/>
                  </a:lnTo>
                  <a:lnTo>
                    <a:pt x="164" y="230"/>
                  </a:lnTo>
                  <a:lnTo>
                    <a:pt x="160" y="234"/>
                  </a:lnTo>
                  <a:lnTo>
                    <a:pt x="154" y="234"/>
                  </a:lnTo>
                  <a:lnTo>
                    <a:pt x="132" y="240"/>
                  </a:lnTo>
                  <a:lnTo>
                    <a:pt x="110" y="248"/>
                  </a:lnTo>
                  <a:lnTo>
                    <a:pt x="86" y="258"/>
                  </a:lnTo>
                  <a:lnTo>
                    <a:pt x="64" y="266"/>
                  </a:lnTo>
                  <a:lnTo>
                    <a:pt x="64" y="264"/>
                  </a:lnTo>
                  <a:lnTo>
                    <a:pt x="62" y="262"/>
                  </a:lnTo>
                  <a:lnTo>
                    <a:pt x="60" y="262"/>
                  </a:lnTo>
                  <a:lnTo>
                    <a:pt x="54" y="262"/>
                  </a:lnTo>
                  <a:lnTo>
                    <a:pt x="48" y="264"/>
                  </a:lnTo>
                  <a:lnTo>
                    <a:pt x="34" y="270"/>
                  </a:lnTo>
                  <a:lnTo>
                    <a:pt x="22" y="276"/>
                  </a:lnTo>
                  <a:lnTo>
                    <a:pt x="14" y="278"/>
                  </a:lnTo>
                  <a:lnTo>
                    <a:pt x="8" y="278"/>
                  </a:lnTo>
                  <a:lnTo>
                    <a:pt x="0" y="278"/>
                  </a:lnTo>
                  <a:lnTo>
                    <a:pt x="14" y="270"/>
                  </a:lnTo>
                  <a:lnTo>
                    <a:pt x="36" y="262"/>
                  </a:lnTo>
                  <a:lnTo>
                    <a:pt x="58" y="258"/>
                  </a:lnTo>
                  <a:lnTo>
                    <a:pt x="76" y="256"/>
                  </a:lnTo>
                  <a:lnTo>
                    <a:pt x="82" y="256"/>
                  </a:lnTo>
                  <a:lnTo>
                    <a:pt x="84" y="254"/>
                  </a:lnTo>
                  <a:lnTo>
                    <a:pt x="90" y="248"/>
                  </a:lnTo>
                  <a:lnTo>
                    <a:pt x="96" y="244"/>
                  </a:lnTo>
                  <a:lnTo>
                    <a:pt x="102" y="242"/>
                  </a:lnTo>
                  <a:lnTo>
                    <a:pt x="120" y="236"/>
                  </a:lnTo>
                  <a:lnTo>
                    <a:pt x="136" y="232"/>
                  </a:lnTo>
                  <a:lnTo>
                    <a:pt x="166" y="210"/>
                  </a:lnTo>
                  <a:lnTo>
                    <a:pt x="164" y="206"/>
                  </a:lnTo>
                  <a:lnTo>
                    <a:pt x="162" y="204"/>
                  </a:lnTo>
                  <a:lnTo>
                    <a:pt x="154" y="210"/>
                  </a:lnTo>
                  <a:lnTo>
                    <a:pt x="146" y="210"/>
                  </a:lnTo>
                  <a:lnTo>
                    <a:pt x="146" y="204"/>
                  </a:lnTo>
                  <a:lnTo>
                    <a:pt x="144" y="202"/>
                  </a:lnTo>
                  <a:lnTo>
                    <a:pt x="140" y="202"/>
                  </a:lnTo>
                  <a:lnTo>
                    <a:pt x="136" y="202"/>
                  </a:lnTo>
                  <a:lnTo>
                    <a:pt x="132" y="204"/>
                  </a:lnTo>
                  <a:lnTo>
                    <a:pt x="124" y="208"/>
                  </a:lnTo>
                  <a:lnTo>
                    <a:pt x="112" y="208"/>
                  </a:lnTo>
                  <a:lnTo>
                    <a:pt x="118" y="204"/>
                  </a:lnTo>
                  <a:lnTo>
                    <a:pt x="126" y="198"/>
                  </a:lnTo>
                  <a:lnTo>
                    <a:pt x="132" y="192"/>
                  </a:lnTo>
                  <a:lnTo>
                    <a:pt x="136" y="186"/>
                  </a:lnTo>
                  <a:lnTo>
                    <a:pt x="132" y="186"/>
                  </a:lnTo>
                  <a:lnTo>
                    <a:pt x="128" y="186"/>
                  </a:lnTo>
                  <a:lnTo>
                    <a:pt x="120" y="186"/>
                  </a:lnTo>
                  <a:lnTo>
                    <a:pt x="116" y="186"/>
                  </a:lnTo>
                  <a:lnTo>
                    <a:pt x="112" y="184"/>
                  </a:lnTo>
                  <a:lnTo>
                    <a:pt x="110" y="178"/>
                  </a:lnTo>
                  <a:lnTo>
                    <a:pt x="110" y="160"/>
                  </a:lnTo>
                  <a:lnTo>
                    <a:pt x="152" y="128"/>
                  </a:lnTo>
                  <a:lnTo>
                    <a:pt x="158" y="130"/>
                  </a:lnTo>
                  <a:lnTo>
                    <a:pt x="166" y="132"/>
                  </a:lnTo>
                  <a:lnTo>
                    <a:pt x="190" y="130"/>
                  </a:lnTo>
                  <a:lnTo>
                    <a:pt x="214" y="124"/>
                  </a:lnTo>
                  <a:lnTo>
                    <a:pt x="224" y="122"/>
                  </a:lnTo>
                  <a:lnTo>
                    <a:pt x="236" y="116"/>
                  </a:lnTo>
                  <a:lnTo>
                    <a:pt x="244" y="110"/>
                  </a:lnTo>
                  <a:lnTo>
                    <a:pt x="246" y="104"/>
                  </a:lnTo>
                  <a:lnTo>
                    <a:pt x="234" y="108"/>
                  </a:lnTo>
                  <a:lnTo>
                    <a:pt x="228" y="110"/>
                  </a:lnTo>
                  <a:lnTo>
                    <a:pt x="220" y="112"/>
                  </a:lnTo>
                  <a:lnTo>
                    <a:pt x="212" y="110"/>
                  </a:lnTo>
                  <a:lnTo>
                    <a:pt x="202" y="108"/>
                  </a:lnTo>
                  <a:lnTo>
                    <a:pt x="186" y="102"/>
                  </a:lnTo>
                  <a:lnTo>
                    <a:pt x="234" y="70"/>
                  </a:lnTo>
                  <a:lnTo>
                    <a:pt x="242" y="70"/>
                  </a:lnTo>
                  <a:lnTo>
                    <a:pt x="252" y="72"/>
                  </a:lnTo>
                  <a:lnTo>
                    <a:pt x="252" y="78"/>
                  </a:lnTo>
                  <a:lnTo>
                    <a:pt x="254" y="80"/>
                  </a:lnTo>
                  <a:lnTo>
                    <a:pt x="258" y="82"/>
                  </a:lnTo>
                  <a:lnTo>
                    <a:pt x="264" y="82"/>
                  </a:lnTo>
                  <a:lnTo>
                    <a:pt x="268" y="82"/>
                  </a:lnTo>
                  <a:lnTo>
                    <a:pt x="272" y="80"/>
                  </a:lnTo>
                  <a:lnTo>
                    <a:pt x="272" y="76"/>
                  </a:lnTo>
                  <a:lnTo>
                    <a:pt x="274" y="70"/>
                  </a:lnTo>
                  <a:lnTo>
                    <a:pt x="270" y="70"/>
                  </a:lnTo>
                  <a:lnTo>
                    <a:pt x="268" y="68"/>
                  </a:lnTo>
                  <a:lnTo>
                    <a:pt x="268" y="66"/>
                  </a:lnTo>
                  <a:lnTo>
                    <a:pt x="268" y="60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46"/>
                  </a:lnTo>
                  <a:lnTo>
                    <a:pt x="280" y="36"/>
                  </a:lnTo>
                  <a:lnTo>
                    <a:pt x="288" y="38"/>
                  </a:lnTo>
                  <a:lnTo>
                    <a:pt x="296" y="40"/>
                  </a:lnTo>
                  <a:lnTo>
                    <a:pt x="306" y="38"/>
                  </a:lnTo>
                  <a:lnTo>
                    <a:pt x="318" y="32"/>
                  </a:lnTo>
                  <a:lnTo>
                    <a:pt x="324" y="28"/>
                  </a:lnTo>
                  <a:lnTo>
                    <a:pt x="332" y="22"/>
                  </a:lnTo>
                  <a:lnTo>
                    <a:pt x="356" y="14"/>
                  </a:lnTo>
                  <a:lnTo>
                    <a:pt x="384" y="10"/>
                  </a:lnTo>
                  <a:lnTo>
                    <a:pt x="410" y="4"/>
                  </a:lnTo>
                  <a:lnTo>
                    <a:pt x="436" y="0"/>
                  </a:lnTo>
                  <a:lnTo>
                    <a:pt x="444" y="2"/>
                  </a:lnTo>
                  <a:lnTo>
                    <a:pt x="452" y="4"/>
                  </a:lnTo>
                  <a:lnTo>
                    <a:pt x="462" y="6"/>
                  </a:lnTo>
                  <a:lnTo>
                    <a:pt x="472" y="6"/>
                  </a:lnTo>
                  <a:lnTo>
                    <a:pt x="474" y="12"/>
                  </a:lnTo>
                  <a:lnTo>
                    <a:pt x="476" y="12"/>
                  </a:lnTo>
                  <a:lnTo>
                    <a:pt x="510" y="12"/>
                  </a:lnTo>
                  <a:lnTo>
                    <a:pt x="516" y="14"/>
                  </a:lnTo>
                  <a:lnTo>
                    <a:pt x="520" y="16"/>
                  </a:lnTo>
                  <a:lnTo>
                    <a:pt x="534" y="16"/>
                  </a:lnTo>
                  <a:lnTo>
                    <a:pt x="548" y="16"/>
                  </a:lnTo>
                  <a:lnTo>
                    <a:pt x="554" y="18"/>
                  </a:lnTo>
                  <a:lnTo>
                    <a:pt x="562" y="20"/>
                  </a:lnTo>
                  <a:lnTo>
                    <a:pt x="574" y="20"/>
                  </a:lnTo>
                  <a:lnTo>
                    <a:pt x="402" y="178"/>
                  </a:lnTo>
                  <a:lnTo>
                    <a:pt x="400" y="17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3" name=""/>
            <p:cNvSpPr/>
            <p:nvPr/>
          </p:nvSpPr>
          <p:spPr>
            <a:xfrm>
              <a:off x="1143000" y="3093480"/>
              <a:ext cx="846360" cy="598680"/>
            </a:xfrm>
            <a:custGeom>
              <a:avLst/>
              <a:gdLst/>
              <a:ahLst/>
              <a:rect l="l" t="t" r="r" b="b"/>
              <a:pathLst>
                <a:path w="428" h="336">
                  <a:moveTo>
                    <a:pt x="400" y="274"/>
                  </a:moveTo>
                  <a:lnTo>
                    <a:pt x="402" y="270"/>
                  </a:lnTo>
                  <a:lnTo>
                    <a:pt x="408" y="260"/>
                  </a:lnTo>
                  <a:lnTo>
                    <a:pt x="410" y="250"/>
                  </a:lnTo>
                  <a:lnTo>
                    <a:pt x="416" y="234"/>
                  </a:lnTo>
                  <a:lnTo>
                    <a:pt x="418" y="228"/>
                  </a:lnTo>
                  <a:lnTo>
                    <a:pt x="422" y="222"/>
                  </a:lnTo>
                  <a:lnTo>
                    <a:pt x="428" y="210"/>
                  </a:lnTo>
                  <a:lnTo>
                    <a:pt x="426" y="206"/>
                  </a:lnTo>
                  <a:lnTo>
                    <a:pt x="426" y="202"/>
                  </a:lnTo>
                  <a:lnTo>
                    <a:pt x="422" y="202"/>
                  </a:lnTo>
                  <a:lnTo>
                    <a:pt x="410" y="202"/>
                  </a:lnTo>
                  <a:lnTo>
                    <a:pt x="394" y="204"/>
                  </a:lnTo>
                  <a:lnTo>
                    <a:pt x="378" y="208"/>
                  </a:lnTo>
                  <a:lnTo>
                    <a:pt x="372" y="212"/>
                  </a:lnTo>
                  <a:lnTo>
                    <a:pt x="368" y="216"/>
                  </a:lnTo>
                  <a:lnTo>
                    <a:pt x="364" y="224"/>
                  </a:lnTo>
                  <a:lnTo>
                    <a:pt x="358" y="234"/>
                  </a:lnTo>
                  <a:lnTo>
                    <a:pt x="352" y="246"/>
                  </a:lnTo>
                  <a:lnTo>
                    <a:pt x="346" y="254"/>
                  </a:lnTo>
                  <a:lnTo>
                    <a:pt x="334" y="256"/>
                  </a:lnTo>
                  <a:lnTo>
                    <a:pt x="320" y="260"/>
                  </a:lnTo>
                  <a:lnTo>
                    <a:pt x="310" y="262"/>
                  </a:lnTo>
                  <a:lnTo>
                    <a:pt x="298" y="264"/>
                  </a:lnTo>
                  <a:lnTo>
                    <a:pt x="288" y="262"/>
                  </a:lnTo>
                  <a:lnTo>
                    <a:pt x="280" y="256"/>
                  </a:lnTo>
                  <a:lnTo>
                    <a:pt x="272" y="248"/>
                  </a:lnTo>
                  <a:lnTo>
                    <a:pt x="266" y="238"/>
                  </a:lnTo>
                  <a:lnTo>
                    <a:pt x="260" y="226"/>
                  </a:lnTo>
                  <a:lnTo>
                    <a:pt x="258" y="216"/>
                  </a:lnTo>
                  <a:lnTo>
                    <a:pt x="256" y="204"/>
                  </a:lnTo>
                  <a:lnTo>
                    <a:pt x="256" y="194"/>
                  </a:lnTo>
                  <a:lnTo>
                    <a:pt x="258" y="178"/>
                  </a:lnTo>
                  <a:lnTo>
                    <a:pt x="260" y="160"/>
                  </a:lnTo>
                  <a:lnTo>
                    <a:pt x="268" y="142"/>
                  </a:lnTo>
                  <a:lnTo>
                    <a:pt x="276" y="128"/>
                  </a:lnTo>
                  <a:lnTo>
                    <a:pt x="256" y="122"/>
                  </a:lnTo>
                  <a:lnTo>
                    <a:pt x="248" y="116"/>
                  </a:lnTo>
                  <a:lnTo>
                    <a:pt x="244" y="114"/>
                  </a:lnTo>
                  <a:lnTo>
                    <a:pt x="242" y="110"/>
                  </a:lnTo>
                  <a:lnTo>
                    <a:pt x="240" y="94"/>
                  </a:lnTo>
                  <a:lnTo>
                    <a:pt x="236" y="76"/>
                  </a:lnTo>
                  <a:lnTo>
                    <a:pt x="232" y="68"/>
                  </a:lnTo>
                  <a:lnTo>
                    <a:pt x="230" y="60"/>
                  </a:lnTo>
                  <a:lnTo>
                    <a:pt x="224" y="56"/>
                  </a:lnTo>
                  <a:lnTo>
                    <a:pt x="216" y="56"/>
                  </a:lnTo>
                  <a:lnTo>
                    <a:pt x="210" y="56"/>
                  </a:lnTo>
                  <a:lnTo>
                    <a:pt x="208" y="56"/>
                  </a:lnTo>
                  <a:lnTo>
                    <a:pt x="204" y="62"/>
                  </a:lnTo>
                  <a:lnTo>
                    <a:pt x="198" y="66"/>
                  </a:lnTo>
                  <a:lnTo>
                    <a:pt x="192" y="68"/>
                  </a:lnTo>
                  <a:lnTo>
                    <a:pt x="188" y="68"/>
                  </a:lnTo>
                  <a:lnTo>
                    <a:pt x="184" y="66"/>
                  </a:lnTo>
                  <a:lnTo>
                    <a:pt x="180" y="62"/>
                  </a:lnTo>
                  <a:lnTo>
                    <a:pt x="178" y="58"/>
                  </a:lnTo>
                  <a:lnTo>
                    <a:pt x="174" y="38"/>
                  </a:lnTo>
                  <a:lnTo>
                    <a:pt x="170" y="34"/>
                  </a:lnTo>
                  <a:lnTo>
                    <a:pt x="166" y="30"/>
                  </a:lnTo>
                  <a:lnTo>
                    <a:pt x="160" y="26"/>
                  </a:lnTo>
                  <a:lnTo>
                    <a:pt x="158" y="18"/>
                  </a:lnTo>
                  <a:lnTo>
                    <a:pt x="152" y="20"/>
                  </a:lnTo>
                  <a:lnTo>
                    <a:pt x="148" y="20"/>
                  </a:lnTo>
                  <a:lnTo>
                    <a:pt x="132" y="18"/>
                  </a:lnTo>
                  <a:lnTo>
                    <a:pt x="128" y="28"/>
                  </a:lnTo>
                  <a:lnTo>
                    <a:pt x="78" y="28"/>
                  </a:lnTo>
                  <a:lnTo>
                    <a:pt x="34" y="2"/>
                  </a:lnTo>
                  <a:lnTo>
                    <a:pt x="28" y="0"/>
                  </a:lnTo>
                  <a:lnTo>
                    <a:pt x="20" y="0"/>
                  </a:lnTo>
                  <a:lnTo>
                    <a:pt x="0" y="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4" y="48"/>
                  </a:lnTo>
                  <a:lnTo>
                    <a:pt x="4" y="54"/>
                  </a:lnTo>
                  <a:lnTo>
                    <a:pt x="8" y="56"/>
                  </a:lnTo>
                  <a:lnTo>
                    <a:pt x="12" y="62"/>
                  </a:lnTo>
                  <a:lnTo>
                    <a:pt x="20" y="70"/>
                  </a:lnTo>
                  <a:lnTo>
                    <a:pt x="22" y="74"/>
                  </a:lnTo>
                  <a:lnTo>
                    <a:pt x="22" y="78"/>
                  </a:lnTo>
                  <a:lnTo>
                    <a:pt x="20" y="82"/>
                  </a:lnTo>
                  <a:lnTo>
                    <a:pt x="14" y="84"/>
                  </a:lnTo>
                  <a:lnTo>
                    <a:pt x="12" y="88"/>
                  </a:lnTo>
                  <a:lnTo>
                    <a:pt x="8" y="92"/>
                  </a:lnTo>
                  <a:lnTo>
                    <a:pt x="8" y="96"/>
                  </a:lnTo>
                  <a:lnTo>
                    <a:pt x="12" y="102"/>
                  </a:lnTo>
                  <a:lnTo>
                    <a:pt x="16" y="108"/>
                  </a:lnTo>
                  <a:lnTo>
                    <a:pt x="24" y="110"/>
                  </a:lnTo>
                  <a:lnTo>
                    <a:pt x="32" y="112"/>
                  </a:lnTo>
                  <a:lnTo>
                    <a:pt x="34" y="118"/>
                  </a:lnTo>
                  <a:lnTo>
                    <a:pt x="38" y="120"/>
                  </a:lnTo>
                  <a:lnTo>
                    <a:pt x="40" y="124"/>
                  </a:lnTo>
                  <a:lnTo>
                    <a:pt x="40" y="130"/>
                  </a:lnTo>
                  <a:lnTo>
                    <a:pt x="40" y="134"/>
                  </a:lnTo>
                  <a:lnTo>
                    <a:pt x="40" y="138"/>
                  </a:lnTo>
                  <a:lnTo>
                    <a:pt x="38" y="140"/>
                  </a:lnTo>
                  <a:lnTo>
                    <a:pt x="38" y="144"/>
                  </a:lnTo>
                  <a:lnTo>
                    <a:pt x="38" y="148"/>
                  </a:lnTo>
                  <a:lnTo>
                    <a:pt x="40" y="150"/>
                  </a:lnTo>
                  <a:lnTo>
                    <a:pt x="42" y="154"/>
                  </a:lnTo>
                  <a:lnTo>
                    <a:pt x="48" y="158"/>
                  </a:lnTo>
                  <a:lnTo>
                    <a:pt x="54" y="164"/>
                  </a:lnTo>
                  <a:lnTo>
                    <a:pt x="66" y="182"/>
                  </a:lnTo>
                  <a:lnTo>
                    <a:pt x="68" y="180"/>
                  </a:lnTo>
                  <a:lnTo>
                    <a:pt x="72" y="178"/>
                  </a:lnTo>
                  <a:lnTo>
                    <a:pt x="74" y="176"/>
                  </a:lnTo>
                  <a:lnTo>
                    <a:pt x="76" y="172"/>
                  </a:lnTo>
                  <a:lnTo>
                    <a:pt x="74" y="164"/>
                  </a:lnTo>
                  <a:lnTo>
                    <a:pt x="68" y="158"/>
                  </a:lnTo>
                  <a:lnTo>
                    <a:pt x="66" y="152"/>
                  </a:lnTo>
                  <a:lnTo>
                    <a:pt x="60" y="146"/>
                  </a:lnTo>
                  <a:lnTo>
                    <a:pt x="62" y="142"/>
                  </a:lnTo>
                  <a:lnTo>
                    <a:pt x="60" y="138"/>
                  </a:lnTo>
                  <a:lnTo>
                    <a:pt x="56" y="128"/>
                  </a:lnTo>
                  <a:lnTo>
                    <a:pt x="54" y="116"/>
                  </a:lnTo>
                  <a:lnTo>
                    <a:pt x="50" y="108"/>
                  </a:lnTo>
                  <a:lnTo>
                    <a:pt x="48" y="106"/>
                  </a:lnTo>
                  <a:lnTo>
                    <a:pt x="46" y="104"/>
                  </a:lnTo>
                  <a:lnTo>
                    <a:pt x="46" y="102"/>
                  </a:lnTo>
                  <a:lnTo>
                    <a:pt x="44" y="90"/>
                  </a:lnTo>
                  <a:lnTo>
                    <a:pt x="42" y="82"/>
                  </a:lnTo>
                  <a:lnTo>
                    <a:pt x="36" y="62"/>
                  </a:lnTo>
                  <a:lnTo>
                    <a:pt x="34" y="60"/>
                  </a:lnTo>
                  <a:lnTo>
                    <a:pt x="34" y="58"/>
                  </a:lnTo>
                  <a:lnTo>
                    <a:pt x="32" y="56"/>
                  </a:lnTo>
                  <a:lnTo>
                    <a:pt x="30" y="56"/>
                  </a:lnTo>
                  <a:lnTo>
                    <a:pt x="28" y="56"/>
                  </a:lnTo>
                  <a:lnTo>
                    <a:pt x="26" y="48"/>
                  </a:lnTo>
                  <a:lnTo>
                    <a:pt x="28" y="30"/>
                  </a:lnTo>
                  <a:lnTo>
                    <a:pt x="30" y="24"/>
                  </a:lnTo>
                  <a:lnTo>
                    <a:pt x="30" y="22"/>
                  </a:lnTo>
                  <a:lnTo>
                    <a:pt x="32" y="20"/>
                  </a:lnTo>
                  <a:lnTo>
                    <a:pt x="38" y="22"/>
                  </a:lnTo>
                  <a:lnTo>
                    <a:pt x="42" y="24"/>
                  </a:lnTo>
                  <a:lnTo>
                    <a:pt x="46" y="28"/>
                  </a:lnTo>
                  <a:lnTo>
                    <a:pt x="48" y="32"/>
                  </a:lnTo>
                  <a:lnTo>
                    <a:pt x="52" y="44"/>
                  </a:lnTo>
                  <a:lnTo>
                    <a:pt x="54" y="56"/>
                  </a:lnTo>
                  <a:lnTo>
                    <a:pt x="54" y="58"/>
                  </a:lnTo>
                  <a:lnTo>
                    <a:pt x="52" y="64"/>
                  </a:lnTo>
                  <a:lnTo>
                    <a:pt x="50" y="70"/>
                  </a:lnTo>
                  <a:lnTo>
                    <a:pt x="50" y="72"/>
                  </a:lnTo>
                  <a:lnTo>
                    <a:pt x="52" y="74"/>
                  </a:lnTo>
                  <a:lnTo>
                    <a:pt x="58" y="74"/>
                  </a:lnTo>
                  <a:lnTo>
                    <a:pt x="58" y="80"/>
                  </a:lnTo>
                  <a:lnTo>
                    <a:pt x="62" y="84"/>
                  </a:lnTo>
                  <a:lnTo>
                    <a:pt x="66" y="88"/>
                  </a:lnTo>
                  <a:lnTo>
                    <a:pt x="68" y="88"/>
                  </a:lnTo>
                  <a:lnTo>
                    <a:pt x="72" y="100"/>
                  </a:lnTo>
                  <a:lnTo>
                    <a:pt x="76" y="106"/>
                  </a:lnTo>
                  <a:lnTo>
                    <a:pt x="80" y="110"/>
                  </a:lnTo>
                  <a:lnTo>
                    <a:pt x="84" y="112"/>
                  </a:lnTo>
                  <a:lnTo>
                    <a:pt x="86" y="114"/>
                  </a:lnTo>
                  <a:lnTo>
                    <a:pt x="88" y="116"/>
                  </a:lnTo>
                  <a:lnTo>
                    <a:pt x="86" y="120"/>
                  </a:lnTo>
                  <a:lnTo>
                    <a:pt x="84" y="126"/>
                  </a:lnTo>
                  <a:lnTo>
                    <a:pt x="86" y="132"/>
                  </a:lnTo>
                  <a:lnTo>
                    <a:pt x="92" y="140"/>
                  </a:lnTo>
                  <a:lnTo>
                    <a:pt x="104" y="154"/>
                  </a:lnTo>
                  <a:lnTo>
                    <a:pt x="112" y="162"/>
                  </a:lnTo>
                  <a:lnTo>
                    <a:pt x="118" y="168"/>
                  </a:lnTo>
                  <a:lnTo>
                    <a:pt x="122" y="178"/>
                  </a:lnTo>
                  <a:lnTo>
                    <a:pt x="130" y="188"/>
                  </a:lnTo>
                  <a:lnTo>
                    <a:pt x="130" y="202"/>
                  </a:lnTo>
                  <a:lnTo>
                    <a:pt x="132" y="206"/>
                  </a:lnTo>
                  <a:lnTo>
                    <a:pt x="132" y="210"/>
                  </a:lnTo>
                  <a:lnTo>
                    <a:pt x="132" y="216"/>
                  </a:lnTo>
                  <a:lnTo>
                    <a:pt x="130" y="220"/>
                  </a:lnTo>
                  <a:lnTo>
                    <a:pt x="128" y="220"/>
                  </a:lnTo>
                  <a:lnTo>
                    <a:pt x="128" y="226"/>
                  </a:lnTo>
                  <a:lnTo>
                    <a:pt x="124" y="226"/>
                  </a:lnTo>
                  <a:lnTo>
                    <a:pt x="124" y="232"/>
                  </a:lnTo>
                  <a:lnTo>
                    <a:pt x="126" y="238"/>
                  </a:lnTo>
                  <a:lnTo>
                    <a:pt x="130" y="244"/>
                  </a:lnTo>
                  <a:lnTo>
                    <a:pt x="138" y="250"/>
                  </a:lnTo>
                  <a:lnTo>
                    <a:pt x="148" y="256"/>
                  </a:lnTo>
                  <a:lnTo>
                    <a:pt x="150" y="262"/>
                  </a:lnTo>
                  <a:lnTo>
                    <a:pt x="154" y="266"/>
                  </a:lnTo>
                  <a:lnTo>
                    <a:pt x="158" y="270"/>
                  </a:lnTo>
                  <a:lnTo>
                    <a:pt x="166" y="270"/>
                  </a:lnTo>
                  <a:lnTo>
                    <a:pt x="174" y="272"/>
                  </a:lnTo>
                  <a:lnTo>
                    <a:pt x="178" y="274"/>
                  </a:lnTo>
                  <a:lnTo>
                    <a:pt x="190" y="284"/>
                  </a:lnTo>
                  <a:lnTo>
                    <a:pt x="198" y="290"/>
                  </a:lnTo>
                  <a:lnTo>
                    <a:pt x="204" y="294"/>
                  </a:lnTo>
                  <a:lnTo>
                    <a:pt x="218" y="300"/>
                  </a:lnTo>
                  <a:lnTo>
                    <a:pt x="232" y="306"/>
                  </a:lnTo>
                  <a:lnTo>
                    <a:pt x="246" y="312"/>
                  </a:lnTo>
                  <a:lnTo>
                    <a:pt x="254" y="314"/>
                  </a:lnTo>
                  <a:lnTo>
                    <a:pt x="260" y="314"/>
                  </a:lnTo>
                  <a:lnTo>
                    <a:pt x="266" y="314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86" y="302"/>
                  </a:lnTo>
                  <a:lnTo>
                    <a:pt x="290" y="304"/>
                  </a:lnTo>
                  <a:lnTo>
                    <a:pt x="296" y="306"/>
                  </a:lnTo>
                  <a:lnTo>
                    <a:pt x="306" y="312"/>
                  </a:lnTo>
                  <a:lnTo>
                    <a:pt x="314" y="320"/>
                  </a:lnTo>
                  <a:lnTo>
                    <a:pt x="318" y="328"/>
                  </a:lnTo>
                  <a:lnTo>
                    <a:pt x="324" y="336"/>
                  </a:lnTo>
                  <a:lnTo>
                    <a:pt x="328" y="324"/>
                  </a:lnTo>
                  <a:lnTo>
                    <a:pt x="330" y="318"/>
                  </a:lnTo>
                  <a:lnTo>
                    <a:pt x="334" y="312"/>
                  </a:lnTo>
                  <a:lnTo>
                    <a:pt x="354" y="312"/>
                  </a:lnTo>
                  <a:lnTo>
                    <a:pt x="354" y="306"/>
                  </a:lnTo>
                  <a:lnTo>
                    <a:pt x="352" y="302"/>
                  </a:lnTo>
                  <a:lnTo>
                    <a:pt x="348" y="300"/>
                  </a:lnTo>
                  <a:lnTo>
                    <a:pt x="346" y="296"/>
                  </a:lnTo>
                  <a:lnTo>
                    <a:pt x="344" y="292"/>
                  </a:lnTo>
                  <a:lnTo>
                    <a:pt x="348" y="284"/>
                  </a:lnTo>
                  <a:lnTo>
                    <a:pt x="352" y="280"/>
                  </a:lnTo>
                  <a:lnTo>
                    <a:pt x="356" y="278"/>
                  </a:lnTo>
                  <a:lnTo>
                    <a:pt x="380" y="278"/>
                  </a:lnTo>
                  <a:lnTo>
                    <a:pt x="384" y="278"/>
                  </a:lnTo>
                  <a:lnTo>
                    <a:pt x="386" y="276"/>
                  </a:lnTo>
                  <a:lnTo>
                    <a:pt x="388" y="274"/>
                  </a:lnTo>
                  <a:lnTo>
                    <a:pt x="390" y="270"/>
                  </a:lnTo>
                  <a:lnTo>
                    <a:pt x="392" y="268"/>
                  </a:lnTo>
                  <a:lnTo>
                    <a:pt x="396" y="268"/>
                  </a:lnTo>
                  <a:lnTo>
                    <a:pt x="398" y="270"/>
                  </a:lnTo>
                  <a:lnTo>
                    <a:pt x="398" y="274"/>
                  </a:lnTo>
                  <a:lnTo>
                    <a:pt x="400" y="27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4" name=""/>
            <p:cNvSpPr/>
            <p:nvPr/>
          </p:nvSpPr>
          <p:spPr>
            <a:xfrm>
              <a:off x="2050560" y="3406680"/>
              <a:ext cx="319680" cy="115200"/>
            </a:xfrm>
            <a:custGeom>
              <a:avLst/>
              <a:gdLst/>
              <a:ahLst/>
              <a:rect l="l" t="t" r="r" b="b"/>
              <a:pathLst>
                <a:path w="162" h="64">
                  <a:moveTo>
                    <a:pt x="44" y="18"/>
                  </a:moveTo>
                  <a:lnTo>
                    <a:pt x="44" y="16"/>
                  </a:lnTo>
                  <a:lnTo>
                    <a:pt x="48" y="16"/>
                  </a:lnTo>
                  <a:lnTo>
                    <a:pt x="48" y="12"/>
                  </a:lnTo>
                  <a:lnTo>
                    <a:pt x="44" y="10"/>
                  </a:lnTo>
                  <a:lnTo>
                    <a:pt x="44" y="12"/>
                  </a:lnTo>
                  <a:lnTo>
                    <a:pt x="36" y="12"/>
                  </a:lnTo>
                  <a:lnTo>
                    <a:pt x="30" y="16"/>
                  </a:lnTo>
                  <a:lnTo>
                    <a:pt x="22" y="18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6" y="26"/>
                  </a:lnTo>
                  <a:lnTo>
                    <a:pt x="0" y="26"/>
                  </a:lnTo>
                  <a:lnTo>
                    <a:pt x="4" y="24"/>
                  </a:lnTo>
                  <a:lnTo>
                    <a:pt x="6" y="24"/>
                  </a:lnTo>
                  <a:lnTo>
                    <a:pt x="8" y="18"/>
                  </a:lnTo>
                  <a:lnTo>
                    <a:pt x="12" y="14"/>
                  </a:lnTo>
                  <a:lnTo>
                    <a:pt x="18" y="10"/>
                  </a:lnTo>
                  <a:lnTo>
                    <a:pt x="24" y="6"/>
                  </a:lnTo>
                  <a:lnTo>
                    <a:pt x="42" y="0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2" y="2"/>
                  </a:lnTo>
                  <a:lnTo>
                    <a:pt x="66" y="4"/>
                  </a:lnTo>
                  <a:lnTo>
                    <a:pt x="78" y="8"/>
                  </a:lnTo>
                  <a:lnTo>
                    <a:pt x="86" y="16"/>
                  </a:lnTo>
                  <a:lnTo>
                    <a:pt x="90" y="16"/>
                  </a:lnTo>
                  <a:lnTo>
                    <a:pt x="96" y="16"/>
                  </a:lnTo>
                  <a:lnTo>
                    <a:pt x="102" y="18"/>
                  </a:lnTo>
                  <a:lnTo>
                    <a:pt x="114" y="24"/>
                  </a:lnTo>
                  <a:lnTo>
                    <a:pt x="122" y="32"/>
                  </a:lnTo>
                  <a:lnTo>
                    <a:pt x="130" y="38"/>
                  </a:lnTo>
                  <a:lnTo>
                    <a:pt x="142" y="42"/>
                  </a:lnTo>
                  <a:lnTo>
                    <a:pt x="140" y="44"/>
                  </a:lnTo>
                  <a:lnTo>
                    <a:pt x="154" y="48"/>
                  </a:lnTo>
                  <a:lnTo>
                    <a:pt x="160" y="52"/>
                  </a:lnTo>
                  <a:lnTo>
                    <a:pt x="162" y="58"/>
                  </a:lnTo>
                  <a:lnTo>
                    <a:pt x="154" y="60"/>
                  </a:lnTo>
                  <a:lnTo>
                    <a:pt x="152" y="60"/>
                  </a:lnTo>
                  <a:lnTo>
                    <a:pt x="152" y="62"/>
                  </a:lnTo>
                  <a:lnTo>
                    <a:pt x="142" y="64"/>
                  </a:lnTo>
                  <a:lnTo>
                    <a:pt x="130" y="64"/>
                  </a:lnTo>
                  <a:lnTo>
                    <a:pt x="108" y="62"/>
                  </a:lnTo>
                  <a:lnTo>
                    <a:pt x="112" y="58"/>
                  </a:lnTo>
                  <a:lnTo>
                    <a:pt x="118" y="52"/>
                  </a:lnTo>
                  <a:lnTo>
                    <a:pt x="118" y="48"/>
                  </a:lnTo>
                  <a:lnTo>
                    <a:pt x="110" y="48"/>
                  </a:lnTo>
                  <a:lnTo>
                    <a:pt x="102" y="46"/>
                  </a:lnTo>
                  <a:lnTo>
                    <a:pt x="100" y="44"/>
                  </a:lnTo>
                  <a:lnTo>
                    <a:pt x="98" y="38"/>
                  </a:lnTo>
                  <a:lnTo>
                    <a:pt x="98" y="34"/>
                  </a:lnTo>
                  <a:lnTo>
                    <a:pt x="96" y="32"/>
                  </a:lnTo>
                  <a:lnTo>
                    <a:pt x="92" y="30"/>
                  </a:lnTo>
                  <a:lnTo>
                    <a:pt x="78" y="30"/>
                  </a:lnTo>
                  <a:lnTo>
                    <a:pt x="76" y="28"/>
                  </a:lnTo>
                  <a:lnTo>
                    <a:pt x="72" y="26"/>
                  </a:lnTo>
                  <a:lnTo>
                    <a:pt x="60" y="22"/>
                  </a:lnTo>
                  <a:lnTo>
                    <a:pt x="50" y="18"/>
                  </a:lnTo>
                  <a:lnTo>
                    <a:pt x="44" y="16"/>
                  </a:lnTo>
                  <a:lnTo>
                    <a:pt x="44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5" name=""/>
            <p:cNvSpPr/>
            <p:nvPr/>
          </p:nvSpPr>
          <p:spPr>
            <a:xfrm>
              <a:off x="2242440" y="3561120"/>
              <a:ext cx="57960" cy="24120"/>
            </a:xfrm>
            <a:custGeom>
              <a:avLst/>
              <a:gdLst/>
              <a:ahLst/>
              <a:rect l="l" t="t" r="r" b="b"/>
              <a:pathLst>
                <a:path w="30" h="14">
                  <a:moveTo>
                    <a:pt x="0" y="8"/>
                  </a:moveTo>
                  <a:lnTo>
                    <a:pt x="0" y="4"/>
                  </a:lnTo>
                  <a:lnTo>
                    <a:pt x="2" y="2"/>
                  </a:lnTo>
                  <a:lnTo>
                    <a:pt x="6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30" y="12"/>
                  </a:lnTo>
                  <a:lnTo>
                    <a:pt x="26" y="12"/>
                  </a:lnTo>
                  <a:lnTo>
                    <a:pt x="20" y="14"/>
                  </a:lnTo>
                  <a:lnTo>
                    <a:pt x="8" y="12"/>
                  </a:lnTo>
                  <a:lnTo>
                    <a:pt x="4" y="10"/>
                  </a:lnTo>
                  <a:lnTo>
                    <a:pt x="0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6" name=""/>
            <p:cNvSpPr/>
            <p:nvPr/>
          </p:nvSpPr>
          <p:spPr>
            <a:xfrm>
              <a:off x="2575800" y="3561120"/>
              <a:ext cx="52920" cy="21240"/>
            </a:xfrm>
            <a:custGeom>
              <a:avLst/>
              <a:gdLst/>
              <a:ahLst/>
              <a:rect l="l" t="t" r="r" b="b"/>
              <a:pathLst>
                <a:path w="26" h="12">
                  <a:moveTo>
                    <a:pt x="10" y="2"/>
                  </a:moveTo>
                  <a:lnTo>
                    <a:pt x="24" y="0"/>
                  </a:lnTo>
                  <a:lnTo>
                    <a:pt x="24" y="2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2" y="10"/>
                  </a:lnTo>
                  <a:lnTo>
                    <a:pt x="12" y="12"/>
                  </a:lnTo>
                  <a:lnTo>
                    <a:pt x="4" y="10"/>
                  </a:lnTo>
                  <a:lnTo>
                    <a:pt x="0" y="8"/>
                  </a:lnTo>
                  <a:lnTo>
                    <a:pt x="0" y="2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560" bIns="-25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7" name=""/>
            <p:cNvSpPr/>
            <p:nvPr/>
          </p:nvSpPr>
          <p:spPr>
            <a:xfrm>
              <a:off x="2266200" y="3350160"/>
              <a:ext cx="18360" cy="24120"/>
            </a:xfrm>
            <a:custGeom>
              <a:avLst/>
              <a:gdLst/>
              <a:ahLst/>
              <a:rect l="l" t="t" r="r" b="b"/>
              <a:pathLst>
                <a:path w="10" h="14">
                  <a:moveTo>
                    <a:pt x="10" y="8"/>
                  </a:moveTo>
                  <a:lnTo>
                    <a:pt x="8" y="12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4" y="0"/>
                  </a:lnTo>
                  <a:lnTo>
                    <a:pt x="8" y="2"/>
                  </a:lnTo>
                  <a:lnTo>
                    <a:pt x="1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8" name=""/>
            <p:cNvSpPr/>
            <p:nvPr/>
          </p:nvSpPr>
          <p:spPr>
            <a:xfrm>
              <a:off x="2062800" y="3849840"/>
              <a:ext cx="174240" cy="74520"/>
            </a:xfrm>
            <a:custGeom>
              <a:avLst/>
              <a:gdLst/>
              <a:ahLst/>
              <a:rect l="l" t="t" r="r" b="b"/>
              <a:pathLst>
                <a:path w="88" h="42">
                  <a:moveTo>
                    <a:pt x="0" y="22"/>
                  </a:moveTo>
                  <a:lnTo>
                    <a:pt x="0" y="18"/>
                  </a:lnTo>
                  <a:lnTo>
                    <a:pt x="0" y="14"/>
                  </a:lnTo>
                  <a:lnTo>
                    <a:pt x="0" y="6"/>
                  </a:lnTo>
                  <a:lnTo>
                    <a:pt x="2" y="6"/>
                  </a:lnTo>
                  <a:lnTo>
                    <a:pt x="8" y="6"/>
                  </a:lnTo>
                  <a:lnTo>
                    <a:pt x="12" y="10"/>
                  </a:lnTo>
                  <a:lnTo>
                    <a:pt x="16" y="10"/>
                  </a:lnTo>
                  <a:lnTo>
                    <a:pt x="20" y="14"/>
                  </a:lnTo>
                  <a:lnTo>
                    <a:pt x="26" y="14"/>
                  </a:lnTo>
                  <a:lnTo>
                    <a:pt x="30" y="14"/>
                  </a:lnTo>
                  <a:lnTo>
                    <a:pt x="36" y="12"/>
                  </a:lnTo>
                  <a:lnTo>
                    <a:pt x="38" y="8"/>
                  </a:lnTo>
                  <a:lnTo>
                    <a:pt x="44" y="2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62" y="2"/>
                  </a:lnTo>
                  <a:lnTo>
                    <a:pt x="70" y="8"/>
                  </a:lnTo>
                  <a:lnTo>
                    <a:pt x="80" y="14"/>
                  </a:lnTo>
                  <a:lnTo>
                    <a:pt x="86" y="18"/>
                  </a:lnTo>
                  <a:lnTo>
                    <a:pt x="88" y="18"/>
                  </a:lnTo>
                  <a:lnTo>
                    <a:pt x="86" y="20"/>
                  </a:lnTo>
                  <a:lnTo>
                    <a:pt x="86" y="26"/>
                  </a:lnTo>
                  <a:lnTo>
                    <a:pt x="88" y="32"/>
                  </a:lnTo>
                  <a:lnTo>
                    <a:pt x="86" y="34"/>
                  </a:lnTo>
                  <a:lnTo>
                    <a:pt x="82" y="38"/>
                  </a:lnTo>
                  <a:lnTo>
                    <a:pt x="76" y="42"/>
                  </a:lnTo>
                  <a:lnTo>
                    <a:pt x="70" y="30"/>
                  </a:lnTo>
                  <a:lnTo>
                    <a:pt x="70" y="26"/>
                  </a:lnTo>
                  <a:lnTo>
                    <a:pt x="76" y="26"/>
                  </a:lnTo>
                  <a:lnTo>
                    <a:pt x="68" y="16"/>
                  </a:lnTo>
                  <a:lnTo>
                    <a:pt x="64" y="14"/>
                  </a:lnTo>
                  <a:lnTo>
                    <a:pt x="56" y="14"/>
                  </a:lnTo>
                  <a:lnTo>
                    <a:pt x="52" y="14"/>
                  </a:lnTo>
                  <a:lnTo>
                    <a:pt x="46" y="20"/>
                  </a:lnTo>
                  <a:lnTo>
                    <a:pt x="38" y="30"/>
                  </a:lnTo>
                  <a:lnTo>
                    <a:pt x="40" y="32"/>
                  </a:lnTo>
                  <a:lnTo>
                    <a:pt x="44" y="32"/>
                  </a:lnTo>
                  <a:lnTo>
                    <a:pt x="44" y="38"/>
                  </a:lnTo>
                  <a:lnTo>
                    <a:pt x="42" y="42"/>
                  </a:lnTo>
                  <a:lnTo>
                    <a:pt x="38" y="42"/>
                  </a:lnTo>
                  <a:lnTo>
                    <a:pt x="36" y="42"/>
                  </a:lnTo>
                  <a:lnTo>
                    <a:pt x="32" y="42"/>
                  </a:lnTo>
                  <a:lnTo>
                    <a:pt x="30" y="42"/>
                  </a:lnTo>
                  <a:lnTo>
                    <a:pt x="30" y="36"/>
                  </a:lnTo>
                  <a:lnTo>
                    <a:pt x="24" y="34"/>
                  </a:lnTo>
                  <a:lnTo>
                    <a:pt x="20" y="32"/>
                  </a:lnTo>
                  <a:lnTo>
                    <a:pt x="16" y="30"/>
                  </a:lnTo>
                  <a:lnTo>
                    <a:pt x="12" y="26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9" name=""/>
            <p:cNvSpPr/>
            <p:nvPr/>
          </p:nvSpPr>
          <p:spPr>
            <a:xfrm>
              <a:off x="1972440" y="3810960"/>
              <a:ext cx="107280" cy="77760"/>
            </a:xfrm>
            <a:custGeom>
              <a:avLst/>
              <a:gdLst/>
              <a:ahLst/>
              <a:rect l="l" t="t" r="r" b="b"/>
              <a:pathLst>
                <a:path w="54" h="44">
                  <a:moveTo>
                    <a:pt x="38" y="6"/>
                  </a:moveTo>
                  <a:lnTo>
                    <a:pt x="46" y="18"/>
                  </a:lnTo>
                  <a:lnTo>
                    <a:pt x="54" y="28"/>
                  </a:lnTo>
                  <a:lnTo>
                    <a:pt x="46" y="28"/>
                  </a:lnTo>
                  <a:lnTo>
                    <a:pt x="46" y="44"/>
                  </a:lnTo>
                  <a:lnTo>
                    <a:pt x="32" y="40"/>
                  </a:lnTo>
                  <a:lnTo>
                    <a:pt x="34" y="36"/>
                  </a:lnTo>
                  <a:lnTo>
                    <a:pt x="34" y="34"/>
                  </a:lnTo>
                  <a:lnTo>
                    <a:pt x="24" y="22"/>
                  </a:lnTo>
                  <a:lnTo>
                    <a:pt x="18" y="16"/>
                  </a:lnTo>
                  <a:lnTo>
                    <a:pt x="12" y="14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8" y="22"/>
                  </a:lnTo>
                  <a:lnTo>
                    <a:pt x="4" y="20"/>
                  </a:lnTo>
                  <a:lnTo>
                    <a:pt x="2" y="16"/>
                  </a:lnTo>
                  <a:lnTo>
                    <a:pt x="0" y="12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0"/>
                  </a:lnTo>
                  <a:lnTo>
                    <a:pt x="20" y="4"/>
                  </a:lnTo>
                  <a:lnTo>
                    <a:pt x="38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960" bIns="309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0" name=""/>
            <p:cNvSpPr/>
            <p:nvPr/>
          </p:nvSpPr>
          <p:spPr>
            <a:xfrm>
              <a:off x="1929240" y="3682800"/>
              <a:ext cx="141840" cy="139320"/>
            </a:xfrm>
            <a:custGeom>
              <a:avLst/>
              <a:gdLst/>
              <a:ahLst/>
              <a:rect l="l" t="t" r="r" b="b"/>
              <a:pathLst>
                <a:path w="72" h="78">
                  <a:moveTo>
                    <a:pt x="72" y="0"/>
                  </a:moveTo>
                  <a:lnTo>
                    <a:pt x="72" y="2"/>
                  </a:lnTo>
                  <a:lnTo>
                    <a:pt x="70" y="10"/>
                  </a:lnTo>
                  <a:lnTo>
                    <a:pt x="68" y="20"/>
                  </a:lnTo>
                  <a:lnTo>
                    <a:pt x="66" y="26"/>
                  </a:lnTo>
                  <a:lnTo>
                    <a:pt x="64" y="36"/>
                  </a:lnTo>
                  <a:lnTo>
                    <a:pt x="64" y="44"/>
                  </a:lnTo>
                  <a:lnTo>
                    <a:pt x="60" y="50"/>
                  </a:lnTo>
                  <a:lnTo>
                    <a:pt x="56" y="54"/>
                  </a:lnTo>
                  <a:lnTo>
                    <a:pt x="56" y="60"/>
                  </a:lnTo>
                  <a:lnTo>
                    <a:pt x="56" y="66"/>
                  </a:lnTo>
                  <a:lnTo>
                    <a:pt x="58" y="74"/>
                  </a:lnTo>
                  <a:lnTo>
                    <a:pt x="60" y="78"/>
                  </a:lnTo>
                  <a:lnTo>
                    <a:pt x="42" y="76"/>
                  </a:lnTo>
                  <a:lnTo>
                    <a:pt x="26" y="72"/>
                  </a:lnTo>
                  <a:lnTo>
                    <a:pt x="24" y="66"/>
                  </a:lnTo>
                  <a:lnTo>
                    <a:pt x="24" y="62"/>
                  </a:lnTo>
                  <a:lnTo>
                    <a:pt x="16" y="58"/>
                  </a:lnTo>
                  <a:lnTo>
                    <a:pt x="8" y="50"/>
                  </a:lnTo>
                  <a:lnTo>
                    <a:pt x="4" y="44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10" y="30"/>
                  </a:lnTo>
                  <a:lnTo>
                    <a:pt x="12" y="26"/>
                  </a:lnTo>
                  <a:lnTo>
                    <a:pt x="14" y="24"/>
                  </a:lnTo>
                  <a:lnTo>
                    <a:pt x="16" y="22"/>
                  </a:lnTo>
                  <a:lnTo>
                    <a:pt x="22" y="20"/>
                  </a:lnTo>
                  <a:lnTo>
                    <a:pt x="26" y="20"/>
                  </a:lnTo>
                  <a:lnTo>
                    <a:pt x="32" y="18"/>
                  </a:lnTo>
                  <a:lnTo>
                    <a:pt x="40" y="8"/>
                  </a:lnTo>
                  <a:lnTo>
                    <a:pt x="44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2" y="6"/>
                  </a:lnTo>
                  <a:lnTo>
                    <a:pt x="58" y="4"/>
                  </a:lnTo>
                  <a:lnTo>
                    <a:pt x="62" y="2"/>
                  </a:lnTo>
                  <a:lnTo>
                    <a:pt x="66" y="2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1" name=""/>
            <p:cNvSpPr/>
            <p:nvPr/>
          </p:nvSpPr>
          <p:spPr>
            <a:xfrm>
              <a:off x="1850760" y="3703680"/>
              <a:ext cx="74880" cy="27360"/>
            </a:xfrm>
            <a:custGeom>
              <a:avLst/>
              <a:gdLst/>
              <a:ahLst/>
              <a:rect l="l" t="t" r="r" b="b"/>
              <a:pathLst>
                <a:path w="38" h="16">
                  <a:moveTo>
                    <a:pt x="36" y="16"/>
                  </a:moveTo>
                  <a:lnTo>
                    <a:pt x="30" y="16"/>
                  </a:lnTo>
                  <a:lnTo>
                    <a:pt x="24" y="16"/>
                  </a:lnTo>
                  <a:lnTo>
                    <a:pt x="10" y="1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6" y="6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2" name=""/>
            <p:cNvSpPr/>
            <p:nvPr/>
          </p:nvSpPr>
          <p:spPr>
            <a:xfrm>
              <a:off x="1874520" y="3638880"/>
              <a:ext cx="196560" cy="106920"/>
            </a:xfrm>
            <a:custGeom>
              <a:avLst/>
              <a:gdLst/>
              <a:ahLst/>
              <a:rect l="l" t="t" r="r" b="b"/>
              <a:pathLst>
                <a:path w="100" h="60">
                  <a:moveTo>
                    <a:pt x="100" y="24"/>
                  </a:moveTo>
                  <a:lnTo>
                    <a:pt x="94" y="26"/>
                  </a:lnTo>
                  <a:lnTo>
                    <a:pt x="90" y="26"/>
                  </a:lnTo>
                  <a:lnTo>
                    <a:pt x="86" y="28"/>
                  </a:lnTo>
                  <a:lnTo>
                    <a:pt x="80" y="30"/>
                  </a:lnTo>
                  <a:lnTo>
                    <a:pt x="80" y="28"/>
                  </a:lnTo>
                  <a:lnTo>
                    <a:pt x="78" y="28"/>
                  </a:lnTo>
                  <a:lnTo>
                    <a:pt x="76" y="28"/>
                  </a:lnTo>
                  <a:lnTo>
                    <a:pt x="72" y="28"/>
                  </a:lnTo>
                  <a:lnTo>
                    <a:pt x="68" y="32"/>
                  </a:lnTo>
                  <a:lnTo>
                    <a:pt x="60" y="42"/>
                  </a:lnTo>
                  <a:lnTo>
                    <a:pt x="54" y="44"/>
                  </a:lnTo>
                  <a:lnTo>
                    <a:pt x="50" y="44"/>
                  </a:lnTo>
                  <a:lnTo>
                    <a:pt x="44" y="46"/>
                  </a:lnTo>
                  <a:lnTo>
                    <a:pt x="42" y="48"/>
                  </a:lnTo>
                  <a:lnTo>
                    <a:pt x="40" y="50"/>
                  </a:lnTo>
                  <a:lnTo>
                    <a:pt x="38" y="54"/>
                  </a:lnTo>
                  <a:lnTo>
                    <a:pt x="34" y="60"/>
                  </a:lnTo>
                  <a:lnTo>
                    <a:pt x="28" y="60"/>
                  </a:lnTo>
                  <a:lnTo>
                    <a:pt x="26" y="52"/>
                  </a:lnTo>
                  <a:lnTo>
                    <a:pt x="26" y="50"/>
                  </a:lnTo>
                  <a:lnTo>
                    <a:pt x="24" y="48"/>
                  </a:lnTo>
                  <a:lnTo>
                    <a:pt x="22" y="46"/>
                  </a:lnTo>
                  <a:lnTo>
                    <a:pt x="18" y="46"/>
                  </a:lnTo>
                  <a:lnTo>
                    <a:pt x="12" y="44"/>
                  </a:lnTo>
                  <a:lnTo>
                    <a:pt x="8" y="40"/>
                  </a:lnTo>
                  <a:lnTo>
                    <a:pt x="4" y="38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2"/>
                  </a:lnTo>
                  <a:lnTo>
                    <a:pt x="18" y="16"/>
                  </a:lnTo>
                  <a:lnTo>
                    <a:pt x="22" y="8"/>
                  </a:lnTo>
                  <a:lnTo>
                    <a:pt x="26" y="2"/>
                  </a:lnTo>
                  <a:lnTo>
                    <a:pt x="34" y="0"/>
                  </a:lnTo>
                  <a:lnTo>
                    <a:pt x="80" y="0"/>
                  </a:lnTo>
                  <a:lnTo>
                    <a:pt x="84" y="6"/>
                  </a:lnTo>
                  <a:lnTo>
                    <a:pt x="90" y="12"/>
                  </a:lnTo>
                  <a:lnTo>
                    <a:pt x="96" y="18"/>
                  </a:lnTo>
                  <a:lnTo>
                    <a:pt x="100" y="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3" name=""/>
            <p:cNvSpPr/>
            <p:nvPr/>
          </p:nvSpPr>
          <p:spPr>
            <a:xfrm>
              <a:off x="1886760" y="3570840"/>
              <a:ext cx="46080" cy="75960"/>
            </a:xfrm>
            <a:custGeom>
              <a:avLst/>
              <a:gdLst/>
              <a:ahLst/>
              <a:rect l="l" t="t" r="r" b="b"/>
              <a:pathLst>
                <a:path w="24" h="42">
                  <a:moveTo>
                    <a:pt x="24" y="6"/>
                  </a:moveTo>
                  <a:lnTo>
                    <a:pt x="18" y="10"/>
                  </a:lnTo>
                  <a:lnTo>
                    <a:pt x="18" y="18"/>
                  </a:lnTo>
                  <a:lnTo>
                    <a:pt x="16" y="26"/>
                  </a:lnTo>
                  <a:lnTo>
                    <a:pt x="14" y="32"/>
                  </a:lnTo>
                  <a:lnTo>
                    <a:pt x="10" y="36"/>
                  </a:lnTo>
                  <a:lnTo>
                    <a:pt x="10" y="42"/>
                  </a:lnTo>
                  <a:lnTo>
                    <a:pt x="0" y="42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2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4" name=""/>
            <p:cNvSpPr/>
            <p:nvPr/>
          </p:nvSpPr>
          <p:spPr>
            <a:xfrm>
              <a:off x="1782360" y="3588480"/>
              <a:ext cx="143280" cy="129600"/>
            </a:xfrm>
            <a:custGeom>
              <a:avLst/>
              <a:gdLst/>
              <a:ahLst/>
              <a:rect l="l" t="t" r="r" b="b"/>
              <a:pathLst>
                <a:path w="72" h="72">
                  <a:moveTo>
                    <a:pt x="72" y="30"/>
                  </a:moveTo>
                  <a:lnTo>
                    <a:pt x="68" y="32"/>
                  </a:lnTo>
                  <a:lnTo>
                    <a:pt x="62" y="32"/>
                  </a:lnTo>
                  <a:lnTo>
                    <a:pt x="52" y="32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28" y="2"/>
                  </a:lnTo>
                  <a:lnTo>
                    <a:pt x="24" y="6"/>
                  </a:lnTo>
                  <a:lnTo>
                    <a:pt x="20" y="14"/>
                  </a:lnTo>
                  <a:lnTo>
                    <a:pt x="22" y="18"/>
                  </a:lnTo>
                  <a:lnTo>
                    <a:pt x="24" y="22"/>
                  </a:lnTo>
                  <a:lnTo>
                    <a:pt x="28" y="24"/>
                  </a:lnTo>
                  <a:lnTo>
                    <a:pt x="30" y="28"/>
                  </a:lnTo>
                  <a:lnTo>
                    <a:pt x="30" y="34"/>
                  </a:lnTo>
                  <a:lnTo>
                    <a:pt x="10" y="34"/>
                  </a:lnTo>
                  <a:lnTo>
                    <a:pt x="6" y="40"/>
                  </a:lnTo>
                  <a:lnTo>
                    <a:pt x="4" y="46"/>
                  </a:lnTo>
                  <a:lnTo>
                    <a:pt x="0" y="58"/>
                  </a:lnTo>
                  <a:lnTo>
                    <a:pt x="8" y="66"/>
                  </a:lnTo>
                  <a:lnTo>
                    <a:pt x="14" y="68"/>
                  </a:lnTo>
                  <a:lnTo>
                    <a:pt x="16" y="70"/>
                  </a:lnTo>
                  <a:lnTo>
                    <a:pt x="26" y="70"/>
                  </a:lnTo>
                  <a:lnTo>
                    <a:pt x="30" y="70"/>
                  </a:lnTo>
                  <a:lnTo>
                    <a:pt x="34" y="72"/>
                  </a:lnTo>
                  <a:lnTo>
                    <a:pt x="40" y="70"/>
                  </a:lnTo>
                  <a:lnTo>
                    <a:pt x="42" y="64"/>
                  </a:lnTo>
                  <a:lnTo>
                    <a:pt x="46" y="64"/>
                  </a:lnTo>
                  <a:lnTo>
                    <a:pt x="50" y="56"/>
                  </a:lnTo>
                  <a:lnTo>
                    <a:pt x="54" y="50"/>
                  </a:lnTo>
                  <a:lnTo>
                    <a:pt x="64" y="44"/>
                  </a:lnTo>
                  <a:lnTo>
                    <a:pt x="68" y="36"/>
                  </a:lnTo>
                  <a:lnTo>
                    <a:pt x="72" y="3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5" name=""/>
            <p:cNvSpPr/>
            <p:nvPr/>
          </p:nvSpPr>
          <p:spPr>
            <a:xfrm>
              <a:off x="2356920" y="3513960"/>
              <a:ext cx="85320" cy="64800"/>
            </a:xfrm>
            <a:custGeom>
              <a:avLst/>
              <a:gdLst/>
              <a:ahLst/>
              <a:rect l="l" t="t" r="r" b="b"/>
              <a:pathLst>
                <a:path w="44" h="36">
                  <a:moveTo>
                    <a:pt x="42" y="36"/>
                  </a:moveTo>
                  <a:lnTo>
                    <a:pt x="42" y="34"/>
                  </a:lnTo>
                  <a:lnTo>
                    <a:pt x="14" y="34"/>
                  </a:lnTo>
                  <a:lnTo>
                    <a:pt x="4" y="32"/>
                  </a:lnTo>
                  <a:lnTo>
                    <a:pt x="2" y="30"/>
                  </a:lnTo>
                  <a:lnTo>
                    <a:pt x="0" y="26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6" y="26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28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2" y="2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44" y="2"/>
                  </a:lnTo>
                  <a:lnTo>
                    <a:pt x="44" y="6"/>
                  </a:lnTo>
                  <a:lnTo>
                    <a:pt x="42" y="8"/>
                  </a:lnTo>
                  <a:lnTo>
                    <a:pt x="42" y="18"/>
                  </a:lnTo>
                  <a:lnTo>
                    <a:pt x="40" y="28"/>
                  </a:lnTo>
                  <a:lnTo>
                    <a:pt x="40" y="34"/>
                  </a:lnTo>
                  <a:lnTo>
                    <a:pt x="42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6" name=""/>
            <p:cNvSpPr/>
            <p:nvPr/>
          </p:nvSpPr>
          <p:spPr>
            <a:xfrm>
              <a:off x="2435760" y="3517200"/>
              <a:ext cx="114120" cy="64800"/>
            </a:xfrm>
            <a:custGeom>
              <a:avLst/>
              <a:gdLst/>
              <a:ahLst/>
              <a:rect l="l" t="t" r="r" b="b"/>
              <a:pathLst>
                <a:path w="58" h="36">
                  <a:moveTo>
                    <a:pt x="0" y="32"/>
                  </a:moveTo>
                  <a:lnTo>
                    <a:pt x="0" y="26"/>
                  </a:lnTo>
                  <a:lnTo>
                    <a:pt x="2" y="1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0"/>
                  </a:lnTo>
                  <a:lnTo>
                    <a:pt x="14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4" y="4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8"/>
                  </a:lnTo>
                  <a:lnTo>
                    <a:pt x="42" y="8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8" y="14"/>
                  </a:lnTo>
                  <a:lnTo>
                    <a:pt x="52" y="16"/>
                  </a:lnTo>
                  <a:lnTo>
                    <a:pt x="54" y="18"/>
                  </a:lnTo>
                  <a:lnTo>
                    <a:pt x="58" y="26"/>
                  </a:lnTo>
                  <a:lnTo>
                    <a:pt x="52" y="28"/>
                  </a:lnTo>
                  <a:lnTo>
                    <a:pt x="50" y="32"/>
                  </a:lnTo>
                  <a:lnTo>
                    <a:pt x="48" y="30"/>
                  </a:lnTo>
                  <a:lnTo>
                    <a:pt x="46" y="28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12" y="34"/>
                  </a:lnTo>
                  <a:lnTo>
                    <a:pt x="8" y="36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7" name=""/>
            <p:cNvSpPr/>
            <p:nvPr/>
          </p:nvSpPr>
          <p:spPr>
            <a:xfrm>
              <a:off x="2731320" y="3810960"/>
              <a:ext cx="23760" cy="2124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8" y="12"/>
                  </a:moveTo>
                  <a:lnTo>
                    <a:pt x="10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10" y="2"/>
                  </a:lnTo>
                  <a:lnTo>
                    <a:pt x="6" y="0"/>
                  </a:lnTo>
                  <a:lnTo>
                    <a:pt x="0" y="1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560" bIns="-25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8" name=""/>
            <p:cNvSpPr/>
            <p:nvPr/>
          </p:nvSpPr>
          <p:spPr>
            <a:xfrm>
              <a:off x="3071880" y="4161960"/>
              <a:ext cx="78480" cy="59760"/>
            </a:xfrm>
            <a:custGeom>
              <a:avLst/>
              <a:gdLst/>
              <a:ahLst/>
              <a:rect l="l" t="t" r="r" b="b"/>
              <a:pathLst>
                <a:path w="40" h="34">
                  <a:moveTo>
                    <a:pt x="0" y="22"/>
                  </a:moveTo>
                  <a:lnTo>
                    <a:pt x="4" y="30"/>
                  </a:lnTo>
                  <a:lnTo>
                    <a:pt x="18" y="32"/>
                  </a:lnTo>
                  <a:lnTo>
                    <a:pt x="26" y="34"/>
                  </a:lnTo>
                  <a:lnTo>
                    <a:pt x="28" y="32"/>
                  </a:lnTo>
                  <a:lnTo>
                    <a:pt x="32" y="32"/>
                  </a:lnTo>
                  <a:lnTo>
                    <a:pt x="36" y="22"/>
                  </a:lnTo>
                  <a:lnTo>
                    <a:pt x="38" y="12"/>
                  </a:lnTo>
                  <a:lnTo>
                    <a:pt x="40" y="6"/>
                  </a:lnTo>
                  <a:lnTo>
                    <a:pt x="30" y="4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1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9" name=""/>
            <p:cNvSpPr/>
            <p:nvPr/>
          </p:nvSpPr>
          <p:spPr>
            <a:xfrm>
              <a:off x="3027240" y="5835240"/>
              <a:ext cx="80640" cy="29160"/>
            </a:xfrm>
            <a:custGeom>
              <a:avLst/>
              <a:gdLst/>
              <a:ahLst/>
              <a:rect l="l" t="t" r="r" b="b"/>
              <a:pathLst>
                <a:path w="40" h="16">
                  <a:moveTo>
                    <a:pt x="12" y="14"/>
                  </a:moveTo>
                  <a:lnTo>
                    <a:pt x="14" y="14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20" y="16"/>
                  </a:lnTo>
                  <a:lnTo>
                    <a:pt x="22" y="14"/>
                  </a:lnTo>
                  <a:lnTo>
                    <a:pt x="28" y="14"/>
                  </a:lnTo>
                  <a:lnTo>
                    <a:pt x="32" y="10"/>
                  </a:lnTo>
                  <a:lnTo>
                    <a:pt x="38" y="6"/>
                  </a:lnTo>
                  <a:lnTo>
                    <a:pt x="40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8" y="2"/>
                  </a:lnTo>
                  <a:lnTo>
                    <a:pt x="0" y="12"/>
                  </a:lnTo>
                  <a:lnTo>
                    <a:pt x="4" y="14"/>
                  </a:lnTo>
                  <a:lnTo>
                    <a:pt x="12" y="1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0" name=""/>
            <p:cNvSpPr/>
            <p:nvPr/>
          </p:nvSpPr>
          <p:spPr>
            <a:xfrm>
              <a:off x="2734920" y="3882240"/>
              <a:ext cx="138240" cy="246960"/>
            </a:xfrm>
            <a:custGeom>
              <a:avLst/>
              <a:gdLst/>
              <a:ahLst/>
              <a:rect l="l" t="t" r="r" b="b"/>
              <a:pathLst>
                <a:path w="70" h="138">
                  <a:moveTo>
                    <a:pt x="26" y="0"/>
                  </a:moveTo>
                  <a:lnTo>
                    <a:pt x="22" y="8"/>
                  </a:lnTo>
                  <a:lnTo>
                    <a:pt x="18" y="14"/>
                  </a:lnTo>
                  <a:lnTo>
                    <a:pt x="12" y="18"/>
                  </a:lnTo>
                  <a:lnTo>
                    <a:pt x="10" y="24"/>
                  </a:lnTo>
                  <a:lnTo>
                    <a:pt x="12" y="28"/>
                  </a:lnTo>
                  <a:lnTo>
                    <a:pt x="18" y="32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2" y="58"/>
                  </a:lnTo>
                  <a:lnTo>
                    <a:pt x="4" y="60"/>
                  </a:lnTo>
                  <a:lnTo>
                    <a:pt x="8" y="64"/>
                  </a:lnTo>
                  <a:lnTo>
                    <a:pt x="8" y="68"/>
                  </a:lnTo>
                  <a:lnTo>
                    <a:pt x="20" y="68"/>
                  </a:lnTo>
                  <a:lnTo>
                    <a:pt x="20" y="76"/>
                  </a:lnTo>
                  <a:lnTo>
                    <a:pt x="20" y="78"/>
                  </a:lnTo>
                  <a:lnTo>
                    <a:pt x="24" y="82"/>
                  </a:lnTo>
                  <a:lnTo>
                    <a:pt x="26" y="88"/>
                  </a:lnTo>
                  <a:lnTo>
                    <a:pt x="26" y="94"/>
                  </a:lnTo>
                  <a:lnTo>
                    <a:pt x="26" y="98"/>
                  </a:lnTo>
                  <a:lnTo>
                    <a:pt x="26" y="102"/>
                  </a:lnTo>
                  <a:lnTo>
                    <a:pt x="24" y="106"/>
                  </a:lnTo>
                  <a:lnTo>
                    <a:pt x="22" y="112"/>
                  </a:lnTo>
                  <a:lnTo>
                    <a:pt x="24" y="122"/>
                  </a:lnTo>
                  <a:lnTo>
                    <a:pt x="26" y="130"/>
                  </a:lnTo>
                  <a:lnTo>
                    <a:pt x="32" y="136"/>
                  </a:lnTo>
                  <a:lnTo>
                    <a:pt x="34" y="138"/>
                  </a:lnTo>
                  <a:lnTo>
                    <a:pt x="38" y="138"/>
                  </a:lnTo>
                  <a:lnTo>
                    <a:pt x="44" y="138"/>
                  </a:lnTo>
                  <a:lnTo>
                    <a:pt x="48" y="136"/>
                  </a:lnTo>
                  <a:lnTo>
                    <a:pt x="54" y="132"/>
                  </a:lnTo>
                  <a:lnTo>
                    <a:pt x="60" y="126"/>
                  </a:lnTo>
                  <a:lnTo>
                    <a:pt x="64" y="124"/>
                  </a:lnTo>
                  <a:lnTo>
                    <a:pt x="70" y="124"/>
                  </a:lnTo>
                  <a:lnTo>
                    <a:pt x="68" y="118"/>
                  </a:lnTo>
                  <a:lnTo>
                    <a:pt x="66" y="112"/>
                  </a:lnTo>
                  <a:lnTo>
                    <a:pt x="60" y="104"/>
                  </a:lnTo>
                  <a:lnTo>
                    <a:pt x="54" y="96"/>
                  </a:lnTo>
                  <a:lnTo>
                    <a:pt x="54" y="92"/>
                  </a:lnTo>
                  <a:lnTo>
                    <a:pt x="54" y="86"/>
                  </a:lnTo>
                  <a:lnTo>
                    <a:pt x="54" y="82"/>
                  </a:lnTo>
                  <a:lnTo>
                    <a:pt x="54" y="78"/>
                  </a:lnTo>
                  <a:lnTo>
                    <a:pt x="58" y="74"/>
                  </a:lnTo>
                  <a:lnTo>
                    <a:pt x="64" y="70"/>
                  </a:lnTo>
                  <a:lnTo>
                    <a:pt x="68" y="64"/>
                  </a:lnTo>
                  <a:lnTo>
                    <a:pt x="70" y="44"/>
                  </a:lnTo>
                  <a:lnTo>
                    <a:pt x="60" y="36"/>
                  </a:lnTo>
                  <a:lnTo>
                    <a:pt x="56" y="32"/>
                  </a:lnTo>
                  <a:lnTo>
                    <a:pt x="52" y="32"/>
                  </a:lnTo>
                  <a:lnTo>
                    <a:pt x="46" y="32"/>
                  </a:lnTo>
                  <a:lnTo>
                    <a:pt x="46" y="24"/>
                  </a:lnTo>
                  <a:lnTo>
                    <a:pt x="44" y="20"/>
                  </a:lnTo>
                  <a:lnTo>
                    <a:pt x="40" y="12"/>
                  </a:lnTo>
                  <a:lnTo>
                    <a:pt x="32" y="4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1" name=""/>
            <p:cNvSpPr/>
            <p:nvPr/>
          </p:nvSpPr>
          <p:spPr>
            <a:xfrm>
              <a:off x="2841120" y="3960360"/>
              <a:ext cx="129600" cy="154080"/>
            </a:xfrm>
            <a:custGeom>
              <a:avLst/>
              <a:gdLst/>
              <a:ahLst/>
              <a:rect l="l" t="t" r="r" b="b"/>
              <a:pathLst>
                <a:path w="66" h="86">
                  <a:moveTo>
                    <a:pt x="66" y="10"/>
                  </a:moveTo>
                  <a:lnTo>
                    <a:pt x="64" y="18"/>
                  </a:lnTo>
                  <a:lnTo>
                    <a:pt x="60" y="24"/>
                  </a:lnTo>
                  <a:lnTo>
                    <a:pt x="58" y="30"/>
                  </a:lnTo>
                  <a:lnTo>
                    <a:pt x="56" y="36"/>
                  </a:lnTo>
                  <a:lnTo>
                    <a:pt x="58" y="42"/>
                  </a:lnTo>
                  <a:lnTo>
                    <a:pt x="60" y="46"/>
                  </a:lnTo>
                  <a:lnTo>
                    <a:pt x="62" y="52"/>
                  </a:lnTo>
                  <a:lnTo>
                    <a:pt x="64" y="58"/>
                  </a:lnTo>
                  <a:lnTo>
                    <a:pt x="62" y="62"/>
                  </a:lnTo>
                  <a:lnTo>
                    <a:pt x="58" y="66"/>
                  </a:lnTo>
                  <a:lnTo>
                    <a:pt x="54" y="76"/>
                  </a:lnTo>
                  <a:lnTo>
                    <a:pt x="52" y="74"/>
                  </a:lnTo>
                  <a:lnTo>
                    <a:pt x="50" y="68"/>
                  </a:lnTo>
                  <a:lnTo>
                    <a:pt x="40" y="72"/>
                  </a:lnTo>
                  <a:lnTo>
                    <a:pt x="28" y="76"/>
                  </a:lnTo>
                  <a:lnTo>
                    <a:pt x="28" y="86"/>
                  </a:lnTo>
                  <a:lnTo>
                    <a:pt x="26" y="84"/>
                  </a:lnTo>
                  <a:lnTo>
                    <a:pt x="22" y="82"/>
                  </a:lnTo>
                  <a:lnTo>
                    <a:pt x="20" y="80"/>
                  </a:lnTo>
                  <a:lnTo>
                    <a:pt x="16" y="80"/>
                  </a:lnTo>
                  <a:lnTo>
                    <a:pt x="14" y="74"/>
                  </a:lnTo>
                  <a:lnTo>
                    <a:pt x="12" y="68"/>
                  </a:lnTo>
                  <a:lnTo>
                    <a:pt x="6" y="60"/>
                  </a:lnTo>
                  <a:lnTo>
                    <a:pt x="0" y="52"/>
                  </a:lnTo>
                  <a:lnTo>
                    <a:pt x="0" y="48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0" y="34"/>
                  </a:lnTo>
                  <a:lnTo>
                    <a:pt x="4" y="30"/>
                  </a:lnTo>
                  <a:lnTo>
                    <a:pt x="10" y="26"/>
                  </a:lnTo>
                  <a:lnTo>
                    <a:pt x="14" y="20"/>
                  </a:lnTo>
                  <a:lnTo>
                    <a:pt x="16" y="0"/>
                  </a:lnTo>
                  <a:lnTo>
                    <a:pt x="24" y="6"/>
                  </a:lnTo>
                  <a:lnTo>
                    <a:pt x="28" y="6"/>
                  </a:lnTo>
                  <a:lnTo>
                    <a:pt x="44" y="6"/>
                  </a:lnTo>
                  <a:lnTo>
                    <a:pt x="48" y="8"/>
                  </a:lnTo>
                  <a:lnTo>
                    <a:pt x="66" y="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2" name=""/>
            <p:cNvSpPr/>
            <p:nvPr/>
          </p:nvSpPr>
          <p:spPr>
            <a:xfrm>
              <a:off x="2363760" y="3781800"/>
              <a:ext cx="424080" cy="365040"/>
            </a:xfrm>
            <a:custGeom>
              <a:avLst/>
              <a:gdLst/>
              <a:ahLst/>
              <a:rect l="l" t="t" r="r" b="b"/>
              <a:pathLst>
                <a:path w="214" h="204">
                  <a:moveTo>
                    <a:pt x="214" y="56"/>
                  </a:moveTo>
                  <a:lnTo>
                    <a:pt x="210" y="64"/>
                  </a:lnTo>
                  <a:lnTo>
                    <a:pt x="206" y="70"/>
                  </a:lnTo>
                  <a:lnTo>
                    <a:pt x="200" y="74"/>
                  </a:lnTo>
                  <a:lnTo>
                    <a:pt x="198" y="80"/>
                  </a:lnTo>
                  <a:lnTo>
                    <a:pt x="200" y="84"/>
                  </a:lnTo>
                  <a:lnTo>
                    <a:pt x="206" y="88"/>
                  </a:lnTo>
                  <a:lnTo>
                    <a:pt x="188" y="98"/>
                  </a:lnTo>
                  <a:lnTo>
                    <a:pt x="188" y="110"/>
                  </a:lnTo>
                  <a:lnTo>
                    <a:pt x="190" y="114"/>
                  </a:lnTo>
                  <a:lnTo>
                    <a:pt x="192" y="116"/>
                  </a:lnTo>
                  <a:lnTo>
                    <a:pt x="196" y="120"/>
                  </a:lnTo>
                  <a:lnTo>
                    <a:pt x="196" y="124"/>
                  </a:lnTo>
                  <a:lnTo>
                    <a:pt x="196" y="130"/>
                  </a:lnTo>
                  <a:lnTo>
                    <a:pt x="192" y="134"/>
                  </a:lnTo>
                  <a:lnTo>
                    <a:pt x="188" y="136"/>
                  </a:lnTo>
                  <a:lnTo>
                    <a:pt x="184" y="140"/>
                  </a:lnTo>
                  <a:lnTo>
                    <a:pt x="170" y="146"/>
                  </a:lnTo>
                  <a:lnTo>
                    <a:pt x="166" y="150"/>
                  </a:lnTo>
                  <a:lnTo>
                    <a:pt x="162" y="154"/>
                  </a:lnTo>
                  <a:lnTo>
                    <a:pt x="150" y="148"/>
                  </a:lnTo>
                  <a:lnTo>
                    <a:pt x="144" y="144"/>
                  </a:lnTo>
                  <a:lnTo>
                    <a:pt x="134" y="142"/>
                  </a:lnTo>
                  <a:lnTo>
                    <a:pt x="142" y="162"/>
                  </a:lnTo>
                  <a:lnTo>
                    <a:pt x="146" y="170"/>
                  </a:lnTo>
                  <a:lnTo>
                    <a:pt x="148" y="172"/>
                  </a:lnTo>
                  <a:lnTo>
                    <a:pt x="152" y="176"/>
                  </a:lnTo>
                  <a:lnTo>
                    <a:pt x="146" y="186"/>
                  </a:lnTo>
                  <a:lnTo>
                    <a:pt x="134" y="194"/>
                  </a:lnTo>
                  <a:lnTo>
                    <a:pt x="124" y="200"/>
                  </a:lnTo>
                  <a:lnTo>
                    <a:pt x="116" y="204"/>
                  </a:lnTo>
                  <a:lnTo>
                    <a:pt x="108" y="204"/>
                  </a:lnTo>
                  <a:lnTo>
                    <a:pt x="102" y="204"/>
                  </a:lnTo>
                  <a:lnTo>
                    <a:pt x="98" y="202"/>
                  </a:lnTo>
                  <a:lnTo>
                    <a:pt x="96" y="198"/>
                  </a:lnTo>
                  <a:lnTo>
                    <a:pt x="96" y="188"/>
                  </a:lnTo>
                  <a:lnTo>
                    <a:pt x="92" y="178"/>
                  </a:lnTo>
                  <a:lnTo>
                    <a:pt x="88" y="170"/>
                  </a:lnTo>
                  <a:lnTo>
                    <a:pt x="86" y="166"/>
                  </a:lnTo>
                  <a:lnTo>
                    <a:pt x="86" y="162"/>
                  </a:lnTo>
                  <a:lnTo>
                    <a:pt x="88" y="162"/>
                  </a:lnTo>
                  <a:lnTo>
                    <a:pt x="90" y="158"/>
                  </a:lnTo>
                  <a:lnTo>
                    <a:pt x="90" y="156"/>
                  </a:lnTo>
                  <a:lnTo>
                    <a:pt x="88" y="150"/>
                  </a:lnTo>
                  <a:lnTo>
                    <a:pt x="86" y="146"/>
                  </a:lnTo>
                  <a:lnTo>
                    <a:pt x="82" y="142"/>
                  </a:lnTo>
                  <a:lnTo>
                    <a:pt x="80" y="136"/>
                  </a:lnTo>
                  <a:lnTo>
                    <a:pt x="82" y="130"/>
                  </a:lnTo>
                  <a:lnTo>
                    <a:pt x="84" y="120"/>
                  </a:lnTo>
                  <a:lnTo>
                    <a:pt x="92" y="104"/>
                  </a:lnTo>
                  <a:lnTo>
                    <a:pt x="84" y="104"/>
                  </a:lnTo>
                  <a:lnTo>
                    <a:pt x="78" y="106"/>
                  </a:lnTo>
                  <a:lnTo>
                    <a:pt x="74" y="106"/>
                  </a:lnTo>
                  <a:lnTo>
                    <a:pt x="66" y="106"/>
                  </a:lnTo>
                  <a:lnTo>
                    <a:pt x="60" y="106"/>
                  </a:lnTo>
                  <a:lnTo>
                    <a:pt x="54" y="104"/>
                  </a:lnTo>
                  <a:lnTo>
                    <a:pt x="50" y="100"/>
                  </a:lnTo>
                  <a:lnTo>
                    <a:pt x="50" y="94"/>
                  </a:lnTo>
                  <a:lnTo>
                    <a:pt x="38" y="92"/>
                  </a:lnTo>
                  <a:lnTo>
                    <a:pt x="24" y="90"/>
                  </a:lnTo>
                  <a:lnTo>
                    <a:pt x="20" y="88"/>
                  </a:lnTo>
                  <a:lnTo>
                    <a:pt x="16" y="86"/>
                  </a:lnTo>
                  <a:lnTo>
                    <a:pt x="12" y="82"/>
                  </a:lnTo>
                  <a:lnTo>
                    <a:pt x="10" y="80"/>
                  </a:lnTo>
                  <a:lnTo>
                    <a:pt x="12" y="76"/>
                  </a:lnTo>
                  <a:lnTo>
                    <a:pt x="16" y="70"/>
                  </a:lnTo>
                  <a:lnTo>
                    <a:pt x="14" y="64"/>
                  </a:lnTo>
                  <a:lnTo>
                    <a:pt x="10" y="60"/>
                  </a:lnTo>
                  <a:lnTo>
                    <a:pt x="8" y="56"/>
                  </a:lnTo>
                  <a:lnTo>
                    <a:pt x="6" y="52"/>
                  </a:lnTo>
                  <a:lnTo>
                    <a:pt x="2" y="50"/>
                  </a:lnTo>
                  <a:lnTo>
                    <a:pt x="0" y="44"/>
                  </a:lnTo>
                  <a:lnTo>
                    <a:pt x="2" y="36"/>
                  </a:lnTo>
                  <a:lnTo>
                    <a:pt x="6" y="28"/>
                  </a:lnTo>
                  <a:lnTo>
                    <a:pt x="18" y="16"/>
                  </a:lnTo>
                  <a:lnTo>
                    <a:pt x="26" y="6"/>
                  </a:lnTo>
                  <a:lnTo>
                    <a:pt x="28" y="12"/>
                  </a:lnTo>
                  <a:lnTo>
                    <a:pt x="30" y="16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4" y="28"/>
                  </a:lnTo>
                  <a:lnTo>
                    <a:pt x="24" y="34"/>
                  </a:lnTo>
                  <a:lnTo>
                    <a:pt x="24" y="44"/>
                  </a:lnTo>
                  <a:lnTo>
                    <a:pt x="28" y="48"/>
                  </a:lnTo>
                  <a:lnTo>
                    <a:pt x="30" y="48"/>
                  </a:lnTo>
                  <a:lnTo>
                    <a:pt x="34" y="46"/>
                  </a:lnTo>
                  <a:lnTo>
                    <a:pt x="38" y="44"/>
                  </a:lnTo>
                  <a:lnTo>
                    <a:pt x="40" y="38"/>
                  </a:lnTo>
                  <a:lnTo>
                    <a:pt x="38" y="34"/>
                  </a:lnTo>
                  <a:lnTo>
                    <a:pt x="36" y="30"/>
                  </a:lnTo>
                  <a:lnTo>
                    <a:pt x="32" y="26"/>
                  </a:lnTo>
                  <a:lnTo>
                    <a:pt x="30" y="24"/>
                  </a:lnTo>
                  <a:lnTo>
                    <a:pt x="32" y="20"/>
                  </a:lnTo>
                  <a:lnTo>
                    <a:pt x="34" y="16"/>
                  </a:lnTo>
                  <a:lnTo>
                    <a:pt x="44" y="10"/>
                  </a:lnTo>
                  <a:lnTo>
                    <a:pt x="50" y="4"/>
                  </a:lnTo>
                  <a:lnTo>
                    <a:pt x="58" y="0"/>
                  </a:lnTo>
                  <a:lnTo>
                    <a:pt x="62" y="4"/>
                  </a:lnTo>
                  <a:lnTo>
                    <a:pt x="66" y="4"/>
                  </a:lnTo>
                  <a:lnTo>
                    <a:pt x="70" y="6"/>
                  </a:lnTo>
                  <a:lnTo>
                    <a:pt x="76" y="6"/>
                  </a:lnTo>
                  <a:lnTo>
                    <a:pt x="82" y="12"/>
                  </a:lnTo>
                  <a:lnTo>
                    <a:pt x="88" y="18"/>
                  </a:lnTo>
                  <a:lnTo>
                    <a:pt x="94" y="20"/>
                  </a:lnTo>
                  <a:lnTo>
                    <a:pt x="106" y="22"/>
                  </a:lnTo>
                  <a:lnTo>
                    <a:pt x="114" y="22"/>
                  </a:lnTo>
                  <a:lnTo>
                    <a:pt x="120" y="24"/>
                  </a:lnTo>
                  <a:lnTo>
                    <a:pt x="126" y="26"/>
                  </a:lnTo>
                  <a:lnTo>
                    <a:pt x="132" y="28"/>
                  </a:lnTo>
                  <a:lnTo>
                    <a:pt x="146" y="24"/>
                  </a:lnTo>
                  <a:lnTo>
                    <a:pt x="162" y="20"/>
                  </a:lnTo>
                  <a:lnTo>
                    <a:pt x="174" y="16"/>
                  </a:lnTo>
                  <a:lnTo>
                    <a:pt x="176" y="16"/>
                  </a:lnTo>
                  <a:lnTo>
                    <a:pt x="174" y="18"/>
                  </a:lnTo>
                  <a:lnTo>
                    <a:pt x="170" y="24"/>
                  </a:lnTo>
                  <a:lnTo>
                    <a:pt x="170" y="26"/>
                  </a:lnTo>
                  <a:lnTo>
                    <a:pt x="174" y="34"/>
                  </a:lnTo>
                  <a:lnTo>
                    <a:pt x="180" y="32"/>
                  </a:lnTo>
                  <a:lnTo>
                    <a:pt x="184" y="34"/>
                  </a:lnTo>
                  <a:lnTo>
                    <a:pt x="190" y="38"/>
                  </a:lnTo>
                  <a:lnTo>
                    <a:pt x="194" y="40"/>
                  </a:lnTo>
                  <a:lnTo>
                    <a:pt x="196" y="46"/>
                  </a:lnTo>
                  <a:lnTo>
                    <a:pt x="196" y="52"/>
                  </a:lnTo>
                  <a:lnTo>
                    <a:pt x="192" y="56"/>
                  </a:lnTo>
                  <a:lnTo>
                    <a:pt x="200" y="54"/>
                  </a:lnTo>
                  <a:lnTo>
                    <a:pt x="204" y="54"/>
                  </a:lnTo>
                  <a:lnTo>
                    <a:pt x="208" y="56"/>
                  </a:lnTo>
                  <a:lnTo>
                    <a:pt x="214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3" name=""/>
            <p:cNvSpPr/>
            <p:nvPr/>
          </p:nvSpPr>
          <p:spPr>
            <a:xfrm>
              <a:off x="2340000" y="4004280"/>
              <a:ext cx="1248120" cy="1246680"/>
            </a:xfrm>
            <a:custGeom>
              <a:avLst/>
              <a:gdLst/>
              <a:ahLst/>
              <a:rect l="l" t="t" r="r" b="b"/>
              <a:pathLst>
                <a:path w="632" h="698">
                  <a:moveTo>
                    <a:pt x="362" y="12"/>
                  </a:moveTo>
                  <a:lnTo>
                    <a:pt x="356" y="26"/>
                  </a:lnTo>
                  <a:lnTo>
                    <a:pt x="348" y="38"/>
                  </a:lnTo>
                  <a:lnTo>
                    <a:pt x="342" y="44"/>
                  </a:lnTo>
                  <a:lnTo>
                    <a:pt x="336" y="50"/>
                  </a:lnTo>
                  <a:lnTo>
                    <a:pt x="330" y="54"/>
                  </a:lnTo>
                  <a:lnTo>
                    <a:pt x="320" y="54"/>
                  </a:lnTo>
                  <a:lnTo>
                    <a:pt x="314" y="54"/>
                  </a:lnTo>
                  <a:lnTo>
                    <a:pt x="308" y="52"/>
                  </a:lnTo>
                  <a:lnTo>
                    <a:pt x="306" y="50"/>
                  </a:lnTo>
                  <a:lnTo>
                    <a:pt x="304" y="44"/>
                  </a:lnTo>
                  <a:lnTo>
                    <a:pt x="294" y="48"/>
                  </a:lnTo>
                  <a:lnTo>
                    <a:pt x="282" y="52"/>
                  </a:lnTo>
                  <a:lnTo>
                    <a:pt x="282" y="62"/>
                  </a:lnTo>
                  <a:lnTo>
                    <a:pt x="280" y="60"/>
                  </a:lnTo>
                  <a:lnTo>
                    <a:pt x="276" y="58"/>
                  </a:lnTo>
                  <a:lnTo>
                    <a:pt x="274" y="56"/>
                  </a:lnTo>
                  <a:lnTo>
                    <a:pt x="270" y="56"/>
                  </a:lnTo>
                  <a:lnTo>
                    <a:pt x="264" y="56"/>
                  </a:lnTo>
                  <a:lnTo>
                    <a:pt x="260" y="58"/>
                  </a:lnTo>
                  <a:lnTo>
                    <a:pt x="254" y="64"/>
                  </a:lnTo>
                  <a:lnTo>
                    <a:pt x="248" y="68"/>
                  </a:lnTo>
                  <a:lnTo>
                    <a:pt x="244" y="70"/>
                  </a:lnTo>
                  <a:lnTo>
                    <a:pt x="238" y="70"/>
                  </a:lnTo>
                  <a:lnTo>
                    <a:pt x="234" y="70"/>
                  </a:lnTo>
                  <a:lnTo>
                    <a:pt x="232" y="68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2" y="44"/>
                  </a:lnTo>
                  <a:lnTo>
                    <a:pt x="224" y="38"/>
                  </a:lnTo>
                  <a:lnTo>
                    <a:pt x="226" y="34"/>
                  </a:lnTo>
                  <a:lnTo>
                    <a:pt x="226" y="30"/>
                  </a:lnTo>
                  <a:lnTo>
                    <a:pt x="226" y="26"/>
                  </a:lnTo>
                  <a:lnTo>
                    <a:pt x="226" y="20"/>
                  </a:lnTo>
                  <a:lnTo>
                    <a:pt x="224" y="14"/>
                  </a:lnTo>
                  <a:lnTo>
                    <a:pt x="220" y="10"/>
                  </a:lnTo>
                  <a:lnTo>
                    <a:pt x="220" y="8"/>
                  </a:lnTo>
                  <a:lnTo>
                    <a:pt x="220" y="0"/>
                  </a:lnTo>
                  <a:lnTo>
                    <a:pt x="208" y="0"/>
                  </a:lnTo>
                  <a:lnTo>
                    <a:pt x="208" y="6"/>
                  </a:lnTo>
                  <a:lnTo>
                    <a:pt x="204" y="10"/>
                  </a:lnTo>
                  <a:lnTo>
                    <a:pt x="200" y="12"/>
                  </a:lnTo>
                  <a:lnTo>
                    <a:pt x="196" y="16"/>
                  </a:lnTo>
                  <a:lnTo>
                    <a:pt x="182" y="22"/>
                  </a:lnTo>
                  <a:lnTo>
                    <a:pt x="178" y="26"/>
                  </a:lnTo>
                  <a:lnTo>
                    <a:pt x="174" y="30"/>
                  </a:lnTo>
                  <a:lnTo>
                    <a:pt x="162" y="24"/>
                  </a:lnTo>
                  <a:lnTo>
                    <a:pt x="156" y="20"/>
                  </a:lnTo>
                  <a:lnTo>
                    <a:pt x="146" y="18"/>
                  </a:lnTo>
                  <a:lnTo>
                    <a:pt x="154" y="38"/>
                  </a:lnTo>
                  <a:lnTo>
                    <a:pt x="158" y="46"/>
                  </a:lnTo>
                  <a:lnTo>
                    <a:pt x="160" y="48"/>
                  </a:lnTo>
                  <a:lnTo>
                    <a:pt x="164" y="52"/>
                  </a:lnTo>
                  <a:lnTo>
                    <a:pt x="158" y="62"/>
                  </a:lnTo>
                  <a:lnTo>
                    <a:pt x="146" y="70"/>
                  </a:lnTo>
                  <a:lnTo>
                    <a:pt x="136" y="76"/>
                  </a:lnTo>
                  <a:lnTo>
                    <a:pt x="128" y="80"/>
                  </a:lnTo>
                  <a:lnTo>
                    <a:pt x="120" y="80"/>
                  </a:lnTo>
                  <a:lnTo>
                    <a:pt x="114" y="80"/>
                  </a:lnTo>
                  <a:lnTo>
                    <a:pt x="110" y="78"/>
                  </a:lnTo>
                  <a:lnTo>
                    <a:pt x="108" y="74"/>
                  </a:lnTo>
                  <a:lnTo>
                    <a:pt x="108" y="64"/>
                  </a:lnTo>
                  <a:lnTo>
                    <a:pt x="104" y="54"/>
                  </a:lnTo>
                  <a:lnTo>
                    <a:pt x="90" y="62"/>
                  </a:lnTo>
                  <a:lnTo>
                    <a:pt x="80" y="64"/>
                  </a:lnTo>
                  <a:lnTo>
                    <a:pt x="68" y="64"/>
                  </a:lnTo>
                  <a:lnTo>
                    <a:pt x="62" y="68"/>
                  </a:lnTo>
                  <a:lnTo>
                    <a:pt x="64" y="68"/>
                  </a:lnTo>
                  <a:lnTo>
                    <a:pt x="66" y="70"/>
                  </a:lnTo>
                  <a:lnTo>
                    <a:pt x="68" y="74"/>
                  </a:lnTo>
                  <a:lnTo>
                    <a:pt x="72" y="76"/>
                  </a:lnTo>
                  <a:lnTo>
                    <a:pt x="72" y="84"/>
                  </a:lnTo>
                  <a:lnTo>
                    <a:pt x="66" y="84"/>
                  </a:lnTo>
                  <a:lnTo>
                    <a:pt x="62" y="86"/>
                  </a:lnTo>
                  <a:lnTo>
                    <a:pt x="60" y="90"/>
                  </a:lnTo>
                  <a:lnTo>
                    <a:pt x="58" y="92"/>
                  </a:lnTo>
                  <a:lnTo>
                    <a:pt x="60" y="98"/>
                  </a:lnTo>
                  <a:lnTo>
                    <a:pt x="62" y="104"/>
                  </a:lnTo>
                  <a:lnTo>
                    <a:pt x="66" y="110"/>
                  </a:lnTo>
                  <a:lnTo>
                    <a:pt x="68" y="116"/>
                  </a:lnTo>
                  <a:lnTo>
                    <a:pt x="66" y="140"/>
                  </a:lnTo>
                  <a:lnTo>
                    <a:pt x="62" y="168"/>
                  </a:lnTo>
                  <a:lnTo>
                    <a:pt x="62" y="172"/>
                  </a:lnTo>
                  <a:lnTo>
                    <a:pt x="58" y="174"/>
                  </a:lnTo>
                  <a:lnTo>
                    <a:pt x="46" y="176"/>
                  </a:lnTo>
                  <a:lnTo>
                    <a:pt x="36" y="178"/>
                  </a:lnTo>
                  <a:lnTo>
                    <a:pt x="26" y="180"/>
                  </a:lnTo>
                  <a:lnTo>
                    <a:pt x="20" y="184"/>
                  </a:lnTo>
                  <a:lnTo>
                    <a:pt x="18" y="188"/>
                  </a:lnTo>
                  <a:lnTo>
                    <a:pt x="16" y="196"/>
                  </a:lnTo>
                  <a:lnTo>
                    <a:pt x="14" y="204"/>
                  </a:lnTo>
                  <a:lnTo>
                    <a:pt x="10" y="216"/>
                  </a:lnTo>
                  <a:lnTo>
                    <a:pt x="8" y="220"/>
                  </a:lnTo>
                  <a:lnTo>
                    <a:pt x="6" y="222"/>
                  </a:lnTo>
                  <a:lnTo>
                    <a:pt x="2" y="226"/>
                  </a:lnTo>
                  <a:lnTo>
                    <a:pt x="0" y="230"/>
                  </a:lnTo>
                  <a:lnTo>
                    <a:pt x="2" y="236"/>
                  </a:lnTo>
                  <a:lnTo>
                    <a:pt x="4" y="240"/>
                  </a:lnTo>
                  <a:lnTo>
                    <a:pt x="8" y="248"/>
                  </a:lnTo>
                  <a:lnTo>
                    <a:pt x="14" y="256"/>
                  </a:lnTo>
                  <a:lnTo>
                    <a:pt x="16" y="260"/>
                  </a:lnTo>
                  <a:lnTo>
                    <a:pt x="16" y="266"/>
                  </a:lnTo>
                  <a:lnTo>
                    <a:pt x="24" y="268"/>
                  </a:lnTo>
                  <a:lnTo>
                    <a:pt x="30" y="272"/>
                  </a:lnTo>
                  <a:lnTo>
                    <a:pt x="36" y="278"/>
                  </a:lnTo>
                  <a:lnTo>
                    <a:pt x="40" y="280"/>
                  </a:lnTo>
                  <a:lnTo>
                    <a:pt x="44" y="278"/>
                  </a:lnTo>
                  <a:lnTo>
                    <a:pt x="46" y="278"/>
                  </a:lnTo>
                  <a:lnTo>
                    <a:pt x="48" y="270"/>
                  </a:lnTo>
                  <a:lnTo>
                    <a:pt x="58" y="270"/>
                  </a:lnTo>
                  <a:lnTo>
                    <a:pt x="58" y="286"/>
                  </a:lnTo>
                  <a:lnTo>
                    <a:pt x="58" y="292"/>
                  </a:lnTo>
                  <a:lnTo>
                    <a:pt x="60" y="294"/>
                  </a:lnTo>
                  <a:lnTo>
                    <a:pt x="62" y="296"/>
                  </a:lnTo>
                  <a:lnTo>
                    <a:pt x="64" y="296"/>
                  </a:lnTo>
                  <a:lnTo>
                    <a:pt x="66" y="296"/>
                  </a:lnTo>
                  <a:lnTo>
                    <a:pt x="74" y="298"/>
                  </a:lnTo>
                  <a:lnTo>
                    <a:pt x="86" y="300"/>
                  </a:lnTo>
                  <a:lnTo>
                    <a:pt x="94" y="296"/>
                  </a:lnTo>
                  <a:lnTo>
                    <a:pt x="102" y="290"/>
                  </a:lnTo>
                  <a:lnTo>
                    <a:pt x="116" y="280"/>
                  </a:lnTo>
                  <a:lnTo>
                    <a:pt x="122" y="276"/>
                  </a:lnTo>
                  <a:lnTo>
                    <a:pt x="130" y="274"/>
                  </a:lnTo>
                  <a:lnTo>
                    <a:pt x="136" y="274"/>
                  </a:lnTo>
                  <a:lnTo>
                    <a:pt x="138" y="276"/>
                  </a:lnTo>
                  <a:lnTo>
                    <a:pt x="140" y="280"/>
                  </a:lnTo>
                  <a:lnTo>
                    <a:pt x="140" y="284"/>
                  </a:lnTo>
                  <a:lnTo>
                    <a:pt x="138" y="294"/>
                  </a:lnTo>
                  <a:lnTo>
                    <a:pt x="140" y="304"/>
                  </a:lnTo>
                  <a:lnTo>
                    <a:pt x="144" y="310"/>
                  </a:lnTo>
                  <a:lnTo>
                    <a:pt x="148" y="318"/>
                  </a:lnTo>
                  <a:lnTo>
                    <a:pt x="158" y="324"/>
                  </a:lnTo>
                  <a:lnTo>
                    <a:pt x="168" y="328"/>
                  </a:lnTo>
                  <a:lnTo>
                    <a:pt x="172" y="326"/>
                  </a:lnTo>
                  <a:lnTo>
                    <a:pt x="174" y="328"/>
                  </a:lnTo>
                  <a:lnTo>
                    <a:pt x="178" y="332"/>
                  </a:lnTo>
                  <a:lnTo>
                    <a:pt x="182" y="334"/>
                  </a:lnTo>
                  <a:lnTo>
                    <a:pt x="188" y="336"/>
                  </a:lnTo>
                  <a:lnTo>
                    <a:pt x="188" y="340"/>
                  </a:lnTo>
                  <a:lnTo>
                    <a:pt x="190" y="342"/>
                  </a:lnTo>
                  <a:lnTo>
                    <a:pt x="194" y="342"/>
                  </a:lnTo>
                  <a:lnTo>
                    <a:pt x="198" y="342"/>
                  </a:lnTo>
                  <a:lnTo>
                    <a:pt x="208" y="340"/>
                  </a:lnTo>
                  <a:lnTo>
                    <a:pt x="212" y="342"/>
                  </a:lnTo>
                  <a:lnTo>
                    <a:pt x="216" y="344"/>
                  </a:lnTo>
                  <a:lnTo>
                    <a:pt x="220" y="354"/>
                  </a:lnTo>
                  <a:lnTo>
                    <a:pt x="222" y="364"/>
                  </a:lnTo>
                  <a:lnTo>
                    <a:pt x="224" y="366"/>
                  </a:lnTo>
                  <a:lnTo>
                    <a:pt x="226" y="368"/>
                  </a:lnTo>
                  <a:lnTo>
                    <a:pt x="226" y="376"/>
                  </a:lnTo>
                  <a:lnTo>
                    <a:pt x="226" y="382"/>
                  </a:lnTo>
                  <a:lnTo>
                    <a:pt x="228" y="386"/>
                  </a:lnTo>
                  <a:lnTo>
                    <a:pt x="232" y="390"/>
                  </a:lnTo>
                  <a:lnTo>
                    <a:pt x="242" y="392"/>
                  </a:lnTo>
                  <a:lnTo>
                    <a:pt x="254" y="394"/>
                  </a:lnTo>
                  <a:lnTo>
                    <a:pt x="254" y="400"/>
                  </a:lnTo>
                  <a:lnTo>
                    <a:pt x="254" y="404"/>
                  </a:lnTo>
                  <a:lnTo>
                    <a:pt x="258" y="408"/>
                  </a:lnTo>
                  <a:lnTo>
                    <a:pt x="260" y="412"/>
                  </a:lnTo>
                  <a:lnTo>
                    <a:pt x="268" y="420"/>
                  </a:lnTo>
                  <a:lnTo>
                    <a:pt x="270" y="422"/>
                  </a:lnTo>
                  <a:lnTo>
                    <a:pt x="270" y="430"/>
                  </a:lnTo>
                  <a:lnTo>
                    <a:pt x="270" y="436"/>
                  </a:lnTo>
                  <a:lnTo>
                    <a:pt x="266" y="444"/>
                  </a:lnTo>
                  <a:lnTo>
                    <a:pt x="264" y="448"/>
                  </a:lnTo>
                  <a:lnTo>
                    <a:pt x="264" y="454"/>
                  </a:lnTo>
                  <a:lnTo>
                    <a:pt x="264" y="464"/>
                  </a:lnTo>
                  <a:lnTo>
                    <a:pt x="270" y="480"/>
                  </a:lnTo>
                  <a:lnTo>
                    <a:pt x="276" y="496"/>
                  </a:lnTo>
                  <a:lnTo>
                    <a:pt x="278" y="500"/>
                  </a:lnTo>
                  <a:lnTo>
                    <a:pt x="282" y="502"/>
                  </a:lnTo>
                  <a:lnTo>
                    <a:pt x="292" y="502"/>
                  </a:lnTo>
                  <a:lnTo>
                    <a:pt x="300" y="504"/>
                  </a:lnTo>
                  <a:lnTo>
                    <a:pt x="306" y="508"/>
                  </a:lnTo>
                  <a:lnTo>
                    <a:pt x="308" y="514"/>
                  </a:lnTo>
                  <a:lnTo>
                    <a:pt x="314" y="526"/>
                  </a:lnTo>
                  <a:lnTo>
                    <a:pt x="320" y="536"/>
                  </a:lnTo>
                  <a:lnTo>
                    <a:pt x="322" y="532"/>
                  </a:lnTo>
                  <a:lnTo>
                    <a:pt x="326" y="530"/>
                  </a:lnTo>
                  <a:lnTo>
                    <a:pt x="328" y="528"/>
                  </a:lnTo>
                  <a:lnTo>
                    <a:pt x="332" y="530"/>
                  </a:lnTo>
                  <a:lnTo>
                    <a:pt x="332" y="534"/>
                  </a:lnTo>
                  <a:lnTo>
                    <a:pt x="332" y="540"/>
                  </a:lnTo>
                  <a:lnTo>
                    <a:pt x="332" y="554"/>
                  </a:lnTo>
                  <a:lnTo>
                    <a:pt x="332" y="564"/>
                  </a:lnTo>
                  <a:lnTo>
                    <a:pt x="338" y="564"/>
                  </a:lnTo>
                  <a:lnTo>
                    <a:pt x="344" y="562"/>
                  </a:lnTo>
                  <a:lnTo>
                    <a:pt x="346" y="572"/>
                  </a:lnTo>
                  <a:lnTo>
                    <a:pt x="348" y="582"/>
                  </a:lnTo>
                  <a:lnTo>
                    <a:pt x="348" y="586"/>
                  </a:lnTo>
                  <a:lnTo>
                    <a:pt x="346" y="590"/>
                  </a:lnTo>
                  <a:lnTo>
                    <a:pt x="340" y="596"/>
                  </a:lnTo>
                  <a:lnTo>
                    <a:pt x="326" y="602"/>
                  </a:lnTo>
                  <a:lnTo>
                    <a:pt x="318" y="610"/>
                  </a:lnTo>
                  <a:lnTo>
                    <a:pt x="308" y="622"/>
                  </a:lnTo>
                  <a:lnTo>
                    <a:pt x="302" y="636"/>
                  </a:lnTo>
                  <a:lnTo>
                    <a:pt x="298" y="642"/>
                  </a:lnTo>
                  <a:lnTo>
                    <a:pt x="298" y="648"/>
                  </a:lnTo>
                  <a:lnTo>
                    <a:pt x="308" y="648"/>
                  </a:lnTo>
                  <a:lnTo>
                    <a:pt x="318" y="652"/>
                  </a:lnTo>
                  <a:lnTo>
                    <a:pt x="330" y="660"/>
                  </a:lnTo>
                  <a:lnTo>
                    <a:pt x="340" y="666"/>
                  </a:lnTo>
                  <a:lnTo>
                    <a:pt x="362" y="684"/>
                  </a:lnTo>
                  <a:lnTo>
                    <a:pt x="380" y="698"/>
                  </a:lnTo>
                  <a:lnTo>
                    <a:pt x="382" y="686"/>
                  </a:lnTo>
                  <a:lnTo>
                    <a:pt x="384" y="674"/>
                  </a:lnTo>
                  <a:lnTo>
                    <a:pt x="390" y="672"/>
                  </a:lnTo>
                  <a:lnTo>
                    <a:pt x="396" y="668"/>
                  </a:lnTo>
                  <a:lnTo>
                    <a:pt x="402" y="664"/>
                  </a:lnTo>
                  <a:lnTo>
                    <a:pt x="406" y="656"/>
                  </a:lnTo>
                  <a:lnTo>
                    <a:pt x="414" y="638"/>
                  </a:lnTo>
                  <a:lnTo>
                    <a:pt x="418" y="624"/>
                  </a:lnTo>
                  <a:lnTo>
                    <a:pt x="422" y="620"/>
                  </a:lnTo>
                  <a:lnTo>
                    <a:pt x="424" y="620"/>
                  </a:lnTo>
                  <a:lnTo>
                    <a:pt x="426" y="618"/>
                  </a:lnTo>
                  <a:lnTo>
                    <a:pt x="430" y="614"/>
                  </a:lnTo>
                  <a:lnTo>
                    <a:pt x="436" y="596"/>
                  </a:lnTo>
                  <a:lnTo>
                    <a:pt x="434" y="594"/>
                  </a:lnTo>
                  <a:lnTo>
                    <a:pt x="432" y="592"/>
                  </a:lnTo>
                  <a:lnTo>
                    <a:pt x="428" y="588"/>
                  </a:lnTo>
                  <a:lnTo>
                    <a:pt x="428" y="560"/>
                  </a:lnTo>
                  <a:lnTo>
                    <a:pt x="432" y="554"/>
                  </a:lnTo>
                  <a:lnTo>
                    <a:pt x="438" y="546"/>
                  </a:lnTo>
                  <a:lnTo>
                    <a:pt x="454" y="534"/>
                  </a:lnTo>
                  <a:lnTo>
                    <a:pt x="472" y="524"/>
                  </a:lnTo>
                  <a:lnTo>
                    <a:pt x="488" y="516"/>
                  </a:lnTo>
                  <a:lnTo>
                    <a:pt x="498" y="514"/>
                  </a:lnTo>
                  <a:lnTo>
                    <a:pt x="510" y="514"/>
                  </a:lnTo>
                  <a:lnTo>
                    <a:pt x="522" y="512"/>
                  </a:lnTo>
                  <a:lnTo>
                    <a:pt x="528" y="510"/>
                  </a:lnTo>
                  <a:lnTo>
                    <a:pt x="528" y="506"/>
                  </a:lnTo>
                  <a:lnTo>
                    <a:pt x="538" y="494"/>
                  </a:lnTo>
                  <a:lnTo>
                    <a:pt x="546" y="478"/>
                  </a:lnTo>
                  <a:lnTo>
                    <a:pt x="558" y="448"/>
                  </a:lnTo>
                  <a:lnTo>
                    <a:pt x="560" y="438"/>
                  </a:lnTo>
                  <a:lnTo>
                    <a:pt x="562" y="428"/>
                  </a:lnTo>
                  <a:lnTo>
                    <a:pt x="562" y="420"/>
                  </a:lnTo>
                  <a:lnTo>
                    <a:pt x="564" y="418"/>
                  </a:lnTo>
                  <a:lnTo>
                    <a:pt x="568" y="414"/>
                  </a:lnTo>
                  <a:lnTo>
                    <a:pt x="562" y="412"/>
                  </a:lnTo>
                  <a:lnTo>
                    <a:pt x="572" y="380"/>
                  </a:lnTo>
                  <a:lnTo>
                    <a:pt x="570" y="366"/>
                  </a:lnTo>
                  <a:lnTo>
                    <a:pt x="568" y="360"/>
                  </a:lnTo>
                  <a:lnTo>
                    <a:pt x="568" y="350"/>
                  </a:lnTo>
                  <a:lnTo>
                    <a:pt x="566" y="340"/>
                  </a:lnTo>
                  <a:lnTo>
                    <a:pt x="564" y="338"/>
                  </a:lnTo>
                  <a:lnTo>
                    <a:pt x="566" y="332"/>
                  </a:lnTo>
                  <a:lnTo>
                    <a:pt x="568" y="328"/>
                  </a:lnTo>
                  <a:lnTo>
                    <a:pt x="572" y="326"/>
                  </a:lnTo>
                  <a:lnTo>
                    <a:pt x="580" y="326"/>
                  </a:lnTo>
                  <a:lnTo>
                    <a:pt x="584" y="316"/>
                  </a:lnTo>
                  <a:lnTo>
                    <a:pt x="590" y="306"/>
                  </a:lnTo>
                  <a:lnTo>
                    <a:pt x="590" y="304"/>
                  </a:lnTo>
                  <a:lnTo>
                    <a:pt x="596" y="294"/>
                  </a:lnTo>
                  <a:lnTo>
                    <a:pt x="602" y="284"/>
                  </a:lnTo>
                  <a:lnTo>
                    <a:pt x="614" y="268"/>
                  </a:lnTo>
                  <a:lnTo>
                    <a:pt x="622" y="258"/>
                  </a:lnTo>
                  <a:lnTo>
                    <a:pt x="628" y="250"/>
                  </a:lnTo>
                  <a:lnTo>
                    <a:pt x="630" y="236"/>
                  </a:lnTo>
                  <a:lnTo>
                    <a:pt x="632" y="224"/>
                  </a:lnTo>
                  <a:lnTo>
                    <a:pt x="632" y="208"/>
                  </a:lnTo>
                  <a:lnTo>
                    <a:pt x="628" y="196"/>
                  </a:lnTo>
                  <a:lnTo>
                    <a:pt x="626" y="192"/>
                  </a:lnTo>
                  <a:lnTo>
                    <a:pt x="622" y="186"/>
                  </a:lnTo>
                  <a:lnTo>
                    <a:pt x="618" y="184"/>
                  </a:lnTo>
                  <a:lnTo>
                    <a:pt x="614" y="182"/>
                  </a:lnTo>
                  <a:lnTo>
                    <a:pt x="604" y="182"/>
                  </a:lnTo>
                  <a:lnTo>
                    <a:pt x="594" y="176"/>
                  </a:lnTo>
                  <a:lnTo>
                    <a:pt x="586" y="172"/>
                  </a:lnTo>
                  <a:lnTo>
                    <a:pt x="580" y="166"/>
                  </a:lnTo>
                  <a:lnTo>
                    <a:pt x="566" y="152"/>
                  </a:lnTo>
                  <a:lnTo>
                    <a:pt x="556" y="146"/>
                  </a:lnTo>
                  <a:lnTo>
                    <a:pt x="548" y="142"/>
                  </a:lnTo>
                  <a:lnTo>
                    <a:pt x="538" y="142"/>
                  </a:lnTo>
                  <a:lnTo>
                    <a:pt x="530" y="142"/>
                  </a:lnTo>
                  <a:lnTo>
                    <a:pt x="522" y="144"/>
                  </a:lnTo>
                  <a:lnTo>
                    <a:pt x="512" y="142"/>
                  </a:lnTo>
                  <a:lnTo>
                    <a:pt x="508" y="140"/>
                  </a:lnTo>
                  <a:lnTo>
                    <a:pt x="504" y="136"/>
                  </a:lnTo>
                  <a:lnTo>
                    <a:pt x="500" y="134"/>
                  </a:lnTo>
                  <a:lnTo>
                    <a:pt x="494" y="132"/>
                  </a:lnTo>
                  <a:lnTo>
                    <a:pt x="486" y="134"/>
                  </a:lnTo>
                  <a:lnTo>
                    <a:pt x="480" y="136"/>
                  </a:lnTo>
                  <a:lnTo>
                    <a:pt x="476" y="140"/>
                  </a:lnTo>
                  <a:lnTo>
                    <a:pt x="472" y="142"/>
                  </a:lnTo>
                  <a:lnTo>
                    <a:pt x="470" y="132"/>
                  </a:lnTo>
                  <a:lnTo>
                    <a:pt x="466" y="124"/>
                  </a:lnTo>
                  <a:lnTo>
                    <a:pt x="460" y="120"/>
                  </a:lnTo>
                  <a:lnTo>
                    <a:pt x="454" y="114"/>
                  </a:lnTo>
                  <a:lnTo>
                    <a:pt x="446" y="110"/>
                  </a:lnTo>
                  <a:lnTo>
                    <a:pt x="440" y="106"/>
                  </a:lnTo>
                  <a:lnTo>
                    <a:pt x="430" y="104"/>
                  </a:lnTo>
                  <a:lnTo>
                    <a:pt x="422" y="104"/>
                  </a:lnTo>
                  <a:lnTo>
                    <a:pt x="414" y="102"/>
                  </a:lnTo>
                  <a:lnTo>
                    <a:pt x="412" y="114"/>
                  </a:lnTo>
                  <a:lnTo>
                    <a:pt x="406" y="120"/>
                  </a:lnTo>
                  <a:lnTo>
                    <a:pt x="400" y="126"/>
                  </a:lnTo>
                  <a:lnTo>
                    <a:pt x="394" y="134"/>
                  </a:lnTo>
                  <a:lnTo>
                    <a:pt x="392" y="122"/>
                  </a:lnTo>
                  <a:lnTo>
                    <a:pt x="380" y="122"/>
                  </a:lnTo>
                  <a:lnTo>
                    <a:pt x="370" y="120"/>
                  </a:lnTo>
                  <a:lnTo>
                    <a:pt x="360" y="120"/>
                  </a:lnTo>
                  <a:lnTo>
                    <a:pt x="348" y="120"/>
                  </a:lnTo>
                  <a:lnTo>
                    <a:pt x="358" y="116"/>
                  </a:lnTo>
                  <a:lnTo>
                    <a:pt x="366" y="112"/>
                  </a:lnTo>
                  <a:lnTo>
                    <a:pt x="368" y="104"/>
                  </a:lnTo>
                  <a:lnTo>
                    <a:pt x="358" y="106"/>
                  </a:lnTo>
                  <a:lnTo>
                    <a:pt x="364" y="96"/>
                  </a:lnTo>
                  <a:lnTo>
                    <a:pt x="370" y="86"/>
                  </a:lnTo>
                  <a:lnTo>
                    <a:pt x="374" y="82"/>
                  </a:lnTo>
                  <a:lnTo>
                    <a:pt x="380" y="76"/>
                  </a:lnTo>
                  <a:lnTo>
                    <a:pt x="382" y="70"/>
                  </a:lnTo>
                  <a:lnTo>
                    <a:pt x="386" y="64"/>
                  </a:lnTo>
                  <a:lnTo>
                    <a:pt x="376" y="56"/>
                  </a:lnTo>
                  <a:lnTo>
                    <a:pt x="370" y="50"/>
                  </a:lnTo>
                  <a:lnTo>
                    <a:pt x="368" y="42"/>
                  </a:lnTo>
                  <a:lnTo>
                    <a:pt x="368" y="36"/>
                  </a:lnTo>
                  <a:lnTo>
                    <a:pt x="368" y="28"/>
                  </a:lnTo>
                  <a:lnTo>
                    <a:pt x="368" y="20"/>
                  </a:lnTo>
                  <a:lnTo>
                    <a:pt x="364" y="14"/>
                  </a:lnTo>
                  <a:lnTo>
                    <a:pt x="362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4" name=""/>
            <p:cNvSpPr/>
            <p:nvPr/>
          </p:nvSpPr>
          <p:spPr>
            <a:xfrm>
              <a:off x="2115720" y="4121280"/>
              <a:ext cx="172440" cy="210600"/>
            </a:xfrm>
            <a:custGeom>
              <a:avLst/>
              <a:gdLst/>
              <a:ahLst/>
              <a:rect l="l" t="t" r="r" b="b"/>
              <a:pathLst>
                <a:path w="88" h="118">
                  <a:moveTo>
                    <a:pt x="12" y="86"/>
                  </a:moveTo>
                  <a:lnTo>
                    <a:pt x="10" y="90"/>
                  </a:lnTo>
                  <a:lnTo>
                    <a:pt x="12" y="92"/>
                  </a:lnTo>
                  <a:lnTo>
                    <a:pt x="12" y="98"/>
                  </a:lnTo>
                  <a:lnTo>
                    <a:pt x="10" y="102"/>
                  </a:lnTo>
                  <a:lnTo>
                    <a:pt x="8" y="106"/>
                  </a:lnTo>
                  <a:lnTo>
                    <a:pt x="18" y="112"/>
                  </a:lnTo>
                  <a:lnTo>
                    <a:pt x="30" y="118"/>
                  </a:lnTo>
                  <a:lnTo>
                    <a:pt x="34" y="116"/>
                  </a:lnTo>
                  <a:lnTo>
                    <a:pt x="36" y="112"/>
                  </a:lnTo>
                  <a:lnTo>
                    <a:pt x="40" y="102"/>
                  </a:lnTo>
                  <a:lnTo>
                    <a:pt x="46" y="88"/>
                  </a:lnTo>
                  <a:lnTo>
                    <a:pt x="50" y="84"/>
                  </a:lnTo>
                  <a:lnTo>
                    <a:pt x="56" y="80"/>
                  </a:lnTo>
                  <a:lnTo>
                    <a:pt x="68" y="74"/>
                  </a:lnTo>
                  <a:lnTo>
                    <a:pt x="78" y="66"/>
                  </a:lnTo>
                  <a:lnTo>
                    <a:pt x="84" y="54"/>
                  </a:lnTo>
                  <a:lnTo>
                    <a:pt x="86" y="50"/>
                  </a:lnTo>
                  <a:lnTo>
                    <a:pt x="86" y="42"/>
                  </a:lnTo>
                  <a:lnTo>
                    <a:pt x="88" y="40"/>
                  </a:lnTo>
                  <a:lnTo>
                    <a:pt x="86" y="32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70" y="24"/>
                  </a:lnTo>
                  <a:lnTo>
                    <a:pt x="56" y="18"/>
                  </a:lnTo>
                  <a:lnTo>
                    <a:pt x="42" y="10"/>
                  </a:lnTo>
                  <a:lnTo>
                    <a:pt x="34" y="2"/>
                  </a:lnTo>
                  <a:lnTo>
                    <a:pt x="28" y="0"/>
                  </a:lnTo>
                  <a:lnTo>
                    <a:pt x="20" y="2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12" y="26"/>
                  </a:lnTo>
                  <a:lnTo>
                    <a:pt x="6" y="40"/>
                  </a:lnTo>
                  <a:lnTo>
                    <a:pt x="2" y="54"/>
                  </a:lnTo>
                  <a:lnTo>
                    <a:pt x="0" y="64"/>
                  </a:lnTo>
                  <a:lnTo>
                    <a:pt x="4" y="70"/>
                  </a:lnTo>
                  <a:lnTo>
                    <a:pt x="6" y="72"/>
                  </a:lnTo>
                  <a:lnTo>
                    <a:pt x="10" y="72"/>
                  </a:lnTo>
                  <a:lnTo>
                    <a:pt x="14" y="70"/>
                  </a:lnTo>
                  <a:lnTo>
                    <a:pt x="18" y="66"/>
                  </a:lnTo>
                  <a:lnTo>
                    <a:pt x="18" y="74"/>
                  </a:lnTo>
                  <a:lnTo>
                    <a:pt x="18" y="80"/>
                  </a:lnTo>
                  <a:lnTo>
                    <a:pt x="12" y="84"/>
                  </a:lnTo>
                  <a:lnTo>
                    <a:pt x="8" y="86"/>
                  </a:lnTo>
                  <a:lnTo>
                    <a:pt x="10" y="86"/>
                  </a:lnTo>
                  <a:lnTo>
                    <a:pt x="12" y="8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5" name=""/>
            <p:cNvSpPr/>
            <p:nvPr/>
          </p:nvSpPr>
          <p:spPr>
            <a:xfrm>
              <a:off x="2107440" y="4179600"/>
              <a:ext cx="410040" cy="592560"/>
            </a:xfrm>
            <a:custGeom>
              <a:avLst/>
              <a:gdLst/>
              <a:ahLst/>
              <a:rect l="l" t="t" r="r" b="b"/>
              <a:pathLst>
                <a:path w="208" h="332">
                  <a:moveTo>
                    <a:pt x="186" y="332"/>
                  </a:moveTo>
                  <a:lnTo>
                    <a:pt x="180" y="324"/>
                  </a:lnTo>
                  <a:lnTo>
                    <a:pt x="174" y="318"/>
                  </a:lnTo>
                  <a:lnTo>
                    <a:pt x="154" y="300"/>
                  </a:lnTo>
                  <a:lnTo>
                    <a:pt x="146" y="294"/>
                  </a:lnTo>
                  <a:lnTo>
                    <a:pt x="136" y="292"/>
                  </a:lnTo>
                  <a:lnTo>
                    <a:pt x="118" y="282"/>
                  </a:lnTo>
                  <a:lnTo>
                    <a:pt x="108" y="276"/>
                  </a:lnTo>
                  <a:lnTo>
                    <a:pt x="98" y="268"/>
                  </a:lnTo>
                  <a:lnTo>
                    <a:pt x="94" y="262"/>
                  </a:lnTo>
                  <a:lnTo>
                    <a:pt x="90" y="254"/>
                  </a:lnTo>
                  <a:lnTo>
                    <a:pt x="80" y="232"/>
                  </a:lnTo>
                  <a:lnTo>
                    <a:pt x="72" y="212"/>
                  </a:lnTo>
                  <a:lnTo>
                    <a:pt x="62" y="194"/>
                  </a:lnTo>
                  <a:lnTo>
                    <a:pt x="52" y="174"/>
                  </a:lnTo>
                  <a:lnTo>
                    <a:pt x="46" y="158"/>
                  </a:lnTo>
                  <a:lnTo>
                    <a:pt x="40" y="146"/>
                  </a:lnTo>
                  <a:lnTo>
                    <a:pt x="32" y="132"/>
                  </a:lnTo>
                  <a:lnTo>
                    <a:pt x="24" y="118"/>
                  </a:lnTo>
                  <a:lnTo>
                    <a:pt x="22" y="114"/>
                  </a:lnTo>
                  <a:lnTo>
                    <a:pt x="18" y="112"/>
                  </a:lnTo>
                  <a:lnTo>
                    <a:pt x="12" y="108"/>
                  </a:lnTo>
                  <a:lnTo>
                    <a:pt x="4" y="106"/>
                  </a:lnTo>
                  <a:lnTo>
                    <a:pt x="2" y="104"/>
                  </a:lnTo>
                  <a:lnTo>
                    <a:pt x="0" y="100"/>
                  </a:lnTo>
                  <a:lnTo>
                    <a:pt x="0" y="82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4" y="60"/>
                  </a:lnTo>
                  <a:lnTo>
                    <a:pt x="12" y="54"/>
                  </a:lnTo>
                  <a:lnTo>
                    <a:pt x="16" y="54"/>
                  </a:lnTo>
                  <a:lnTo>
                    <a:pt x="14" y="58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0"/>
                  </a:lnTo>
                  <a:lnTo>
                    <a:pt x="12" y="74"/>
                  </a:lnTo>
                  <a:lnTo>
                    <a:pt x="22" y="80"/>
                  </a:lnTo>
                  <a:lnTo>
                    <a:pt x="34" y="86"/>
                  </a:lnTo>
                  <a:lnTo>
                    <a:pt x="38" y="84"/>
                  </a:lnTo>
                  <a:lnTo>
                    <a:pt x="40" y="80"/>
                  </a:lnTo>
                  <a:lnTo>
                    <a:pt x="44" y="70"/>
                  </a:lnTo>
                  <a:lnTo>
                    <a:pt x="50" y="56"/>
                  </a:lnTo>
                  <a:lnTo>
                    <a:pt x="54" y="52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2" y="34"/>
                  </a:lnTo>
                  <a:lnTo>
                    <a:pt x="88" y="22"/>
                  </a:lnTo>
                  <a:lnTo>
                    <a:pt x="90" y="18"/>
                  </a:lnTo>
                  <a:lnTo>
                    <a:pt x="90" y="10"/>
                  </a:lnTo>
                  <a:lnTo>
                    <a:pt x="92" y="8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100" y="4"/>
                  </a:lnTo>
                  <a:lnTo>
                    <a:pt x="106" y="8"/>
                  </a:lnTo>
                  <a:lnTo>
                    <a:pt x="114" y="14"/>
                  </a:lnTo>
                  <a:lnTo>
                    <a:pt x="120" y="22"/>
                  </a:lnTo>
                  <a:lnTo>
                    <a:pt x="124" y="26"/>
                  </a:lnTo>
                  <a:lnTo>
                    <a:pt x="126" y="34"/>
                  </a:lnTo>
                  <a:lnTo>
                    <a:pt x="128" y="42"/>
                  </a:lnTo>
                  <a:lnTo>
                    <a:pt x="144" y="42"/>
                  </a:lnTo>
                  <a:lnTo>
                    <a:pt x="146" y="42"/>
                  </a:lnTo>
                  <a:lnTo>
                    <a:pt x="148" y="40"/>
                  </a:lnTo>
                  <a:lnTo>
                    <a:pt x="152" y="38"/>
                  </a:lnTo>
                  <a:lnTo>
                    <a:pt x="154" y="38"/>
                  </a:lnTo>
                  <a:lnTo>
                    <a:pt x="156" y="40"/>
                  </a:lnTo>
                  <a:lnTo>
                    <a:pt x="160" y="44"/>
                  </a:lnTo>
                  <a:lnTo>
                    <a:pt x="160" y="40"/>
                  </a:lnTo>
                  <a:lnTo>
                    <a:pt x="164" y="38"/>
                  </a:lnTo>
                  <a:lnTo>
                    <a:pt x="172" y="40"/>
                  </a:lnTo>
                  <a:lnTo>
                    <a:pt x="178" y="44"/>
                  </a:lnTo>
                  <a:lnTo>
                    <a:pt x="176" y="48"/>
                  </a:lnTo>
                  <a:lnTo>
                    <a:pt x="174" y="52"/>
                  </a:lnTo>
                  <a:lnTo>
                    <a:pt x="170" y="56"/>
                  </a:lnTo>
                  <a:lnTo>
                    <a:pt x="168" y="60"/>
                  </a:lnTo>
                  <a:lnTo>
                    <a:pt x="170" y="64"/>
                  </a:lnTo>
                  <a:lnTo>
                    <a:pt x="174" y="66"/>
                  </a:lnTo>
                  <a:lnTo>
                    <a:pt x="180" y="70"/>
                  </a:lnTo>
                  <a:lnTo>
                    <a:pt x="180" y="74"/>
                  </a:lnTo>
                  <a:lnTo>
                    <a:pt x="176" y="76"/>
                  </a:lnTo>
                  <a:lnTo>
                    <a:pt x="164" y="78"/>
                  </a:lnTo>
                  <a:lnTo>
                    <a:pt x="154" y="80"/>
                  </a:lnTo>
                  <a:lnTo>
                    <a:pt x="144" y="82"/>
                  </a:lnTo>
                  <a:lnTo>
                    <a:pt x="138" y="86"/>
                  </a:lnTo>
                  <a:lnTo>
                    <a:pt x="136" y="90"/>
                  </a:lnTo>
                  <a:lnTo>
                    <a:pt x="134" y="98"/>
                  </a:lnTo>
                  <a:lnTo>
                    <a:pt x="132" y="106"/>
                  </a:lnTo>
                  <a:lnTo>
                    <a:pt x="128" y="118"/>
                  </a:lnTo>
                  <a:lnTo>
                    <a:pt x="126" y="122"/>
                  </a:lnTo>
                  <a:lnTo>
                    <a:pt x="124" y="124"/>
                  </a:lnTo>
                  <a:lnTo>
                    <a:pt x="120" y="128"/>
                  </a:lnTo>
                  <a:lnTo>
                    <a:pt x="118" y="132"/>
                  </a:lnTo>
                  <a:lnTo>
                    <a:pt x="120" y="138"/>
                  </a:lnTo>
                  <a:lnTo>
                    <a:pt x="122" y="142"/>
                  </a:lnTo>
                  <a:lnTo>
                    <a:pt x="126" y="150"/>
                  </a:lnTo>
                  <a:lnTo>
                    <a:pt x="132" y="158"/>
                  </a:lnTo>
                  <a:lnTo>
                    <a:pt x="134" y="162"/>
                  </a:lnTo>
                  <a:lnTo>
                    <a:pt x="134" y="168"/>
                  </a:lnTo>
                  <a:lnTo>
                    <a:pt x="142" y="170"/>
                  </a:lnTo>
                  <a:lnTo>
                    <a:pt x="148" y="174"/>
                  </a:lnTo>
                  <a:lnTo>
                    <a:pt x="154" y="180"/>
                  </a:lnTo>
                  <a:lnTo>
                    <a:pt x="158" y="182"/>
                  </a:lnTo>
                  <a:lnTo>
                    <a:pt x="162" y="180"/>
                  </a:lnTo>
                  <a:lnTo>
                    <a:pt x="164" y="180"/>
                  </a:lnTo>
                  <a:lnTo>
                    <a:pt x="166" y="172"/>
                  </a:lnTo>
                  <a:lnTo>
                    <a:pt x="176" y="172"/>
                  </a:lnTo>
                  <a:lnTo>
                    <a:pt x="176" y="188"/>
                  </a:lnTo>
                  <a:lnTo>
                    <a:pt x="176" y="194"/>
                  </a:lnTo>
                  <a:lnTo>
                    <a:pt x="178" y="196"/>
                  </a:lnTo>
                  <a:lnTo>
                    <a:pt x="180" y="198"/>
                  </a:lnTo>
                  <a:lnTo>
                    <a:pt x="182" y="198"/>
                  </a:lnTo>
                  <a:lnTo>
                    <a:pt x="184" y="198"/>
                  </a:lnTo>
                  <a:lnTo>
                    <a:pt x="192" y="200"/>
                  </a:lnTo>
                  <a:lnTo>
                    <a:pt x="202" y="212"/>
                  </a:lnTo>
                  <a:lnTo>
                    <a:pt x="206" y="218"/>
                  </a:lnTo>
                  <a:lnTo>
                    <a:pt x="208" y="226"/>
                  </a:lnTo>
                  <a:lnTo>
                    <a:pt x="206" y="258"/>
                  </a:lnTo>
                  <a:lnTo>
                    <a:pt x="204" y="264"/>
                  </a:lnTo>
                  <a:lnTo>
                    <a:pt x="204" y="266"/>
                  </a:lnTo>
                  <a:lnTo>
                    <a:pt x="202" y="270"/>
                  </a:lnTo>
                  <a:lnTo>
                    <a:pt x="200" y="276"/>
                  </a:lnTo>
                  <a:lnTo>
                    <a:pt x="202" y="290"/>
                  </a:lnTo>
                  <a:lnTo>
                    <a:pt x="204" y="294"/>
                  </a:lnTo>
                  <a:lnTo>
                    <a:pt x="208" y="296"/>
                  </a:lnTo>
                  <a:lnTo>
                    <a:pt x="204" y="306"/>
                  </a:lnTo>
                  <a:lnTo>
                    <a:pt x="202" y="316"/>
                  </a:lnTo>
                  <a:lnTo>
                    <a:pt x="200" y="322"/>
                  </a:lnTo>
                  <a:lnTo>
                    <a:pt x="196" y="326"/>
                  </a:lnTo>
                  <a:lnTo>
                    <a:pt x="190" y="330"/>
                  </a:lnTo>
                  <a:lnTo>
                    <a:pt x="186" y="3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6" name=""/>
            <p:cNvSpPr/>
            <p:nvPr/>
          </p:nvSpPr>
          <p:spPr>
            <a:xfrm>
              <a:off x="2486880" y="4492800"/>
              <a:ext cx="385920" cy="425520"/>
            </a:xfrm>
            <a:custGeom>
              <a:avLst/>
              <a:gdLst/>
              <a:ahLst/>
              <a:rect l="l" t="t" r="r" b="b"/>
              <a:pathLst>
                <a:path w="196" h="238">
                  <a:moveTo>
                    <a:pt x="0" y="24"/>
                  </a:moveTo>
                  <a:lnTo>
                    <a:pt x="10" y="34"/>
                  </a:lnTo>
                  <a:lnTo>
                    <a:pt x="14" y="42"/>
                  </a:lnTo>
                  <a:lnTo>
                    <a:pt x="16" y="50"/>
                  </a:lnTo>
                  <a:lnTo>
                    <a:pt x="14" y="82"/>
                  </a:lnTo>
                  <a:lnTo>
                    <a:pt x="12" y="88"/>
                  </a:lnTo>
                  <a:lnTo>
                    <a:pt x="12" y="90"/>
                  </a:lnTo>
                  <a:lnTo>
                    <a:pt x="10" y="94"/>
                  </a:lnTo>
                  <a:lnTo>
                    <a:pt x="8" y="100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20"/>
                  </a:lnTo>
                  <a:lnTo>
                    <a:pt x="14" y="126"/>
                  </a:lnTo>
                  <a:lnTo>
                    <a:pt x="12" y="132"/>
                  </a:lnTo>
                  <a:lnTo>
                    <a:pt x="8" y="146"/>
                  </a:lnTo>
                  <a:lnTo>
                    <a:pt x="18" y="156"/>
                  </a:lnTo>
                  <a:lnTo>
                    <a:pt x="22" y="168"/>
                  </a:lnTo>
                  <a:lnTo>
                    <a:pt x="26" y="198"/>
                  </a:lnTo>
                  <a:lnTo>
                    <a:pt x="28" y="200"/>
                  </a:lnTo>
                  <a:lnTo>
                    <a:pt x="30" y="202"/>
                  </a:lnTo>
                  <a:lnTo>
                    <a:pt x="34" y="204"/>
                  </a:lnTo>
                  <a:lnTo>
                    <a:pt x="36" y="208"/>
                  </a:lnTo>
                  <a:lnTo>
                    <a:pt x="42" y="228"/>
                  </a:lnTo>
                  <a:lnTo>
                    <a:pt x="44" y="234"/>
                  </a:lnTo>
                  <a:lnTo>
                    <a:pt x="46" y="238"/>
                  </a:lnTo>
                  <a:lnTo>
                    <a:pt x="50" y="238"/>
                  </a:lnTo>
                  <a:lnTo>
                    <a:pt x="56" y="236"/>
                  </a:lnTo>
                  <a:lnTo>
                    <a:pt x="60" y="232"/>
                  </a:lnTo>
                  <a:lnTo>
                    <a:pt x="70" y="220"/>
                  </a:lnTo>
                  <a:lnTo>
                    <a:pt x="76" y="226"/>
                  </a:lnTo>
                  <a:lnTo>
                    <a:pt x="84" y="228"/>
                  </a:lnTo>
                  <a:lnTo>
                    <a:pt x="92" y="230"/>
                  </a:lnTo>
                  <a:lnTo>
                    <a:pt x="98" y="238"/>
                  </a:lnTo>
                  <a:lnTo>
                    <a:pt x="100" y="232"/>
                  </a:lnTo>
                  <a:lnTo>
                    <a:pt x="104" y="230"/>
                  </a:lnTo>
                  <a:lnTo>
                    <a:pt x="112" y="228"/>
                  </a:lnTo>
                  <a:lnTo>
                    <a:pt x="126" y="228"/>
                  </a:lnTo>
                  <a:lnTo>
                    <a:pt x="126" y="204"/>
                  </a:lnTo>
                  <a:lnTo>
                    <a:pt x="128" y="196"/>
                  </a:lnTo>
                  <a:lnTo>
                    <a:pt x="132" y="188"/>
                  </a:lnTo>
                  <a:lnTo>
                    <a:pt x="136" y="180"/>
                  </a:lnTo>
                  <a:lnTo>
                    <a:pt x="144" y="176"/>
                  </a:lnTo>
                  <a:lnTo>
                    <a:pt x="152" y="172"/>
                  </a:lnTo>
                  <a:lnTo>
                    <a:pt x="162" y="172"/>
                  </a:lnTo>
                  <a:lnTo>
                    <a:pt x="170" y="172"/>
                  </a:lnTo>
                  <a:lnTo>
                    <a:pt x="178" y="174"/>
                  </a:lnTo>
                  <a:lnTo>
                    <a:pt x="190" y="180"/>
                  </a:lnTo>
                  <a:lnTo>
                    <a:pt x="190" y="174"/>
                  </a:lnTo>
                  <a:lnTo>
                    <a:pt x="192" y="170"/>
                  </a:lnTo>
                  <a:lnTo>
                    <a:pt x="196" y="162"/>
                  </a:lnTo>
                  <a:lnTo>
                    <a:pt x="196" y="156"/>
                  </a:lnTo>
                  <a:lnTo>
                    <a:pt x="196" y="148"/>
                  </a:lnTo>
                  <a:lnTo>
                    <a:pt x="194" y="146"/>
                  </a:lnTo>
                  <a:lnTo>
                    <a:pt x="186" y="138"/>
                  </a:lnTo>
                  <a:lnTo>
                    <a:pt x="184" y="134"/>
                  </a:lnTo>
                  <a:lnTo>
                    <a:pt x="180" y="130"/>
                  </a:lnTo>
                  <a:lnTo>
                    <a:pt x="180" y="126"/>
                  </a:lnTo>
                  <a:lnTo>
                    <a:pt x="180" y="120"/>
                  </a:lnTo>
                  <a:lnTo>
                    <a:pt x="168" y="118"/>
                  </a:lnTo>
                  <a:lnTo>
                    <a:pt x="158" y="116"/>
                  </a:lnTo>
                  <a:lnTo>
                    <a:pt x="154" y="112"/>
                  </a:lnTo>
                  <a:lnTo>
                    <a:pt x="152" y="108"/>
                  </a:lnTo>
                  <a:lnTo>
                    <a:pt x="152" y="102"/>
                  </a:lnTo>
                  <a:lnTo>
                    <a:pt x="152" y="94"/>
                  </a:lnTo>
                  <a:lnTo>
                    <a:pt x="150" y="92"/>
                  </a:lnTo>
                  <a:lnTo>
                    <a:pt x="148" y="90"/>
                  </a:lnTo>
                  <a:lnTo>
                    <a:pt x="146" y="80"/>
                  </a:lnTo>
                  <a:lnTo>
                    <a:pt x="142" y="70"/>
                  </a:lnTo>
                  <a:lnTo>
                    <a:pt x="138" y="68"/>
                  </a:lnTo>
                  <a:lnTo>
                    <a:pt x="134" y="66"/>
                  </a:lnTo>
                  <a:lnTo>
                    <a:pt x="124" y="68"/>
                  </a:lnTo>
                  <a:lnTo>
                    <a:pt x="120" y="68"/>
                  </a:lnTo>
                  <a:lnTo>
                    <a:pt x="116" y="68"/>
                  </a:lnTo>
                  <a:lnTo>
                    <a:pt x="114" y="66"/>
                  </a:lnTo>
                  <a:lnTo>
                    <a:pt x="114" y="62"/>
                  </a:lnTo>
                  <a:lnTo>
                    <a:pt x="108" y="60"/>
                  </a:lnTo>
                  <a:lnTo>
                    <a:pt x="104" y="58"/>
                  </a:lnTo>
                  <a:lnTo>
                    <a:pt x="100" y="54"/>
                  </a:lnTo>
                  <a:lnTo>
                    <a:pt x="98" y="52"/>
                  </a:lnTo>
                  <a:lnTo>
                    <a:pt x="94" y="54"/>
                  </a:lnTo>
                  <a:lnTo>
                    <a:pt x="84" y="50"/>
                  </a:lnTo>
                  <a:lnTo>
                    <a:pt x="74" y="44"/>
                  </a:lnTo>
                  <a:lnTo>
                    <a:pt x="70" y="36"/>
                  </a:lnTo>
                  <a:lnTo>
                    <a:pt x="66" y="30"/>
                  </a:lnTo>
                  <a:lnTo>
                    <a:pt x="64" y="20"/>
                  </a:lnTo>
                  <a:lnTo>
                    <a:pt x="66" y="10"/>
                  </a:lnTo>
                  <a:lnTo>
                    <a:pt x="66" y="6"/>
                  </a:lnTo>
                  <a:lnTo>
                    <a:pt x="64" y="2"/>
                  </a:lnTo>
                  <a:lnTo>
                    <a:pt x="62" y="0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6"/>
                  </a:lnTo>
                  <a:lnTo>
                    <a:pt x="30" y="14"/>
                  </a:lnTo>
                  <a:lnTo>
                    <a:pt x="20" y="22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4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7" name=""/>
            <p:cNvSpPr/>
            <p:nvPr/>
          </p:nvSpPr>
          <p:spPr>
            <a:xfrm>
              <a:off x="2734920" y="4799880"/>
              <a:ext cx="264960" cy="272520"/>
            </a:xfrm>
            <a:custGeom>
              <a:avLst/>
              <a:gdLst/>
              <a:ahLst/>
              <a:rect l="l" t="t" r="r" b="b"/>
              <a:pathLst>
                <a:path w="134" h="152">
                  <a:moveTo>
                    <a:pt x="132" y="118"/>
                  </a:moveTo>
                  <a:lnTo>
                    <a:pt x="134" y="122"/>
                  </a:lnTo>
                  <a:lnTo>
                    <a:pt x="134" y="130"/>
                  </a:lnTo>
                  <a:lnTo>
                    <a:pt x="134" y="136"/>
                  </a:lnTo>
                  <a:lnTo>
                    <a:pt x="130" y="138"/>
                  </a:lnTo>
                  <a:lnTo>
                    <a:pt x="122" y="146"/>
                  </a:lnTo>
                  <a:lnTo>
                    <a:pt x="112" y="150"/>
                  </a:lnTo>
                  <a:lnTo>
                    <a:pt x="102" y="152"/>
                  </a:lnTo>
                  <a:lnTo>
                    <a:pt x="94" y="152"/>
                  </a:lnTo>
                  <a:lnTo>
                    <a:pt x="86" y="150"/>
                  </a:lnTo>
                  <a:lnTo>
                    <a:pt x="82" y="148"/>
                  </a:lnTo>
                  <a:lnTo>
                    <a:pt x="74" y="148"/>
                  </a:lnTo>
                  <a:lnTo>
                    <a:pt x="76" y="138"/>
                  </a:lnTo>
                  <a:lnTo>
                    <a:pt x="80" y="132"/>
                  </a:lnTo>
                  <a:lnTo>
                    <a:pt x="82" y="124"/>
                  </a:lnTo>
                  <a:lnTo>
                    <a:pt x="84" y="116"/>
                  </a:lnTo>
                  <a:lnTo>
                    <a:pt x="82" y="110"/>
                  </a:lnTo>
                  <a:lnTo>
                    <a:pt x="78" y="106"/>
                  </a:lnTo>
                  <a:lnTo>
                    <a:pt x="72" y="106"/>
                  </a:lnTo>
                  <a:lnTo>
                    <a:pt x="64" y="104"/>
                  </a:lnTo>
                  <a:lnTo>
                    <a:pt x="62" y="102"/>
                  </a:lnTo>
                  <a:lnTo>
                    <a:pt x="60" y="98"/>
                  </a:lnTo>
                  <a:lnTo>
                    <a:pt x="58" y="94"/>
                  </a:lnTo>
                  <a:lnTo>
                    <a:pt x="54" y="92"/>
                  </a:lnTo>
                  <a:lnTo>
                    <a:pt x="46" y="90"/>
                  </a:lnTo>
                  <a:lnTo>
                    <a:pt x="40" y="88"/>
                  </a:lnTo>
                  <a:lnTo>
                    <a:pt x="34" y="88"/>
                  </a:lnTo>
                  <a:lnTo>
                    <a:pt x="30" y="86"/>
                  </a:lnTo>
                  <a:lnTo>
                    <a:pt x="24" y="82"/>
                  </a:lnTo>
                  <a:lnTo>
                    <a:pt x="12" y="66"/>
                  </a:lnTo>
                  <a:lnTo>
                    <a:pt x="4" y="62"/>
                  </a:lnTo>
                  <a:lnTo>
                    <a:pt x="2" y="60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0" y="32"/>
                  </a:lnTo>
                  <a:lnTo>
                    <a:pt x="2" y="24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18" y="4"/>
                  </a:lnTo>
                  <a:lnTo>
                    <a:pt x="26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2"/>
                  </a:lnTo>
                  <a:lnTo>
                    <a:pt x="64" y="8"/>
                  </a:lnTo>
                  <a:lnTo>
                    <a:pt x="64" y="18"/>
                  </a:lnTo>
                  <a:lnTo>
                    <a:pt x="70" y="34"/>
                  </a:lnTo>
                  <a:lnTo>
                    <a:pt x="76" y="50"/>
                  </a:lnTo>
                  <a:lnTo>
                    <a:pt x="78" y="54"/>
                  </a:lnTo>
                  <a:lnTo>
                    <a:pt x="82" y="56"/>
                  </a:lnTo>
                  <a:lnTo>
                    <a:pt x="92" y="56"/>
                  </a:lnTo>
                  <a:lnTo>
                    <a:pt x="100" y="58"/>
                  </a:lnTo>
                  <a:lnTo>
                    <a:pt x="106" y="62"/>
                  </a:lnTo>
                  <a:lnTo>
                    <a:pt x="108" y="68"/>
                  </a:lnTo>
                  <a:lnTo>
                    <a:pt x="114" y="80"/>
                  </a:lnTo>
                  <a:lnTo>
                    <a:pt x="120" y="90"/>
                  </a:lnTo>
                  <a:lnTo>
                    <a:pt x="122" y="86"/>
                  </a:lnTo>
                  <a:lnTo>
                    <a:pt x="126" y="84"/>
                  </a:lnTo>
                  <a:lnTo>
                    <a:pt x="128" y="82"/>
                  </a:lnTo>
                  <a:lnTo>
                    <a:pt x="132" y="84"/>
                  </a:lnTo>
                  <a:lnTo>
                    <a:pt x="132" y="88"/>
                  </a:lnTo>
                  <a:lnTo>
                    <a:pt x="132" y="94"/>
                  </a:lnTo>
                  <a:lnTo>
                    <a:pt x="132" y="106"/>
                  </a:lnTo>
                  <a:lnTo>
                    <a:pt x="132" y="1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8" name=""/>
            <p:cNvSpPr/>
            <p:nvPr/>
          </p:nvSpPr>
          <p:spPr>
            <a:xfrm>
              <a:off x="2925000" y="5161680"/>
              <a:ext cx="165240" cy="145800"/>
            </a:xfrm>
            <a:custGeom>
              <a:avLst/>
              <a:gdLst/>
              <a:ahLst/>
              <a:rect l="l" t="t" r="r" b="b"/>
              <a:pathLst>
                <a:path w="84" h="82">
                  <a:moveTo>
                    <a:pt x="2" y="0"/>
                  </a:moveTo>
                  <a:lnTo>
                    <a:pt x="12" y="0"/>
                  </a:lnTo>
                  <a:lnTo>
                    <a:pt x="22" y="4"/>
                  </a:lnTo>
                  <a:lnTo>
                    <a:pt x="34" y="12"/>
                  </a:lnTo>
                  <a:lnTo>
                    <a:pt x="44" y="18"/>
                  </a:lnTo>
                  <a:lnTo>
                    <a:pt x="66" y="36"/>
                  </a:lnTo>
                  <a:lnTo>
                    <a:pt x="84" y="50"/>
                  </a:lnTo>
                  <a:lnTo>
                    <a:pt x="78" y="62"/>
                  </a:lnTo>
                  <a:lnTo>
                    <a:pt x="72" y="72"/>
                  </a:lnTo>
                  <a:lnTo>
                    <a:pt x="66" y="78"/>
                  </a:lnTo>
                  <a:lnTo>
                    <a:pt x="60" y="82"/>
                  </a:lnTo>
                  <a:lnTo>
                    <a:pt x="58" y="82"/>
                  </a:lnTo>
                  <a:lnTo>
                    <a:pt x="40" y="80"/>
                  </a:lnTo>
                  <a:lnTo>
                    <a:pt x="24" y="76"/>
                  </a:lnTo>
                  <a:lnTo>
                    <a:pt x="12" y="72"/>
                  </a:lnTo>
                  <a:lnTo>
                    <a:pt x="0" y="6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9" name=""/>
            <p:cNvSpPr/>
            <p:nvPr/>
          </p:nvSpPr>
          <p:spPr>
            <a:xfrm>
              <a:off x="2543400" y="4885920"/>
              <a:ext cx="483840" cy="984960"/>
            </a:xfrm>
            <a:custGeom>
              <a:avLst/>
              <a:gdLst/>
              <a:ahLst/>
              <a:rect l="l" t="t" r="r" b="b"/>
              <a:pathLst>
                <a:path w="246" h="552">
                  <a:moveTo>
                    <a:pt x="196" y="154"/>
                  </a:moveTo>
                  <a:lnTo>
                    <a:pt x="196" y="148"/>
                  </a:lnTo>
                  <a:lnTo>
                    <a:pt x="200" y="142"/>
                  </a:lnTo>
                  <a:lnTo>
                    <a:pt x="206" y="128"/>
                  </a:lnTo>
                  <a:lnTo>
                    <a:pt x="216" y="116"/>
                  </a:lnTo>
                  <a:lnTo>
                    <a:pt x="224" y="108"/>
                  </a:lnTo>
                  <a:lnTo>
                    <a:pt x="238" y="102"/>
                  </a:lnTo>
                  <a:lnTo>
                    <a:pt x="244" y="96"/>
                  </a:lnTo>
                  <a:lnTo>
                    <a:pt x="246" y="92"/>
                  </a:lnTo>
                  <a:lnTo>
                    <a:pt x="246" y="88"/>
                  </a:lnTo>
                  <a:lnTo>
                    <a:pt x="244" y="78"/>
                  </a:lnTo>
                  <a:lnTo>
                    <a:pt x="242" y="68"/>
                  </a:lnTo>
                  <a:lnTo>
                    <a:pt x="236" y="70"/>
                  </a:lnTo>
                  <a:lnTo>
                    <a:pt x="230" y="70"/>
                  </a:lnTo>
                  <a:lnTo>
                    <a:pt x="232" y="74"/>
                  </a:lnTo>
                  <a:lnTo>
                    <a:pt x="232" y="82"/>
                  </a:lnTo>
                  <a:lnTo>
                    <a:pt x="232" y="88"/>
                  </a:lnTo>
                  <a:lnTo>
                    <a:pt x="228" y="90"/>
                  </a:lnTo>
                  <a:lnTo>
                    <a:pt x="220" y="98"/>
                  </a:lnTo>
                  <a:lnTo>
                    <a:pt x="210" y="102"/>
                  </a:lnTo>
                  <a:lnTo>
                    <a:pt x="200" y="104"/>
                  </a:lnTo>
                  <a:lnTo>
                    <a:pt x="192" y="104"/>
                  </a:lnTo>
                  <a:lnTo>
                    <a:pt x="184" y="102"/>
                  </a:lnTo>
                  <a:lnTo>
                    <a:pt x="180" y="100"/>
                  </a:lnTo>
                  <a:lnTo>
                    <a:pt x="172" y="100"/>
                  </a:lnTo>
                  <a:lnTo>
                    <a:pt x="174" y="90"/>
                  </a:lnTo>
                  <a:lnTo>
                    <a:pt x="178" y="84"/>
                  </a:lnTo>
                  <a:lnTo>
                    <a:pt x="180" y="76"/>
                  </a:lnTo>
                  <a:lnTo>
                    <a:pt x="182" y="68"/>
                  </a:lnTo>
                  <a:lnTo>
                    <a:pt x="180" y="62"/>
                  </a:lnTo>
                  <a:lnTo>
                    <a:pt x="176" y="58"/>
                  </a:lnTo>
                  <a:lnTo>
                    <a:pt x="170" y="58"/>
                  </a:lnTo>
                  <a:lnTo>
                    <a:pt x="162" y="56"/>
                  </a:lnTo>
                  <a:lnTo>
                    <a:pt x="160" y="54"/>
                  </a:lnTo>
                  <a:lnTo>
                    <a:pt x="158" y="50"/>
                  </a:lnTo>
                  <a:lnTo>
                    <a:pt x="156" y="46"/>
                  </a:lnTo>
                  <a:lnTo>
                    <a:pt x="152" y="44"/>
                  </a:lnTo>
                  <a:lnTo>
                    <a:pt x="144" y="42"/>
                  </a:lnTo>
                  <a:lnTo>
                    <a:pt x="138" y="40"/>
                  </a:lnTo>
                  <a:lnTo>
                    <a:pt x="132" y="40"/>
                  </a:lnTo>
                  <a:lnTo>
                    <a:pt x="128" y="38"/>
                  </a:lnTo>
                  <a:lnTo>
                    <a:pt x="122" y="34"/>
                  </a:lnTo>
                  <a:lnTo>
                    <a:pt x="110" y="18"/>
                  </a:lnTo>
                  <a:lnTo>
                    <a:pt x="102" y="14"/>
                  </a:lnTo>
                  <a:lnTo>
                    <a:pt x="98" y="10"/>
                  </a:lnTo>
                  <a:lnTo>
                    <a:pt x="98" y="8"/>
                  </a:lnTo>
                  <a:lnTo>
                    <a:pt x="84" y="8"/>
                  </a:lnTo>
                  <a:lnTo>
                    <a:pt x="76" y="10"/>
                  </a:lnTo>
                  <a:lnTo>
                    <a:pt x="72" y="12"/>
                  </a:lnTo>
                  <a:lnTo>
                    <a:pt x="70" y="18"/>
                  </a:lnTo>
                  <a:lnTo>
                    <a:pt x="64" y="10"/>
                  </a:lnTo>
                  <a:lnTo>
                    <a:pt x="56" y="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34" y="8"/>
                  </a:lnTo>
                  <a:lnTo>
                    <a:pt x="28" y="16"/>
                  </a:lnTo>
                  <a:lnTo>
                    <a:pt x="30" y="30"/>
                  </a:lnTo>
                  <a:lnTo>
                    <a:pt x="30" y="34"/>
                  </a:lnTo>
                  <a:lnTo>
                    <a:pt x="28" y="40"/>
                  </a:lnTo>
                  <a:lnTo>
                    <a:pt x="22" y="46"/>
                  </a:lnTo>
                  <a:lnTo>
                    <a:pt x="16" y="50"/>
                  </a:lnTo>
                  <a:lnTo>
                    <a:pt x="14" y="54"/>
                  </a:lnTo>
                  <a:lnTo>
                    <a:pt x="12" y="62"/>
                  </a:lnTo>
                  <a:lnTo>
                    <a:pt x="14" y="80"/>
                  </a:lnTo>
                  <a:lnTo>
                    <a:pt x="16" y="86"/>
                  </a:lnTo>
                  <a:lnTo>
                    <a:pt x="20" y="92"/>
                  </a:lnTo>
                  <a:lnTo>
                    <a:pt x="16" y="100"/>
                  </a:lnTo>
                  <a:lnTo>
                    <a:pt x="8" y="112"/>
                  </a:lnTo>
                  <a:lnTo>
                    <a:pt x="2" y="122"/>
                  </a:lnTo>
                  <a:lnTo>
                    <a:pt x="0" y="136"/>
                  </a:lnTo>
                  <a:lnTo>
                    <a:pt x="2" y="140"/>
                  </a:lnTo>
                  <a:lnTo>
                    <a:pt x="4" y="144"/>
                  </a:lnTo>
                  <a:lnTo>
                    <a:pt x="8" y="146"/>
                  </a:lnTo>
                  <a:lnTo>
                    <a:pt x="8" y="152"/>
                  </a:lnTo>
                  <a:lnTo>
                    <a:pt x="4" y="162"/>
                  </a:lnTo>
                  <a:lnTo>
                    <a:pt x="2" y="170"/>
                  </a:lnTo>
                  <a:lnTo>
                    <a:pt x="0" y="174"/>
                  </a:lnTo>
                  <a:lnTo>
                    <a:pt x="2" y="180"/>
                  </a:lnTo>
                  <a:lnTo>
                    <a:pt x="4" y="186"/>
                  </a:lnTo>
                  <a:lnTo>
                    <a:pt x="8" y="192"/>
                  </a:lnTo>
                  <a:lnTo>
                    <a:pt x="10" y="198"/>
                  </a:lnTo>
                  <a:lnTo>
                    <a:pt x="12" y="204"/>
                  </a:lnTo>
                  <a:lnTo>
                    <a:pt x="16" y="210"/>
                  </a:lnTo>
                  <a:lnTo>
                    <a:pt x="18" y="218"/>
                  </a:lnTo>
                  <a:lnTo>
                    <a:pt x="20" y="226"/>
                  </a:lnTo>
                  <a:lnTo>
                    <a:pt x="20" y="256"/>
                  </a:lnTo>
                  <a:lnTo>
                    <a:pt x="18" y="260"/>
                  </a:lnTo>
                  <a:lnTo>
                    <a:pt x="16" y="266"/>
                  </a:lnTo>
                  <a:lnTo>
                    <a:pt x="14" y="270"/>
                  </a:lnTo>
                  <a:lnTo>
                    <a:pt x="12" y="274"/>
                  </a:lnTo>
                  <a:lnTo>
                    <a:pt x="16" y="280"/>
                  </a:lnTo>
                  <a:lnTo>
                    <a:pt x="18" y="292"/>
                  </a:lnTo>
                  <a:lnTo>
                    <a:pt x="24" y="300"/>
                  </a:lnTo>
                  <a:lnTo>
                    <a:pt x="26" y="308"/>
                  </a:lnTo>
                  <a:lnTo>
                    <a:pt x="24" y="310"/>
                  </a:lnTo>
                  <a:lnTo>
                    <a:pt x="22" y="312"/>
                  </a:lnTo>
                  <a:lnTo>
                    <a:pt x="20" y="316"/>
                  </a:lnTo>
                  <a:lnTo>
                    <a:pt x="18" y="322"/>
                  </a:lnTo>
                  <a:lnTo>
                    <a:pt x="20" y="336"/>
                  </a:lnTo>
                  <a:lnTo>
                    <a:pt x="26" y="348"/>
                  </a:lnTo>
                  <a:lnTo>
                    <a:pt x="30" y="362"/>
                  </a:lnTo>
                  <a:lnTo>
                    <a:pt x="32" y="370"/>
                  </a:lnTo>
                  <a:lnTo>
                    <a:pt x="30" y="374"/>
                  </a:lnTo>
                  <a:lnTo>
                    <a:pt x="26" y="374"/>
                  </a:lnTo>
                  <a:lnTo>
                    <a:pt x="38" y="394"/>
                  </a:lnTo>
                  <a:lnTo>
                    <a:pt x="46" y="408"/>
                  </a:lnTo>
                  <a:lnTo>
                    <a:pt x="50" y="412"/>
                  </a:lnTo>
                  <a:lnTo>
                    <a:pt x="54" y="414"/>
                  </a:lnTo>
                  <a:lnTo>
                    <a:pt x="52" y="418"/>
                  </a:lnTo>
                  <a:lnTo>
                    <a:pt x="50" y="422"/>
                  </a:lnTo>
                  <a:lnTo>
                    <a:pt x="52" y="432"/>
                  </a:lnTo>
                  <a:lnTo>
                    <a:pt x="54" y="438"/>
                  </a:lnTo>
                  <a:lnTo>
                    <a:pt x="58" y="446"/>
                  </a:lnTo>
                  <a:lnTo>
                    <a:pt x="58" y="456"/>
                  </a:lnTo>
                  <a:lnTo>
                    <a:pt x="58" y="462"/>
                  </a:lnTo>
                  <a:lnTo>
                    <a:pt x="56" y="464"/>
                  </a:lnTo>
                  <a:lnTo>
                    <a:pt x="54" y="468"/>
                  </a:lnTo>
                  <a:lnTo>
                    <a:pt x="52" y="472"/>
                  </a:lnTo>
                  <a:lnTo>
                    <a:pt x="54" y="474"/>
                  </a:lnTo>
                  <a:lnTo>
                    <a:pt x="54" y="476"/>
                  </a:lnTo>
                  <a:lnTo>
                    <a:pt x="56" y="480"/>
                  </a:lnTo>
                  <a:lnTo>
                    <a:pt x="56" y="484"/>
                  </a:lnTo>
                  <a:lnTo>
                    <a:pt x="54" y="494"/>
                  </a:lnTo>
                  <a:lnTo>
                    <a:pt x="52" y="504"/>
                  </a:lnTo>
                  <a:lnTo>
                    <a:pt x="54" y="510"/>
                  </a:lnTo>
                  <a:lnTo>
                    <a:pt x="56" y="514"/>
                  </a:lnTo>
                  <a:lnTo>
                    <a:pt x="64" y="520"/>
                  </a:lnTo>
                  <a:lnTo>
                    <a:pt x="70" y="524"/>
                  </a:lnTo>
                  <a:lnTo>
                    <a:pt x="78" y="528"/>
                  </a:lnTo>
                  <a:lnTo>
                    <a:pt x="84" y="534"/>
                  </a:lnTo>
                  <a:lnTo>
                    <a:pt x="86" y="540"/>
                  </a:lnTo>
                  <a:lnTo>
                    <a:pt x="88" y="546"/>
                  </a:lnTo>
                  <a:lnTo>
                    <a:pt x="92" y="552"/>
                  </a:lnTo>
                  <a:lnTo>
                    <a:pt x="140" y="552"/>
                  </a:lnTo>
                  <a:lnTo>
                    <a:pt x="128" y="532"/>
                  </a:lnTo>
                  <a:lnTo>
                    <a:pt x="124" y="526"/>
                  </a:lnTo>
                  <a:lnTo>
                    <a:pt x="124" y="522"/>
                  </a:lnTo>
                  <a:lnTo>
                    <a:pt x="124" y="518"/>
                  </a:lnTo>
                  <a:lnTo>
                    <a:pt x="124" y="516"/>
                  </a:lnTo>
                  <a:lnTo>
                    <a:pt x="124" y="514"/>
                  </a:lnTo>
                  <a:lnTo>
                    <a:pt x="128" y="512"/>
                  </a:lnTo>
                  <a:lnTo>
                    <a:pt x="134" y="508"/>
                  </a:lnTo>
                  <a:lnTo>
                    <a:pt x="138" y="504"/>
                  </a:lnTo>
                  <a:lnTo>
                    <a:pt x="134" y="502"/>
                  </a:lnTo>
                  <a:lnTo>
                    <a:pt x="134" y="500"/>
                  </a:lnTo>
                  <a:lnTo>
                    <a:pt x="134" y="494"/>
                  </a:lnTo>
                  <a:lnTo>
                    <a:pt x="136" y="490"/>
                  </a:lnTo>
                  <a:lnTo>
                    <a:pt x="142" y="484"/>
                  </a:lnTo>
                  <a:lnTo>
                    <a:pt x="150" y="478"/>
                  </a:lnTo>
                  <a:lnTo>
                    <a:pt x="152" y="474"/>
                  </a:lnTo>
                  <a:lnTo>
                    <a:pt x="152" y="470"/>
                  </a:lnTo>
                  <a:lnTo>
                    <a:pt x="152" y="464"/>
                  </a:lnTo>
                  <a:lnTo>
                    <a:pt x="148" y="460"/>
                  </a:lnTo>
                  <a:lnTo>
                    <a:pt x="148" y="458"/>
                  </a:lnTo>
                  <a:lnTo>
                    <a:pt x="140" y="456"/>
                  </a:lnTo>
                  <a:lnTo>
                    <a:pt x="128" y="450"/>
                  </a:lnTo>
                  <a:lnTo>
                    <a:pt x="118" y="444"/>
                  </a:lnTo>
                  <a:lnTo>
                    <a:pt x="116" y="442"/>
                  </a:lnTo>
                  <a:lnTo>
                    <a:pt x="114" y="440"/>
                  </a:lnTo>
                  <a:lnTo>
                    <a:pt x="116" y="436"/>
                  </a:lnTo>
                  <a:lnTo>
                    <a:pt x="118" y="432"/>
                  </a:lnTo>
                  <a:lnTo>
                    <a:pt x="124" y="424"/>
                  </a:lnTo>
                  <a:lnTo>
                    <a:pt x="134" y="418"/>
                  </a:lnTo>
                  <a:lnTo>
                    <a:pt x="140" y="410"/>
                  </a:lnTo>
                  <a:lnTo>
                    <a:pt x="138" y="404"/>
                  </a:lnTo>
                  <a:lnTo>
                    <a:pt x="136" y="396"/>
                  </a:lnTo>
                  <a:lnTo>
                    <a:pt x="138" y="390"/>
                  </a:lnTo>
                  <a:lnTo>
                    <a:pt x="140" y="388"/>
                  </a:lnTo>
                  <a:lnTo>
                    <a:pt x="144" y="386"/>
                  </a:lnTo>
                  <a:lnTo>
                    <a:pt x="140" y="380"/>
                  </a:lnTo>
                  <a:lnTo>
                    <a:pt x="136" y="374"/>
                  </a:lnTo>
                  <a:lnTo>
                    <a:pt x="142" y="378"/>
                  </a:lnTo>
                  <a:lnTo>
                    <a:pt x="144" y="380"/>
                  </a:lnTo>
                  <a:lnTo>
                    <a:pt x="148" y="382"/>
                  </a:lnTo>
                  <a:lnTo>
                    <a:pt x="152" y="380"/>
                  </a:lnTo>
                  <a:lnTo>
                    <a:pt x="152" y="374"/>
                  </a:lnTo>
                  <a:lnTo>
                    <a:pt x="152" y="368"/>
                  </a:lnTo>
                  <a:lnTo>
                    <a:pt x="146" y="366"/>
                  </a:lnTo>
                  <a:lnTo>
                    <a:pt x="140" y="368"/>
                  </a:lnTo>
                  <a:lnTo>
                    <a:pt x="134" y="370"/>
                  </a:lnTo>
                  <a:lnTo>
                    <a:pt x="126" y="360"/>
                  </a:lnTo>
                  <a:lnTo>
                    <a:pt x="122" y="346"/>
                  </a:lnTo>
                  <a:lnTo>
                    <a:pt x="128" y="346"/>
                  </a:lnTo>
                  <a:lnTo>
                    <a:pt x="136" y="346"/>
                  </a:lnTo>
                  <a:lnTo>
                    <a:pt x="144" y="350"/>
                  </a:lnTo>
                  <a:lnTo>
                    <a:pt x="152" y="350"/>
                  </a:lnTo>
                  <a:lnTo>
                    <a:pt x="158" y="348"/>
                  </a:lnTo>
                  <a:lnTo>
                    <a:pt x="164" y="344"/>
                  </a:lnTo>
                  <a:lnTo>
                    <a:pt x="160" y="340"/>
                  </a:lnTo>
                  <a:lnTo>
                    <a:pt x="156" y="336"/>
                  </a:lnTo>
                  <a:lnTo>
                    <a:pt x="156" y="334"/>
                  </a:lnTo>
                  <a:lnTo>
                    <a:pt x="156" y="326"/>
                  </a:lnTo>
                  <a:lnTo>
                    <a:pt x="162" y="320"/>
                  </a:lnTo>
                  <a:lnTo>
                    <a:pt x="168" y="314"/>
                  </a:lnTo>
                  <a:lnTo>
                    <a:pt x="176" y="312"/>
                  </a:lnTo>
                  <a:lnTo>
                    <a:pt x="192" y="308"/>
                  </a:lnTo>
                  <a:lnTo>
                    <a:pt x="206" y="306"/>
                  </a:lnTo>
                  <a:lnTo>
                    <a:pt x="210" y="304"/>
                  </a:lnTo>
                  <a:lnTo>
                    <a:pt x="216" y="300"/>
                  </a:lnTo>
                  <a:lnTo>
                    <a:pt x="224" y="290"/>
                  </a:lnTo>
                  <a:lnTo>
                    <a:pt x="230" y="280"/>
                  </a:lnTo>
                  <a:lnTo>
                    <a:pt x="232" y="268"/>
                  </a:lnTo>
                  <a:lnTo>
                    <a:pt x="230" y="262"/>
                  </a:lnTo>
                  <a:lnTo>
                    <a:pt x="226" y="258"/>
                  </a:lnTo>
                  <a:lnTo>
                    <a:pt x="222" y="254"/>
                  </a:lnTo>
                  <a:lnTo>
                    <a:pt x="220" y="250"/>
                  </a:lnTo>
                  <a:lnTo>
                    <a:pt x="220" y="248"/>
                  </a:lnTo>
                  <a:lnTo>
                    <a:pt x="220" y="242"/>
                  </a:lnTo>
                  <a:lnTo>
                    <a:pt x="206" y="232"/>
                  </a:lnTo>
                  <a:lnTo>
                    <a:pt x="198" y="226"/>
                  </a:lnTo>
                  <a:lnTo>
                    <a:pt x="194" y="220"/>
                  </a:lnTo>
                  <a:lnTo>
                    <a:pt x="196" y="154"/>
                  </a:lnTo>
                  <a:lnTo>
                    <a:pt x="196" y="148"/>
                  </a:lnTo>
                  <a:lnTo>
                    <a:pt x="200" y="142"/>
                  </a:lnTo>
                  <a:lnTo>
                    <a:pt x="206" y="128"/>
                  </a:lnTo>
                  <a:lnTo>
                    <a:pt x="216" y="116"/>
                  </a:lnTo>
                  <a:lnTo>
                    <a:pt x="224" y="108"/>
                  </a:lnTo>
                  <a:lnTo>
                    <a:pt x="238" y="102"/>
                  </a:lnTo>
                  <a:lnTo>
                    <a:pt x="244" y="96"/>
                  </a:lnTo>
                  <a:lnTo>
                    <a:pt x="246" y="92"/>
                  </a:lnTo>
                  <a:lnTo>
                    <a:pt x="246" y="88"/>
                  </a:lnTo>
                  <a:lnTo>
                    <a:pt x="244" y="78"/>
                  </a:lnTo>
                  <a:lnTo>
                    <a:pt x="242" y="68"/>
                  </a:lnTo>
                  <a:lnTo>
                    <a:pt x="244" y="78"/>
                  </a:lnTo>
                  <a:lnTo>
                    <a:pt x="246" y="88"/>
                  </a:lnTo>
                  <a:lnTo>
                    <a:pt x="246" y="92"/>
                  </a:lnTo>
                  <a:lnTo>
                    <a:pt x="244" y="96"/>
                  </a:lnTo>
                  <a:lnTo>
                    <a:pt x="238" y="102"/>
                  </a:lnTo>
                  <a:lnTo>
                    <a:pt x="224" y="108"/>
                  </a:lnTo>
                  <a:lnTo>
                    <a:pt x="216" y="116"/>
                  </a:lnTo>
                  <a:lnTo>
                    <a:pt x="206" y="128"/>
                  </a:lnTo>
                  <a:lnTo>
                    <a:pt x="200" y="142"/>
                  </a:lnTo>
                  <a:lnTo>
                    <a:pt x="196" y="148"/>
                  </a:lnTo>
                  <a:lnTo>
                    <a:pt x="196" y="154"/>
                  </a:lnTo>
                  <a:lnTo>
                    <a:pt x="194" y="220"/>
                  </a:lnTo>
                  <a:lnTo>
                    <a:pt x="196" y="15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0" name=""/>
            <p:cNvSpPr/>
            <p:nvPr/>
          </p:nvSpPr>
          <p:spPr>
            <a:xfrm>
              <a:off x="2475000" y="4757400"/>
              <a:ext cx="378000" cy="1211040"/>
            </a:xfrm>
            <a:custGeom>
              <a:avLst/>
              <a:gdLst/>
              <a:ahLst/>
              <a:rect l="l" t="t" r="r" b="b"/>
              <a:pathLst>
                <a:path w="192" h="678">
                  <a:moveTo>
                    <a:pt x="174" y="624"/>
                  </a:moveTo>
                  <a:lnTo>
                    <a:pt x="126" y="624"/>
                  </a:lnTo>
                  <a:lnTo>
                    <a:pt x="122" y="618"/>
                  </a:lnTo>
                  <a:lnTo>
                    <a:pt x="120" y="612"/>
                  </a:lnTo>
                  <a:lnTo>
                    <a:pt x="118" y="606"/>
                  </a:lnTo>
                  <a:lnTo>
                    <a:pt x="112" y="600"/>
                  </a:lnTo>
                  <a:lnTo>
                    <a:pt x="104" y="596"/>
                  </a:lnTo>
                  <a:lnTo>
                    <a:pt x="98" y="592"/>
                  </a:lnTo>
                  <a:lnTo>
                    <a:pt x="90" y="586"/>
                  </a:lnTo>
                  <a:lnTo>
                    <a:pt x="88" y="582"/>
                  </a:lnTo>
                  <a:lnTo>
                    <a:pt x="86" y="576"/>
                  </a:lnTo>
                  <a:lnTo>
                    <a:pt x="88" y="566"/>
                  </a:lnTo>
                  <a:lnTo>
                    <a:pt x="90" y="556"/>
                  </a:lnTo>
                  <a:lnTo>
                    <a:pt x="90" y="552"/>
                  </a:lnTo>
                  <a:lnTo>
                    <a:pt x="88" y="548"/>
                  </a:lnTo>
                  <a:lnTo>
                    <a:pt x="88" y="546"/>
                  </a:lnTo>
                  <a:lnTo>
                    <a:pt x="86" y="544"/>
                  </a:lnTo>
                  <a:lnTo>
                    <a:pt x="88" y="540"/>
                  </a:lnTo>
                  <a:lnTo>
                    <a:pt x="90" y="536"/>
                  </a:lnTo>
                  <a:lnTo>
                    <a:pt x="92" y="534"/>
                  </a:lnTo>
                  <a:lnTo>
                    <a:pt x="92" y="528"/>
                  </a:lnTo>
                  <a:lnTo>
                    <a:pt x="92" y="518"/>
                  </a:lnTo>
                  <a:lnTo>
                    <a:pt x="88" y="510"/>
                  </a:lnTo>
                  <a:lnTo>
                    <a:pt x="86" y="504"/>
                  </a:lnTo>
                  <a:lnTo>
                    <a:pt x="84" y="494"/>
                  </a:lnTo>
                  <a:lnTo>
                    <a:pt x="86" y="490"/>
                  </a:lnTo>
                  <a:lnTo>
                    <a:pt x="88" y="486"/>
                  </a:lnTo>
                  <a:lnTo>
                    <a:pt x="84" y="484"/>
                  </a:lnTo>
                  <a:lnTo>
                    <a:pt x="80" y="480"/>
                  </a:lnTo>
                  <a:lnTo>
                    <a:pt x="72" y="466"/>
                  </a:lnTo>
                  <a:lnTo>
                    <a:pt x="60" y="446"/>
                  </a:lnTo>
                  <a:lnTo>
                    <a:pt x="64" y="446"/>
                  </a:lnTo>
                  <a:lnTo>
                    <a:pt x="66" y="442"/>
                  </a:lnTo>
                  <a:lnTo>
                    <a:pt x="64" y="434"/>
                  </a:lnTo>
                  <a:lnTo>
                    <a:pt x="60" y="420"/>
                  </a:lnTo>
                  <a:lnTo>
                    <a:pt x="54" y="408"/>
                  </a:lnTo>
                  <a:lnTo>
                    <a:pt x="52" y="394"/>
                  </a:lnTo>
                  <a:lnTo>
                    <a:pt x="54" y="388"/>
                  </a:lnTo>
                  <a:lnTo>
                    <a:pt x="56" y="384"/>
                  </a:lnTo>
                  <a:lnTo>
                    <a:pt x="58" y="382"/>
                  </a:lnTo>
                  <a:lnTo>
                    <a:pt x="60" y="380"/>
                  </a:lnTo>
                  <a:lnTo>
                    <a:pt x="58" y="372"/>
                  </a:lnTo>
                  <a:lnTo>
                    <a:pt x="52" y="364"/>
                  </a:lnTo>
                  <a:lnTo>
                    <a:pt x="50" y="352"/>
                  </a:lnTo>
                  <a:lnTo>
                    <a:pt x="46" y="346"/>
                  </a:lnTo>
                  <a:lnTo>
                    <a:pt x="48" y="342"/>
                  </a:lnTo>
                  <a:lnTo>
                    <a:pt x="50" y="338"/>
                  </a:lnTo>
                  <a:lnTo>
                    <a:pt x="52" y="332"/>
                  </a:lnTo>
                  <a:lnTo>
                    <a:pt x="54" y="328"/>
                  </a:lnTo>
                  <a:lnTo>
                    <a:pt x="54" y="298"/>
                  </a:lnTo>
                  <a:lnTo>
                    <a:pt x="52" y="290"/>
                  </a:lnTo>
                  <a:lnTo>
                    <a:pt x="50" y="282"/>
                  </a:lnTo>
                  <a:lnTo>
                    <a:pt x="46" y="276"/>
                  </a:lnTo>
                  <a:lnTo>
                    <a:pt x="44" y="270"/>
                  </a:lnTo>
                  <a:lnTo>
                    <a:pt x="42" y="264"/>
                  </a:lnTo>
                  <a:lnTo>
                    <a:pt x="38" y="258"/>
                  </a:lnTo>
                  <a:lnTo>
                    <a:pt x="36" y="252"/>
                  </a:lnTo>
                  <a:lnTo>
                    <a:pt x="34" y="246"/>
                  </a:lnTo>
                  <a:lnTo>
                    <a:pt x="36" y="242"/>
                  </a:lnTo>
                  <a:lnTo>
                    <a:pt x="38" y="234"/>
                  </a:lnTo>
                  <a:lnTo>
                    <a:pt x="42" y="224"/>
                  </a:lnTo>
                  <a:lnTo>
                    <a:pt x="42" y="218"/>
                  </a:lnTo>
                  <a:lnTo>
                    <a:pt x="38" y="216"/>
                  </a:lnTo>
                  <a:lnTo>
                    <a:pt x="36" y="212"/>
                  </a:lnTo>
                  <a:lnTo>
                    <a:pt x="34" y="208"/>
                  </a:lnTo>
                  <a:lnTo>
                    <a:pt x="36" y="194"/>
                  </a:lnTo>
                  <a:lnTo>
                    <a:pt x="42" y="184"/>
                  </a:lnTo>
                  <a:lnTo>
                    <a:pt x="50" y="172"/>
                  </a:lnTo>
                  <a:lnTo>
                    <a:pt x="54" y="164"/>
                  </a:lnTo>
                  <a:lnTo>
                    <a:pt x="50" y="158"/>
                  </a:lnTo>
                  <a:lnTo>
                    <a:pt x="48" y="152"/>
                  </a:lnTo>
                  <a:lnTo>
                    <a:pt x="46" y="134"/>
                  </a:lnTo>
                  <a:lnTo>
                    <a:pt x="48" y="126"/>
                  </a:lnTo>
                  <a:lnTo>
                    <a:pt x="50" y="122"/>
                  </a:lnTo>
                  <a:lnTo>
                    <a:pt x="56" y="118"/>
                  </a:lnTo>
                  <a:lnTo>
                    <a:pt x="62" y="112"/>
                  </a:lnTo>
                  <a:lnTo>
                    <a:pt x="64" y="106"/>
                  </a:lnTo>
                  <a:lnTo>
                    <a:pt x="64" y="102"/>
                  </a:lnTo>
                  <a:lnTo>
                    <a:pt x="62" y="88"/>
                  </a:lnTo>
                  <a:lnTo>
                    <a:pt x="60" y="90"/>
                  </a:lnTo>
                  <a:lnTo>
                    <a:pt x="56" y="90"/>
                  </a:lnTo>
                  <a:lnTo>
                    <a:pt x="52" y="90"/>
                  </a:lnTo>
                  <a:lnTo>
                    <a:pt x="50" y="86"/>
                  </a:lnTo>
                  <a:lnTo>
                    <a:pt x="48" y="80"/>
                  </a:lnTo>
                  <a:lnTo>
                    <a:pt x="42" y="60"/>
                  </a:lnTo>
                  <a:lnTo>
                    <a:pt x="40" y="56"/>
                  </a:lnTo>
                  <a:lnTo>
                    <a:pt x="36" y="54"/>
                  </a:lnTo>
                  <a:lnTo>
                    <a:pt x="34" y="52"/>
                  </a:lnTo>
                  <a:lnTo>
                    <a:pt x="32" y="50"/>
                  </a:lnTo>
                  <a:lnTo>
                    <a:pt x="28" y="20"/>
                  </a:lnTo>
                  <a:lnTo>
                    <a:pt x="22" y="8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4" y="6"/>
                  </a:lnTo>
                  <a:lnTo>
                    <a:pt x="0" y="8"/>
                  </a:lnTo>
                  <a:lnTo>
                    <a:pt x="4" y="18"/>
                  </a:lnTo>
                  <a:lnTo>
                    <a:pt x="8" y="32"/>
                  </a:lnTo>
                  <a:lnTo>
                    <a:pt x="12" y="48"/>
                  </a:lnTo>
                  <a:lnTo>
                    <a:pt x="14" y="66"/>
                  </a:lnTo>
                  <a:lnTo>
                    <a:pt x="10" y="80"/>
                  </a:lnTo>
                  <a:lnTo>
                    <a:pt x="8" y="96"/>
                  </a:lnTo>
                  <a:lnTo>
                    <a:pt x="12" y="102"/>
                  </a:lnTo>
                  <a:lnTo>
                    <a:pt x="16" y="106"/>
                  </a:lnTo>
                  <a:lnTo>
                    <a:pt x="18" y="118"/>
                  </a:lnTo>
                  <a:lnTo>
                    <a:pt x="18" y="134"/>
                  </a:lnTo>
                  <a:lnTo>
                    <a:pt x="16" y="162"/>
                  </a:lnTo>
                  <a:lnTo>
                    <a:pt x="10" y="192"/>
                  </a:lnTo>
                  <a:lnTo>
                    <a:pt x="12" y="198"/>
                  </a:lnTo>
                  <a:lnTo>
                    <a:pt x="14" y="202"/>
                  </a:lnTo>
                  <a:lnTo>
                    <a:pt x="16" y="206"/>
                  </a:lnTo>
                  <a:lnTo>
                    <a:pt x="18" y="210"/>
                  </a:lnTo>
                  <a:lnTo>
                    <a:pt x="18" y="214"/>
                  </a:lnTo>
                  <a:lnTo>
                    <a:pt x="16" y="214"/>
                  </a:lnTo>
                  <a:lnTo>
                    <a:pt x="14" y="216"/>
                  </a:lnTo>
                  <a:lnTo>
                    <a:pt x="14" y="218"/>
                  </a:lnTo>
                  <a:lnTo>
                    <a:pt x="14" y="236"/>
                  </a:lnTo>
                  <a:lnTo>
                    <a:pt x="20" y="252"/>
                  </a:lnTo>
                  <a:lnTo>
                    <a:pt x="22" y="268"/>
                  </a:lnTo>
                  <a:lnTo>
                    <a:pt x="24" y="286"/>
                  </a:lnTo>
                  <a:lnTo>
                    <a:pt x="22" y="302"/>
                  </a:lnTo>
                  <a:lnTo>
                    <a:pt x="22" y="310"/>
                  </a:lnTo>
                  <a:lnTo>
                    <a:pt x="20" y="318"/>
                  </a:lnTo>
                  <a:lnTo>
                    <a:pt x="22" y="326"/>
                  </a:lnTo>
                  <a:lnTo>
                    <a:pt x="22" y="332"/>
                  </a:lnTo>
                  <a:lnTo>
                    <a:pt x="20" y="340"/>
                  </a:lnTo>
                  <a:lnTo>
                    <a:pt x="16" y="346"/>
                  </a:lnTo>
                  <a:lnTo>
                    <a:pt x="12" y="350"/>
                  </a:lnTo>
                  <a:lnTo>
                    <a:pt x="10" y="352"/>
                  </a:lnTo>
                  <a:lnTo>
                    <a:pt x="10" y="358"/>
                  </a:lnTo>
                  <a:lnTo>
                    <a:pt x="12" y="362"/>
                  </a:lnTo>
                  <a:lnTo>
                    <a:pt x="18" y="372"/>
                  </a:lnTo>
                  <a:lnTo>
                    <a:pt x="22" y="380"/>
                  </a:lnTo>
                  <a:lnTo>
                    <a:pt x="24" y="388"/>
                  </a:lnTo>
                  <a:lnTo>
                    <a:pt x="24" y="404"/>
                  </a:lnTo>
                  <a:lnTo>
                    <a:pt x="26" y="418"/>
                  </a:lnTo>
                  <a:lnTo>
                    <a:pt x="28" y="436"/>
                  </a:lnTo>
                  <a:lnTo>
                    <a:pt x="34" y="456"/>
                  </a:lnTo>
                  <a:lnTo>
                    <a:pt x="36" y="462"/>
                  </a:lnTo>
                  <a:lnTo>
                    <a:pt x="40" y="462"/>
                  </a:lnTo>
                  <a:lnTo>
                    <a:pt x="44" y="462"/>
                  </a:lnTo>
                  <a:lnTo>
                    <a:pt x="46" y="462"/>
                  </a:lnTo>
                  <a:lnTo>
                    <a:pt x="46" y="460"/>
                  </a:lnTo>
                  <a:lnTo>
                    <a:pt x="44" y="448"/>
                  </a:lnTo>
                  <a:lnTo>
                    <a:pt x="40" y="436"/>
                  </a:lnTo>
                  <a:lnTo>
                    <a:pt x="44" y="434"/>
                  </a:lnTo>
                  <a:lnTo>
                    <a:pt x="50" y="434"/>
                  </a:lnTo>
                  <a:lnTo>
                    <a:pt x="52" y="442"/>
                  </a:lnTo>
                  <a:lnTo>
                    <a:pt x="52" y="456"/>
                  </a:lnTo>
                  <a:lnTo>
                    <a:pt x="54" y="462"/>
                  </a:lnTo>
                  <a:lnTo>
                    <a:pt x="56" y="466"/>
                  </a:lnTo>
                  <a:lnTo>
                    <a:pt x="56" y="480"/>
                  </a:lnTo>
                  <a:lnTo>
                    <a:pt x="50" y="482"/>
                  </a:lnTo>
                  <a:lnTo>
                    <a:pt x="44" y="482"/>
                  </a:lnTo>
                  <a:lnTo>
                    <a:pt x="46" y="486"/>
                  </a:lnTo>
                  <a:lnTo>
                    <a:pt x="48" y="490"/>
                  </a:lnTo>
                  <a:lnTo>
                    <a:pt x="50" y="492"/>
                  </a:lnTo>
                  <a:lnTo>
                    <a:pt x="50" y="496"/>
                  </a:lnTo>
                  <a:lnTo>
                    <a:pt x="50" y="502"/>
                  </a:lnTo>
                  <a:lnTo>
                    <a:pt x="46" y="506"/>
                  </a:lnTo>
                  <a:lnTo>
                    <a:pt x="42" y="512"/>
                  </a:lnTo>
                  <a:lnTo>
                    <a:pt x="40" y="518"/>
                  </a:lnTo>
                  <a:lnTo>
                    <a:pt x="42" y="522"/>
                  </a:lnTo>
                  <a:lnTo>
                    <a:pt x="46" y="524"/>
                  </a:lnTo>
                  <a:lnTo>
                    <a:pt x="56" y="526"/>
                  </a:lnTo>
                  <a:lnTo>
                    <a:pt x="54" y="530"/>
                  </a:lnTo>
                  <a:lnTo>
                    <a:pt x="56" y="534"/>
                  </a:lnTo>
                  <a:lnTo>
                    <a:pt x="58" y="540"/>
                  </a:lnTo>
                  <a:lnTo>
                    <a:pt x="58" y="544"/>
                  </a:lnTo>
                  <a:lnTo>
                    <a:pt x="50" y="544"/>
                  </a:lnTo>
                  <a:lnTo>
                    <a:pt x="50" y="554"/>
                  </a:lnTo>
                  <a:lnTo>
                    <a:pt x="54" y="560"/>
                  </a:lnTo>
                  <a:lnTo>
                    <a:pt x="62" y="568"/>
                  </a:lnTo>
                  <a:lnTo>
                    <a:pt x="62" y="572"/>
                  </a:lnTo>
                  <a:lnTo>
                    <a:pt x="62" y="576"/>
                  </a:lnTo>
                  <a:lnTo>
                    <a:pt x="66" y="582"/>
                  </a:lnTo>
                  <a:lnTo>
                    <a:pt x="74" y="594"/>
                  </a:lnTo>
                  <a:lnTo>
                    <a:pt x="80" y="602"/>
                  </a:lnTo>
                  <a:lnTo>
                    <a:pt x="86" y="606"/>
                  </a:lnTo>
                  <a:lnTo>
                    <a:pt x="96" y="606"/>
                  </a:lnTo>
                  <a:lnTo>
                    <a:pt x="94" y="618"/>
                  </a:lnTo>
                  <a:lnTo>
                    <a:pt x="96" y="622"/>
                  </a:lnTo>
                  <a:lnTo>
                    <a:pt x="100" y="626"/>
                  </a:lnTo>
                  <a:lnTo>
                    <a:pt x="96" y="630"/>
                  </a:lnTo>
                  <a:lnTo>
                    <a:pt x="106" y="640"/>
                  </a:lnTo>
                  <a:lnTo>
                    <a:pt x="122" y="648"/>
                  </a:lnTo>
                  <a:lnTo>
                    <a:pt x="154" y="660"/>
                  </a:lnTo>
                  <a:lnTo>
                    <a:pt x="156" y="664"/>
                  </a:lnTo>
                  <a:lnTo>
                    <a:pt x="158" y="666"/>
                  </a:lnTo>
                  <a:lnTo>
                    <a:pt x="160" y="668"/>
                  </a:lnTo>
                  <a:lnTo>
                    <a:pt x="164" y="670"/>
                  </a:lnTo>
                  <a:lnTo>
                    <a:pt x="172" y="672"/>
                  </a:lnTo>
                  <a:lnTo>
                    <a:pt x="178" y="674"/>
                  </a:lnTo>
                  <a:lnTo>
                    <a:pt x="192" y="678"/>
                  </a:lnTo>
                  <a:lnTo>
                    <a:pt x="174" y="6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1" name=""/>
            <p:cNvSpPr/>
            <p:nvPr/>
          </p:nvSpPr>
          <p:spPr>
            <a:xfrm>
              <a:off x="2818440" y="5870880"/>
              <a:ext cx="133200" cy="100800"/>
            </a:xfrm>
            <a:custGeom>
              <a:avLst/>
              <a:gdLst/>
              <a:ahLst/>
              <a:rect l="l" t="t" r="r" b="b"/>
              <a:pathLst>
                <a:path w="68" h="56">
                  <a:moveTo>
                    <a:pt x="0" y="0"/>
                  </a:moveTo>
                  <a:lnTo>
                    <a:pt x="6" y="6"/>
                  </a:lnTo>
                  <a:lnTo>
                    <a:pt x="12" y="14"/>
                  </a:lnTo>
                  <a:lnTo>
                    <a:pt x="28" y="26"/>
                  </a:lnTo>
                  <a:lnTo>
                    <a:pt x="40" y="30"/>
                  </a:lnTo>
                  <a:lnTo>
                    <a:pt x="50" y="32"/>
                  </a:lnTo>
                  <a:lnTo>
                    <a:pt x="62" y="36"/>
                  </a:lnTo>
                  <a:lnTo>
                    <a:pt x="66" y="38"/>
                  </a:lnTo>
                  <a:lnTo>
                    <a:pt x="68" y="42"/>
                  </a:lnTo>
                  <a:lnTo>
                    <a:pt x="48" y="52"/>
                  </a:lnTo>
                  <a:lnTo>
                    <a:pt x="40" y="54"/>
                  </a:lnTo>
                  <a:lnTo>
                    <a:pt x="28" y="56"/>
                  </a:lnTo>
                  <a:lnTo>
                    <a:pt x="18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2" name=""/>
            <p:cNvSpPr/>
            <p:nvPr/>
          </p:nvSpPr>
          <p:spPr>
            <a:xfrm>
              <a:off x="2180880" y="3760920"/>
              <a:ext cx="365400" cy="543600"/>
            </a:xfrm>
            <a:custGeom>
              <a:avLst/>
              <a:gdLst/>
              <a:ahLst/>
              <a:rect l="l" t="t" r="r" b="b"/>
              <a:pathLst>
                <a:path w="184" h="304">
                  <a:moveTo>
                    <a:pt x="2" y="204"/>
                  </a:moveTo>
                  <a:lnTo>
                    <a:pt x="2" y="194"/>
                  </a:lnTo>
                  <a:lnTo>
                    <a:pt x="6" y="184"/>
                  </a:lnTo>
                  <a:lnTo>
                    <a:pt x="8" y="178"/>
                  </a:lnTo>
                  <a:lnTo>
                    <a:pt x="18" y="176"/>
                  </a:lnTo>
                  <a:lnTo>
                    <a:pt x="18" y="172"/>
                  </a:lnTo>
                  <a:lnTo>
                    <a:pt x="22" y="166"/>
                  </a:lnTo>
                  <a:lnTo>
                    <a:pt x="26" y="162"/>
                  </a:lnTo>
                  <a:lnTo>
                    <a:pt x="28" y="158"/>
                  </a:lnTo>
                  <a:lnTo>
                    <a:pt x="26" y="142"/>
                  </a:lnTo>
                  <a:lnTo>
                    <a:pt x="24" y="124"/>
                  </a:lnTo>
                  <a:lnTo>
                    <a:pt x="26" y="118"/>
                  </a:lnTo>
                  <a:lnTo>
                    <a:pt x="28" y="114"/>
                  </a:lnTo>
                  <a:lnTo>
                    <a:pt x="26" y="106"/>
                  </a:lnTo>
                  <a:lnTo>
                    <a:pt x="22" y="100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6" y="90"/>
                  </a:lnTo>
                  <a:lnTo>
                    <a:pt x="22" y="86"/>
                  </a:lnTo>
                  <a:lnTo>
                    <a:pt x="28" y="82"/>
                  </a:lnTo>
                  <a:lnTo>
                    <a:pt x="26" y="76"/>
                  </a:lnTo>
                  <a:lnTo>
                    <a:pt x="26" y="70"/>
                  </a:lnTo>
                  <a:lnTo>
                    <a:pt x="28" y="68"/>
                  </a:lnTo>
                  <a:lnTo>
                    <a:pt x="32" y="72"/>
                  </a:lnTo>
                  <a:lnTo>
                    <a:pt x="40" y="74"/>
                  </a:lnTo>
                  <a:lnTo>
                    <a:pt x="42" y="64"/>
                  </a:lnTo>
                  <a:lnTo>
                    <a:pt x="46" y="62"/>
                  </a:lnTo>
                  <a:lnTo>
                    <a:pt x="48" y="58"/>
                  </a:lnTo>
                  <a:lnTo>
                    <a:pt x="52" y="58"/>
                  </a:lnTo>
                  <a:lnTo>
                    <a:pt x="56" y="54"/>
                  </a:lnTo>
                  <a:lnTo>
                    <a:pt x="58" y="48"/>
                  </a:lnTo>
                  <a:lnTo>
                    <a:pt x="60" y="42"/>
                  </a:lnTo>
                  <a:lnTo>
                    <a:pt x="60" y="34"/>
                  </a:lnTo>
                  <a:lnTo>
                    <a:pt x="62" y="30"/>
                  </a:lnTo>
                  <a:lnTo>
                    <a:pt x="66" y="26"/>
                  </a:lnTo>
                  <a:lnTo>
                    <a:pt x="72" y="24"/>
                  </a:lnTo>
                  <a:lnTo>
                    <a:pt x="80" y="24"/>
                  </a:lnTo>
                  <a:lnTo>
                    <a:pt x="82" y="20"/>
                  </a:lnTo>
                  <a:lnTo>
                    <a:pt x="86" y="18"/>
                  </a:lnTo>
                  <a:lnTo>
                    <a:pt x="98" y="14"/>
                  </a:lnTo>
                  <a:lnTo>
                    <a:pt x="110" y="10"/>
                  </a:lnTo>
                  <a:lnTo>
                    <a:pt x="118" y="4"/>
                  </a:lnTo>
                  <a:lnTo>
                    <a:pt x="124" y="2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4" y="10"/>
                  </a:lnTo>
                  <a:lnTo>
                    <a:pt x="120" y="14"/>
                  </a:lnTo>
                  <a:lnTo>
                    <a:pt x="118" y="18"/>
                  </a:lnTo>
                  <a:lnTo>
                    <a:pt x="110" y="28"/>
                  </a:lnTo>
                  <a:lnTo>
                    <a:pt x="98" y="40"/>
                  </a:lnTo>
                  <a:lnTo>
                    <a:pt x="94" y="48"/>
                  </a:lnTo>
                  <a:lnTo>
                    <a:pt x="92" y="56"/>
                  </a:lnTo>
                  <a:lnTo>
                    <a:pt x="94" y="62"/>
                  </a:lnTo>
                  <a:lnTo>
                    <a:pt x="98" y="64"/>
                  </a:lnTo>
                  <a:lnTo>
                    <a:pt x="100" y="68"/>
                  </a:lnTo>
                  <a:lnTo>
                    <a:pt x="102" y="72"/>
                  </a:lnTo>
                  <a:lnTo>
                    <a:pt x="106" y="76"/>
                  </a:lnTo>
                  <a:lnTo>
                    <a:pt x="108" y="82"/>
                  </a:lnTo>
                  <a:lnTo>
                    <a:pt x="104" y="88"/>
                  </a:lnTo>
                  <a:lnTo>
                    <a:pt x="102" y="92"/>
                  </a:lnTo>
                  <a:lnTo>
                    <a:pt x="104" y="94"/>
                  </a:lnTo>
                  <a:lnTo>
                    <a:pt x="108" y="98"/>
                  </a:lnTo>
                  <a:lnTo>
                    <a:pt x="112" y="100"/>
                  </a:lnTo>
                  <a:lnTo>
                    <a:pt x="116" y="102"/>
                  </a:lnTo>
                  <a:lnTo>
                    <a:pt x="130" y="104"/>
                  </a:lnTo>
                  <a:lnTo>
                    <a:pt x="142" y="106"/>
                  </a:lnTo>
                  <a:lnTo>
                    <a:pt x="142" y="112"/>
                  </a:lnTo>
                  <a:lnTo>
                    <a:pt x="146" y="116"/>
                  </a:lnTo>
                  <a:lnTo>
                    <a:pt x="152" y="118"/>
                  </a:lnTo>
                  <a:lnTo>
                    <a:pt x="158" y="118"/>
                  </a:lnTo>
                  <a:lnTo>
                    <a:pt x="166" y="118"/>
                  </a:lnTo>
                  <a:lnTo>
                    <a:pt x="170" y="118"/>
                  </a:lnTo>
                  <a:lnTo>
                    <a:pt x="176" y="116"/>
                  </a:lnTo>
                  <a:lnTo>
                    <a:pt x="184" y="116"/>
                  </a:lnTo>
                  <a:lnTo>
                    <a:pt x="176" y="132"/>
                  </a:lnTo>
                  <a:lnTo>
                    <a:pt x="174" y="142"/>
                  </a:lnTo>
                  <a:lnTo>
                    <a:pt x="172" y="148"/>
                  </a:lnTo>
                  <a:lnTo>
                    <a:pt x="174" y="154"/>
                  </a:lnTo>
                  <a:lnTo>
                    <a:pt x="178" y="158"/>
                  </a:lnTo>
                  <a:lnTo>
                    <a:pt x="180" y="162"/>
                  </a:lnTo>
                  <a:lnTo>
                    <a:pt x="182" y="168"/>
                  </a:lnTo>
                  <a:lnTo>
                    <a:pt x="182" y="170"/>
                  </a:lnTo>
                  <a:lnTo>
                    <a:pt x="180" y="174"/>
                  </a:lnTo>
                  <a:lnTo>
                    <a:pt x="178" y="174"/>
                  </a:lnTo>
                  <a:lnTo>
                    <a:pt x="178" y="178"/>
                  </a:lnTo>
                  <a:lnTo>
                    <a:pt x="180" y="182"/>
                  </a:lnTo>
                  <a:lnTo>
                    <a:pt x="184" y="190"/>
                  </a:lnTo>
                  <a:lnTo>
                    <a:pt x="170" y="198"/>
                  </a:lnTo>
                  <a:lnTo>
                    <a:pt x="160" y="200"/>
                  </a:lnTo>
                  <a:lnTo>
                    <a:pt x="148" y="200"/>
                  </a:lnTo>
                  <a:lnTo>
                    <a:pt x="142" y="204"/>
                  </a:lnTo>
                  <a:lnTo>
                    <a:pt x="144" y="204"/>
                  </a:lnTo>
                  <a:lnTo>
                    <a:pt x="146" y="206"/>
                  </a:lnTo>
                  <a:lnTo>
                    <a:pt x="148" y="210"/>
                  </a:lnTo>
                  <a:lnTo>
                    <a:pt x="152" y="212"/>
                  </a:lnTo>
                  <a:lnTo>
                    <a:pt x="152" y="220"/>
                  </a:lnTo>
                  <a:lnTo>
                    <a:pt x="146" y="220"/>
                  </a:lnTo>
                  <a:lnTo>
                    <a:pt x="142" y="222"/>
                  </a:lnTo>
                  <a:lnTo>
                    <a:pt x="140" y="226"/>
                  </a:lnTo>
                  <a:lnTo>
                    <a:pt x="138" y="228"/>
                  </a:lnTo>
                  <a:lnTo>
                    <a:pt x="140" y="234"/>
                  </a:lnTo>
                  <a:lnTo>
                    <a:pt x="142" y="240"/>
                  </a:lnTo>
                  <a:lnTo>
                    <a:pt x="146" y="246"/>
                  </a:lnTo>
                  <a:lnTo>
                    <a:pt x="148" y="252"/>
                  </a:lnTo>
                  <a:lnTo>
                    <a:pt x="146" y="276"/>
                  </a:lnTo>
                  <a:lnTo>
                    <a:pt x="142" y="304"/>
                  </a:lnTo>
                  <a:lnTo>
                    <a:pt x="136" y="300"/>
                  </a:lnTo>
                  <a:lnTo>
                    <a:pt x="132" y="298"/>
                  </a:lnTo>
                  <a:lnTo>
                    <a:pt x="130" y="294"/>
                  </a:lnTo>
                  <a:lnTo>
                    <a:pt x="132" y="290"/>
                  </a:lnTo>
                  <a:lnTo>
                    <a:pt x="136" y="286"/>
                  </a:lnTo>
                  <a:lnTo>
                    <a:pt x="138" y="282"/>
                  </a:lnTo>
                  <a:lnTo>
                    <a:pt x="140" y="278"/>
                  </a:lnTo>
                  <a:lnTo>
                    <a:pt x="134" y="274"/>
                  </a:lnTo>
                  <a:lnTo>
                    <a:pt x="126" y="272"/>
                  </a:lnTo>
                  <a:lnTo>
                    <a:pt x="122" y="274"/>
                  </a:lnTo>
                  <a:lnTo>
                    <a:pt x="122" y="278"/>
                  </a:lnTo>
                  <a:lnTo>
                    <a:pt x="118" y="274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0" y="274"/>
                  </a:lnTo>
                  <a:lnTo>
                    <a:pt x="108" y="276"/>
                  </a:lnTo>
                  <a:lnTo>
                    <a:pt x="106" y="276"/>
                  </a:lnTo>
                  <a:lnTo>
                    <a:pt x="90" y="276"/>
                  </a:lnTo>
                  <a:lnTo>
                    <a:pt x="88" y="268"/>
                  </a:lnTo>
                  <a:lnTo>
                    <a:pt x="86" y="260"/>
                  </a:lnTo>
                  <a:lnTo>
                    <a:pt x="82" y="256"/>
                  </a:lnTo>
                  <a:lnTo>
                    <a:pt x="76" y="248"/>
                  </a:lnTo>
                  <a:lnTo>
                    <a:pt x="68" y="242"/>
                  </a:lnTo>
                  <a:lnTo>
                    <a:pt x="62" y="238"/>
                  </a:lnTo>
                  <a:lnTo>
                    <a:pt x="58" y="234"/>
                  </a:lnTo>
                  <a:lnTo>
                    <a:pt x="52" y="234"/>
                  </a:lnTo>
                  <a:lnTo>
                    <a:pt x="50" y="230"/>
                  </a:lnTo>
                  <a:lnTo>
                    <a:pt x="52" y="228"/>
                  </a:lnTo>
                  <a:lnTo>
                    <a:pt x="36" y="226"/>
                  </a:lnTo>
                  <a:lnTo>
                    <a:pt x="22" y="220"/>
                  </a:lnTo>
                  <a:lnTo>
                    <a:pt x="10" y="212"/>
                  </a:lnTo>
                  <a:lnTo>
                    <a:pt x="0" y="204"/>
                  </a:lnTo>
                  <a:lnTo>
                    <a:pt x="2" y="20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3" name=""/>
            <p:cNvSpPr/>
            <p:nvPr/>
          </p:nvSpPr>
          <p:spPr>
            <a:xfrm>
              <a:off x="5353560" y="3409920"/>
              <a:ext cx="521280" cy="632880"/>
            </a:xfrm>
            <a:custGeom>
              <a:avLst/>
              <a:gdLst/>
              <a:ahLst/>
              <a:rect l="l" t="t" r="r" b="b"/>
              <a:pathLst>
                <a:path w="264" h="354">
                  <a:moveTo>
                    <a:pt x="18" y="220"/>
                  </a:moveTo>
                  <a:lnTo>
                    <a:pt x="20" y="220"/>
                  </a:lnTo>
                  <a:lnTo>
                    <a:pt x="20" y="226"/>
                  </a:lnTo>
                  <a:lnTo>
                    <a:pt x="24" y="232"/>
                  </a:lnTo>
                  <a:lnTo>
                    <a:pt x="26" y="240"/>
                  </a:lnTo>
                  <a:lnTo>
                    <a:pt x="28" y="248"/>
                  </a:lnTo>
                  <a:lnTo>
                    <a:pt x="28" y="260"/>
                  </a:lnTo>
                  <a:lnTo>
                    <a:pt x="40" y="260"/>
                  </a:lnTo>
                  <a:lnTo>
                    <a:pt x="40" y="264"/>
                  </a:lnTo>
                  <a:lnTo>
                    <a:pt x="42" y="266"/>
                  </a:lnTo>
                  <a:lnTo>
                    <a:pt x="46" y="270"/>
                  </a:lnTo>
                  <a:lnTo>
                    <a:pt x="52" y="274"/>
                  </a:lnTo>
                  <a:lnTo>
                    <a:pt x="54" y="276"/>
                  </a:lnTo>
                  <a:lnTo>
                    <a:pt x="54" y="282"/>
                  </a:lnTo>
                  <a:lnTo>
                    <a:pt x="58" y="288"/>
                  </a:lnTo>
                  <a:lnTo>
                    <a:pt x="62" y="290"/>
                  </a:lnTo>
                  <a:lnTo>
                    <a:pt x="70" y="300"/>
                  </a:lnTo>
                  <a:lnTo>
                    <a:pt x="80" y="308"/>
                  </a:lnTo>
                  <a:lnTo>
                    <a:pt x="84" y="312"/>
                  </a:lnTo>
                  <a:lnTo>
                    <a:pt x="88" y="316"/>
                  </a:lnTo>
                  <a:lnTo>
                    <a:pt x="88" y="322"/>
                  </a:lnTo>
                  <a:lnTo>
                    <a:pt x="88" y="326"/>
                  </a:lnTo>
                  <a:lnTo>
                    <a:pt x="90" y="328"/>
                  </a:lnTo>
                  <a:lnTo>
                    <a:pt x="98" y="336"/>
                  </a:lnTo>
                  <a:lnTo>
                    <a:pt x="104" y="338"/>
                  </a:lnTo>
                  <a:lnTo>
                    <a:pt x="112" y="342"/>
                  </a:lnTo>
                  <a:lnTo>
                    <a:pt x="112" y="338"/>
                  </a:lnTo>
                  <a:lnTo>
                    <a:pt x="116" y="338"/>
                  </a:lnTo>
                  <a:lnTo>
                    <a:pt x="120" y="342"/>
                  </a:lnTo>
                  <a:lnTo>
                    <a:pt x="124" y="338"/>
                  </a:lnTo>
                  <a:lnTo>
                    <a:pt x="132" y="338"/>
                  </a:lnTo>
                  <a:lnTo>
                    <a:pt x="134" y="342"/>
                  </a:lnTo>
                  <a:lnTo>
                    <a:pt x="136" y="346"/>
                  </a:lnTo>
                  <a:lnTo>
                    <a:pt x="146" y="354"/>
                  </a:lnTo>
                  <a:lnTo>
                    <a:pt x="150" y="352"/>
                  </a:lnTo>
                  <a:lnTo>
                    <a:pt x="156" y="350"/>
                  </a:lnTo>
                  <a:lnTo>
                    <a:pt x="178" y="350"/>
                  </a:lnTo>
                  <a:lnTo>
                    <a:pt x="186" y="350"/>
                  </a:lnTo>
                  <a:lnTo>
                    <a:pt x="192" y="346"/>
                  </a:lnTo>
                  <a:lnTo>
                    <a:pt x="198" y="342"/>
                  </a:lnTo>
                  <a:lnTo>
                    <a:pt x="202" y="338"/>
                  </a:lnTo>
                  <a:lnTo>
                    <a:pt x="228" y="338"/>
                  </a:lnTo>
                  <a:lnTo>
                    <a:pt x="224" y="330"/>
                  </a:lnTo>
                  <a:lnTo>
                    <a:pt x="220" y="324"/>
                  </a:lnTo>
                  <a:lnTo>
                    <a:pt x="216" y="318"/>
                  </a:lnTo>
                  <a:lnTo>
                    <a:pt x="212" y="314"/>
                  </a:lnTo>
                  <a:lnTo>
                    <a:pt x="210" y="300"/>
                  </a:lnTo>
                  <a:lnTo>
                    <a:pt x="206" y="296"/>
                  </a:lnTo>
                  <a:lnTo>
                    <a:pt x="204" y="292"/>
                  </a:lnTo>
                  <a:lnTo>
                    <a:pt x="190" y="284"/>
                  </a:lnTo>
                  <a:lnTo>
                    <a:pt x="184" y="278"/>
                  </a:lnTo>
                  <a:lnTo>
                    <a:pt x="180" y="274"/>
                  </a:lnTo>
                  <a:lnTo>
                    <a:pt x="180" y="272"/>
                  </a:lnTo>
                  <a:lnTo>
                    <a:pt x="182" y="270"/>
                  </a:lnTo>
                  <a:lnTo>
                    <a:pt x="186" y="268"/>
                  </a:lnTo>
                  <a:lnTo>
                    <a:pt x="192" y="266"/>
                  </a:lnTo>
                  <a:lnTo>
                    <a:pt x="196" y="262"/>
                  </a:lnTo>
                  <a:lnTo>
                    <a:pt x="198" y="252"/>
                  </a:lnTo>
                  <a:lnTo>
                    <a:pt x="198" y="244"/>
                  </a:lnTo>
                  <a:lnTo>
                    <a:pt x="198" y="234"/>
                  </a:lnTo>
                  <a:lnTo>
                    <a:pt x="200" y="226"/>
                  </a:lnTo>
                  <a:lnTo>
                    <a:pt x="204" y="224"/>
                  </a:lnTo>
                  <a:lnTo>
                    <a:pt x="210" y="222"/>
                  </a:lnTo>
                  <a:lnTo>
                    <a:pt x="212" y="212"/>
                  </a:lnTo>
                  <a:lnTo>
                    <a:pt x="214" y="204"/>
                  </a:lnTo>
                  <a:lnTo>
                    <a:pt x="222" y="190"/>
                  </a:lnTo>
                  <a:lnTo>
                    <a:pt x="232" y="178"/>
                  </a:lnTo>
                  <a:lnTo>
                    <a:pt x="232" y="170"/>
                  </a:lnTo>
                  <a:lnTo>
                    <a:pt x="232" y="162"/>
                  </a:lnTo>
                  <a:lnTo>
                    <a:pt x="232" y="138"/>
                  </a:lnTo>
                  <a:lnTo>
                    <a:pt x="234" y="134"/>
                  </a:lnTo>
                  <a:lnTo>
                    <a:pt x="236" y="126"/>
                  </a:lnTo>
                  <a:lnTo>
                    <a:pt x="238" y="120"/>
                  </a:lnTo>
                  <a:lnTo>
                    <a:pt x="238" y="108"/>
                  </a:lnTo>
                  <a:lnTo>
                    <a:pt x="246" y="106"/>
                  </a:lnTo>
                  <a:lnTo>
                    <a:pt x="254" y="102"/>
                  </a:lnTo>
                  <a:lnTo>
                    <a:pt x="260" y="96"/>
                  </a:lnTo>
                  <a:lnTo>
                    <a:pt x="264" y="92"/>
                  </a:lnTo>
                  <a:lnTo>
                    <a:pt x="260" y="88"/>
                  </a:lnTo>
                  <a:lnTo>
                    <a:pt x="258" y="84"/>
                  </a:lnTo>
                  <a:lnTo>
                    <a:pt x="254" y="80"/>
                  </a:lnTo>
                  <a:lnTo>
                    <a:pt x="250" y="76"/>
                  </a:lnTo>
                  <a:lnTo>
                    <a:pt x="246" y="68"/>
                  </a:lnTo>
                  <a:lnTo>
                    <a:pt x="242" y="58"/>
                  </a:lnTo>
                  <a:lnTo>
                    <a:pt x="238" y="38"/>
                  </a:lnTo>
                  <a:lnTo>
                    <a:pt x="236" y="28"/>
                  </a:lnTo>
                  <a:lnTo>
                    <a:pt x="232" y="18"/>
                  </a:lnTo>
                  <a:lnTo>
                    <a:pt x="230" y="12"/>
                  </a:lnTo>
                  <a:lnTo>
                    <a:pt x="222" y="8"/>
                  </a:lnTo>
                  <a:lnTo>
                    <a:pt x="216" y="4"/>
                  </a:lnTo>
                  <a:lnTo>
                    <a:pt x="212" y="0"/>
                  </a:lnTo>
                  <a:lnTo>
                    <a:pt x="206" y="0"/>
                  </a:lnTo>
                  <a:lnTo>
                    <a:pt x="204" y="4"/>
                  </a:lnTo>
                  <a:lnTo>
                    <a:pt x="194" y="10"/>
                  </a:lnTo>
                  <a:lnTo>
                    <a:pt x="188" y="16"/>
                  </a:lnTo>
                  <a:lnTo>
                    <a:pt x="178" y="22"/>
                  </a:lnTo>
                  <a:lnTo>
                    <a:pt x="174" y="16"/>
                  </a:lnTo>
                  <a:lnTo>
                    <a:pt x="44" y="16"/>
                  </a:lnTo>
                  <a:lnTo>
                    <a:pt x="44" y="54"/>
                  </a:lnTo>
                  <a:lnTo>
                    <a:pt x="32" y="54"/>
                  </a:lnTo>
                  <a:lnTo>
                    <a:pt x="28" y="62"/>
                  </a:lnTo>
                  <a:lnTo>
                    <a:pt x="34" y="130"/>
                  </a:lnTo>
                  <a:lnTo>
                    <a:pt x="24" y="132"/>
                  </a:lnTo>
                  <a:lnTo>
                    <a:pt x="18" y="136"/>
                  </a:lnTo>
                  <a:lnTo>
                    <a:pt x="14" y="142"/>
                  </a:lnTo>
                  <a:lnTo>
                    <a:pt x="12" y="150"/>
                  </a:lnTo>
                  <a:lnTo>
                    <a:pt x="8" y="156"/>
                  </a:lnTo>
                  <a:lnTo>
                    <a:pt x="6" y="164"/>
                  </a:lnTo>
                  <a:lnTo>
                    <a:pt x="6" y="182"/>
                  </a:lnTo>
                  <a:lnTo>
                    <a:pt x="4" y="186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2" y="194"/>
                  </a:lnTo>
                  <a:lnTo>
                    <a:pt x="10" y="198"/>
                  </a:lnTo>
                  <a:lnTo>
                    <a:pt x="12" y="206"/>
                  </a:lnTo>
                  <a:lnTo>
                    <a:pt x="14" y="208"/>
                  </a:lnTo>
                  <a:lnTo>
                    <a:pt x="16" y="212"/>
                  </a:lnTo>
                  <a:lnTo>
                    <a:pt x="18" y="218"/>
                  </a:lnTo>
                  <a:lnTo>
                    <a:pt x="18" y="2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4" name=""/>
            <p:cNvSpPr/>
            <p:nvPr/>
          </p:nvSpPr>
          <p:spPr>
            <a:xfrm>
              <a:off x="5965560" y="3767040"/>
              <a:ext cx="331920" cy="436680"/>
            </a:xfrm>
            <a:custGeom>
              <a:avLst/>
              <a:gdLst/>
              <a:ahLst/>
              <a:rect l="l" t="t" r="r" b="b"/>
              <a:pathLst>
                <a:path w="168" h="244">
                  <a:moveTo>
                    <a:pt x="18" y="146"/>
                  </a:moveTo>
                  <a:lnTo>
                    <a:pt x="24" y="142"/>
                  </a:lnTo>
                  <a:lnTo>
                    <a:pt x="32" y="138"/>
                  </a:lnTo>
                  <a:lnTo>
                    <a:pt x="38" y="134"/>
                  </a:lnTo>
                  <a:lnTo>
                    <a:pt x="44" y="130"/>
                  </a:lnTo>
                  <a:lnTo>
                    <a:pt x="50" y="128"/>
                  </a:lnTo>
                  <a:lnTo>
                    <a:pt x="56" y="128"/>
                  </a:lnTo>
                  <a:lnTo>
                    <a:pt x="60" y="130"/>
                  </a:lnTo>
                  <a:lnTo>
                    <a:pt x="64" y="128"/>
                  </a:lnTo>
                  <a:lnTo>
                    <a:pt x="66" y="126"/>
                  </a:lnTo>
                  <a:lnTo>
                    <a:pt x="70" y="122"/>
                  </a:lnTo>
                  <a:lnTo>
                    <a:pt x="74" y="114"/>
                  </a:lnTo>
                  <a:lnTo>
                    <a:pt x="90" y="94"/>
                  </a:lnTo>
                  <a:lnTo>
                    <a:pt x="100" y="86"/>
                  </a:lnTo>
                  <a:lnTo>
                    <a:pt x="106" y="74"/>
                  </a:lnTo>
                  <a:lnTo>
                    <a:pt x="92" y="72"/>
                  </a:lnTo>
                  <a:lnTo>
                    <a:pt x="80" y="70"/>
                  </a:lnTo>
                  <a:lnTo>
                    <a:pt x="66" y="64"/>
                  </a:lnTo>
                  <a:lnTo>
                    <a:pt x="54" y="60"/>
                  </a:lnTo>
                  <a:lnTo>
                    <a:pt x="44" y="52"/>
                  </a:lnTo>
                  <a:lnTo>
                    <a:pt x="34" y="44"/>
                  </a:lnTo>
                  <a:lnTo>
                    <a:pt x="30" y="32"/>
                  </a:lnTo>
                  <a:lnTo>
                    <a:pt x="28" y="24"/>
                  </a:lnTo>
                  <a:lnTo>
                    <a:pt x="28" y="16"/>
                  </a:lnTo>
                  <a:lnTo>
                    <a:pt x="38" y="6"/>
                  </a:lnTo>
                  <a:lnTo>
                    <a:pt x="38" y="10"/>
                  </a:lnTo>
                  <a:lnTo>
                    <a:pt x="38" y="12"/>
                  </a:lnTo>
                  <a:lnTo>
                    <a:pt x="38" y="16"/>
                  </a:lnTo>
                  <a:lnTo>
                    <a:pt x="42" y="20"/>
                  </a:lnTo>
                  <a:lnTo>
                    <a:pt x="48" y="24"/>
                  </a:lnTo>
                  <a:lnTo>
                    <a:pt x="52" y="28"/>
                  </a:lnTo>
                  <a:lnTo>
                    <a:pt x="58" y="28"/>
                  </a:lnTo>
                  <a:lnTo>
                    <a:pt x="62" y="28"/>
                  </a:lnTo>
                  <a:lnTo>
                    <a:pt x="66" y="24"/>
                  </a:lnTo>
                  <a:lnTo>
                    <a:pt x="70" y="20"/>
                  </a:lnTo>
                  <a:lnTo>
                    <a:pt x="74" y="20"/>
                  </a:lnTo>
                  <a:lnTo>
                    <a:pt x="86" y="20"/>
                  </a:lnTo>
                  <a:lnTo>
                    <a:pt x="96" y="18"/>
                  </a:lnTo>
                  <a:lnTo>
                    <a:pt x="106" y="16"/>
                  </a:lnTo>
                  <a:lnTo>
                    <a:pt x="118" y="12"/>
                  </a:lnTo>
                  <a:lnTo>
                    <a:pt x="132" y="12"/>
                  </a:lnTo>
                  <a:lnTo>
                    <a:pt x="136" y="12"/>
                  </a:lnTo>
                  <a:lnTo>
                    <a:pt x="140" y="10"/>
                  </a:lnTo>
                  <a:lnTo>
                    <a:pt x="144" y="6"/>
                  </a:lnTo>
                  <a:lnTo>
                    <a:pt x="148" y="2"/>
                  </a:lnTo>
                  <a:lnTo>
                    <a:pt x="152" y="2"/>
                  </a:lnTo>
                  <a:lnTo>
                    <a:pt x="156" y="0"/>
                  </a:lnTo>
                  <a:lnTo>
                    <a:pt x="162" y="2"/>
                  </a:lnTo>
                  <a:lnTo>
                    <a:pt x="168" y="2"/>
                  </a:lnTo>
                  <a:lnTo>
                    <a:pt x="164" y="6"/>
                  </a:lnTo>
                  <a:lnTo>
                    <a:pt x="162" y="14"/>
                  </a:lnTo>
                  <a:lnTo>
                    <a:pt x="162" y="26"/>
                  </a:lnTo>
                  <a:lnTo>
                    <a:pt x="160" y="36"/>
                  </a:lnTo>
                  <a:lnTo>
                    <a:pt x="154" y="50"/>
                  </a:lnTo>
                  <a:lnTo>
                    <a:pt x="144" y="76"/>
                  </a:lnTo>
                  <a:lnTo>
                    <a:pt x="126" y="112"/>
                  </a:lnTo>
                  <a:lnTo>
                    <a:pt x="106" y="142"/>
                  </a:lnTo>
                  <a:lnTo>
                    <a:pt x="96" y="156"/>
                  </a:lnTo>
                  <a:lnTo>
                    <a:pt x="84" y="170"/>
                  </a:lnTo>
                  <a:lnTo>
                    <a:pt x="70" y="182"/>
                  </a:lnTo>
                  <a:lnTo>
                    <a:pt x="56" y="196"/>
                  </a:lnTo>
                  <a:lnTo>
                    <a:pt x="40" y="208"/>
                  </a:lnTo>
                  <a:lnTo>
                    <a:pt x="32" y="218"/>
                  </a:lnTo>
                  <a:lnTo>
                    <a:pt x="10" y="244"/>
                  </a:lnTo>
                  <a:lnTo>
                    <a:pt x="4" y="240"/>
                  </a:lnTo>
                  <a:lnTo>
                    <a:pt x="0" y="236"/>
                  </a:lnTo>
                  <a:lnTo>
                    <a:pt x="0" y="170"/>
                  </a:lnTo>
                  <a:lnTo>
                    <a:pt x="8" y="152"/>
                  </a:lnTo>
                  <a:lnTo>
                    <a:pt x="14" y="148"/>
                  </a:lnTo>
                  <a:lnTo>
                    <a:pt x="18" y="14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5" name=""/>
            <p:cNvSpPr/>
            <p:nvPr/>
          </p:nvSpPr>
          <p:spPr>
            <a:xfrm>
              <a:off x="4963320" y="4085640"/>
              <a:ext cx="54360" cy="43560"/>
            </a:xfrm>
            <a:custGeom>
              <a:avLst/>
              <a:gdLst/>
              <a:ahLst/>
              <a:rect l="l" t="t" r="r" b="b"/>
              <a:pathLst>
                <a:path w="28" h="24">
                  <a:moveTo>
                    <a:pt x="28" y="24"/>
                  </a:moveTo>
                  <a:lnTo>
                    <a:pt x="18" y="24"/>
                  </a:lnTo>
                  <a:lnTo>
                    <a:pt x="12" y="24"/>
                  </a:lnTo>
                  <a:lnTo>
                    <a:pt x="0" y="22"/>
                  </a:lnTo>
                  <a:lnTo>
                    <a:pt x="6" y="2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28" y="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6" name=""/>
            <p:cNvSpPr/>
            <p:nvPr/>
          </p:nvSpPr>
          <p:spPr>
            <a:xfrm>
              <a:off x="6008040" y="4549680"/>
              <a:ext cx="244440" cy="446040"/>
            </a:xfrm>
            <a:custGeom>
              <a:avLst/>
              <a:gdLst/>
              <a:ahLst/>
              <a:rect l="l" t="t" r="r" b="b"/>
              <a:pathLst>
                <a:path w="124" h="250">
                  <a:moveTo>
                    <a:pt x="26" y="84"/>
                  </a:moveTo>
                  <a:lnTo>
                    <a:pt x="30" y="84"/>
                  </a:lnTo>
                  <a:lnTo>
                    <a:pt x="32" y="82"/>
                  </a:lnTo>
                  <a:lnTo>
                    <a:pt x="38" y="76"/>
                  </a:lnTo>
                  <a:lnTo>
                    <a:pt x="40" y="70"/>
                  </a:lnTo>
                  <a:lnTo>
                    <a:pt x="44" y="68"/>
                  </a:lnTo>
                  <a:lnTo>
                    <a:pt x="48" y="68"/>
                  </a:lnTo>
                  <a:lnTo>
                    <a:pt x="56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74" y="56"/>
                  </a:lnTo>
                  <a:lnTo>
                    <a:pt x="88" y="32"/>
                  </a:lnTo>
                  <a:lnTo>
                    <a:pt x="90" y="30"/>
                  </a:lnTo>
                  <a:lnTo>
                    <a:pt x="92" y="28"/>
                  </a:lnTo>
                  <a:lnTo>
                    <a:pt x="96" y="26"/>
                  </a:lnTo>
                  <a:lnTo>
                    <a:pt x="100" y="26"/>
                  </a:lnTo>
                  <a:lnTo>
                    <a:pt x="104" y="18"/>
                  </a:lnTo>
                  <a:lnTo>
                    <a:pt x="104" y="12"/>
                  </a:lnTo>
                  <a:lnTo>
                    <a:pt x="106" y="6"/>
                  </a:lnTo>
                  <a:lnTo>
                    <a:pt x="110" y="0"/>
                  </a:lnTo>
                  <a:lnTo>
                    <a:pt x="110" y="8"/>
                  </a:lnTo>
                  <a:lnTo>
                    <a:pt x="112" y="16"/>
                  </a:lnTo>
                  <a:lnTo>
                    <a:pt x="118" y="32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4" y="68"/>
                  </a:lnTo>
                  <a:lnTo>
                    <a:pt x="122" y="72"/>
                  </a:lnTo>
                  <a:lnTo>
                    <a:pt x="120" y="74"/>
                  </a:lnTo>
                  <a:lnTo>
                    <a:pt x="118" y="72"/>
                  </a:lnTo>
                  <a:lnTo>
                    <a:pt x="118" y="70"/>
                  </a:lnTo>
                  <a:lnTo>
                    <a:pt x="116" y="64"/>
                  </a:lnTo>
                  <a:lnTo>
                    <a:pt x="112" y="68"/>
                  </a:lnTo>
                  <a:lnTo>
                    <a:pt x="110" y="70"/>
                  </a:lnTo>
                  <a:lnTo>
                    <a:pt x="110" y="78"/>
                  </a:lnTo>
                  <a:lnTo>
                    <a:pt x="110" y="82"/>
                  </a:lnTo>
                  <a:lnTo>
                    <a:pt x="112" y="86"/>
                  </a:lnTo>
                  <a:lnTo>
                    <a:pt x="114" y="86"/>
                  </a:lnTo>
                  <a:lnTo>
                    <a:pt x="114" y="90"/>
                  </a:lnTo>
                  <a:lnTo>
                    <a:pt x="112" y="96"/>
                  </a:lnTo>
                  <a:lnTo>
                    <a:pt x="106" y="106"/>
                  </a:lnTo>
                  <a:lnTo>
                    <a:pt x="98" y="118"/>
                  </a:lnTo>
                  <a:lnTo>
                    <a:pt x="82" y="162"/>
                  </a:lnTo>
                  <a:lnTo>
                    <a:pt x="74" y="182"/>
                  </a:lnTo>
                  <a:lnTo>
                    <a:pt x="70" y="206"/>
                  </a:lnTo>
                  <a:lnTo>
                    <a:pt x="66" y="216"/>
                  </a:lnTo>
                  <a:lnTo>
                    <a:pt x="64" y="222"/>
                  </a:lnTo>
                  <a:lnTo>
                    <a:pt x="60" y="230"/>
                  </a:lnTo>
                  <a:lnTo>
                    <a:pt x="58" y="240"/>
                  </a:lnTo>
                  <a:lnTo>
                    <a:pt x="48" y="242"/>
                  </a:lnTo>
                  <a:lnTo>
                    <a:pt x="42" y="246"/>
                  </a:lnTo>
                  <a:lnTo>
                    <a:pt x="38" y="250"/>
                  </a:lnTo>
                  <a:lnTo>
                    <a:pt x="28" y="250"/>
                  </a:lnTo>
                  <a:lnTo>
                    <a:pt x="20" y="250"/>
                  </a:lnTo>
                  <a:lnTo>
                    <a:pt x="14" y="244"/>
                  </a:lnTo>
                  <a:lnTo>
                    <a:pt x="10" y="238"/>
                  </a:lnTo>
                  <a:lnTo>
                    <a:pt x="8" y="228"/>
                  </a:lnTo>
                  <a:lnTo>
                    <a:pt x="2" y="210"/>
                  </a:lnTo>
                  <a:lnTo>
                    <a:pt x="0" y="192"/>
                  </a:lnTo>
                  <a:lnTo>
                    <a:pt x="2" y="182"/>
                  </a:lnTo>
                  <a:lnTo>
                    <a:pt x="6" y="174"/>
                  </a:lnTo>
                  <a:lnTo>
                    <a:pt x="10" y="168"/>
                  </a:lnTo>
                  <a:lnTo>
                    <a:pt x="12" y="164"/>
                  </a:lnTo>
                  <a:lnTo>
                    <a:pt x="22" y="152"/>
                  </a:lnTo>
                  <a:lnTo>
                    <a:pt x="24" y="144"/>
                  </a:lnTo>
                  <a:lnTo>
                    <a:pt x="26" y="136"/>
                  </a:lnTo>
                  <a:lnTo>
                    <a:pt x="24" y="128"/>
                  </a:lnTo>
                  <a:lnTo>
                    <a:pt x="20" y="120"/>
                  </a:lnTo>
                  <a:lnTo>
                    <a:pt x="18" y="114"/>
                  </a:lnTo>
                  <a:lnTo>
                    <a:pt x="16" y="108"/>
                  </a:lnTo>
                  <a:lnTo>
                    <a:pt x="26" y="8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7" name=""/>
            <p:cNvSpPr/>
            <p:nvPr/>
          </p:nvSpPr>
          <p:spPr>
            <a:xfrm>
              <a:off x="5414760" y="3124440"/>
              <a:ext cx="360720" cy="325800"/>
            </a:xfrm>
            <a:custGeom>
              <a:avLst/>
              <a:gdLst/>
              <a:ahLst/>
              <a:rect l="l" t="t" r="r" b="b"/>
              <a:pathLst>
                <a:path w="182" h="182">
                  <a:moveTo>
                    <a:pt x="180" y="160"/>
                  </a:moveTo>
                  <a:lnTo>
                    <a:pt x="174" y="160"/>
                  </a:lnTo>
                  <a:lnTo>
                    <a:pt x="172" y="164"/>
                  </a:lnTo>
                  <a:lnTo>
                    <a:pt x="162" y="170"/>
                  </a:lnTo>
                  <a:lnTo>
                    <a:pt x="156" y="176"/>
                  </a:lnTo>
                  <a:lnTo>
                    <a:pt x="146" y="182"/>
                  </a:lnTo>
                  <a:lnTo>
                    <a:pt x="142" y="176"/>
                  </a:lnTo>
                  <a:lnTo>
                    <a:pt x="12" y="176"/>
                  </a:lnTo>
                  <a:lnTo>
                    <a:pt x="8" y="50"/>
                  </a:lnTo>
                  <a:lnTo>
                    <a:pt x="8" y="44"/>
                  </a:lnTo>
                  <a:lnTo>
                    <a:pt x="4" y="40"/>
                  </a:lnTo>
                  <a:lnTo>
                    <a:pt x="2" y="38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2" y="22"/>
                  </a:lnTo>
                  <a:lnTo>
                    <a:pt x="4" y="18"/>
                  </a:lnTo>
                  <a:lnTo>
                    <a:pt x="6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0"/>
                  </a:lnTo>
                  <a:lnTo>
                    <a:pt x="36" y="8"/>
                  </a:lnTo>
                  <a:lnTo>
                    <a:pt x="54" y="12"/>
                  </a:lnTo>
                  <a:lnTo>
                    <a:pt x="68" y="14"/>
                  </a:lnTo>
                  <a:lnTo>
                    <a:pt x="76" y="12"/>
                  </a:lnTo>
                  <a:lnTo>
                    <a:pt x="84" y="8"/>
                  </a:lnTo>
                  <a:lnTo>
                    <a:pt x="92" y="4"/>
                  </a:lnTo>
                  <a:lnTo>
                    <a:pt x="100" y="2"/>
                  </a:lnTo>
                  <a:lnTo>
                    <a:pt x="104" y="2"/>
                  </a:lnTo>
                  <a:lnTo>
                    <a:pt x="108" y="6"/>
                  </a:lnTo>
                  <a:lnTo>
                    <a:pt x="112" y="8"/>
                  </a:lnTo>
                  <a:lnTo>
                    <a:pt x="118" y="10"/>
                  </a:lnTo>
                  <a:lnTo>
                    <a:pt x="124" y="10"/>
                  </a:lnTo>
                  <a:lnTo>
                    <a:pt x="132" y="8"/>
                  </a:lnTo>
                  <a:lnTo>
                    <a:pt x="138" y="8"/>
                  </a:lnTo>
                  <a:lnTo>
                    <a:pt x="140" y="8"/>
                  </a:lnTo>
                  <a:lnTo>
                    <a:pt x="142" y="10"/>
                  </a:lnTo>
                  <a:lnTo>
                    <a:pt x="146" y="14"/>
                  </a:lnTo>
                  <a:lnTo>
                    <a:pt x="152" y="22"/>
                  </a:lnTo>
                  <a:lnTo>
                    <a:pt x="156" y="32"/>
                  </a:lnTo>
                  <a:lnTo>
                    <a:pt x="158" y="42"/>
                  </a:lnTo>
                  <a:lnTo>
                    <a:pt x="154" y="56"/>
                  </a:lnTo>
                  <a:lnTo>
                    <a:pt x="154" y="64"/>
                  </a:lnTo>
                  <a:lnTo>
                    <a:pt x="158" y="66"/>
                  </a:lnTo>
                  <a:lnTo>
                    <a:pt x="152" y="68"/>
                  </a:lnTo>
                  <a:lnTo>
                    <a:pt x="152" y="66"/>
                  </a:lnTo>
                  <a:lnTo>
                    <a:pt x="150" y="66"/>
                  </a:lnTo>
                  <a:lnTo>
                    <a:pt x="146" y="66"/>
                  </a:lnTo>
                  <a:lnTo>
                    <a:pt x="142" y="64"/>
                  </a:lnTo>
                  <a:lnTo>
                    <a:pt x="134" y="52"/>
                  </a:lnTo>
                  <a:lnTo>
                    <a:pt x="128" y="40"/>
                  </a:lnTo>
                  <a:lnTo>
                    <a:pt x="120" y="32"/>
                  </a:lnTo>
                  <a:lnTo>
                    <a:pt x="122" y="38"/>
                  </a:lnTo>
                  <a:lnTo>
                    <a:pt x="124" y="46"/>
                  </a:lnTo>
                  <a:lnTo>
                    <a:pt x="136" y="66"/>
                  </a:lnTo>
                  <a:lnTo>
                    <a:pt x="156" y="102"/>
                  </a:lnTo>
                  <a:lnTo>
                    <a:pt x="162" y="112"/>
                  </a:lnTo>
                  <a:lnTo>
                    <a:pt x="168" y="120"/>
                  </a:lnTo>
                  <a:lnTo>
                    <a:pt x="174" y="126"/>
                  </a:lnTo>
                  <a:lnTo>
                    <a:pt x="176" y="138"/>
                  </a:lnTo>
                  <a:lnTo>
                    <a:pt x="178" y="150"/>
                  </a:lnTo>
                  <a:lnTo>
                    <a:pt x="182" y="160"/>
                  </a:lnTo>
                  <a:lnTo>
                    <a:pt x="180" y="16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8" name=""/>
            <p:cNvSpPr/>
            <p:nvPr/>
          </p:nvSpPr>
          <p:spPr>
            <a:xfrm>
              <a:off x="4953240" y="3071160"/>
              <a:ext cx="487080" cy="450720"/>
            </a:xfrm>
            <a:custGeom>
              <a:avLst/>
              <a:gdLst/>
              <a:ahLst/>
              <a:rect l="l" t="t" r="r" b="b"/>
              <a:pathLst>
                <a:path w="247" h="252">
                  <a:moveTo>
                    <a:pt x="247" y="206"/>
                  </a:moveTo>
                  <a:lnTo>
                    <a:pt x="243" y="80"/>
                  </a:lnTo>
                  <a:lnTo>
                    <a:pt x="243" y="74"/>
                  </a:lnTo>
                  <a:lnTo>
                    <a:pt x="239" y="70"/>
                  </a:lnTo>
                  <a:lnTo>
                    <a:pt x="237" y="68"/>
                  </a:lnTo>
                  <a:lnTo>
                    <a:pt x="235" y="60"/>
                  </a:lnTo>
                  <a:lnTo>
                    <a:pt x="235" y="56"/>
                  </a:lnTo>
                  <a:lnTo>
                    <a:pt x="237" y="52"/>
                  </a:lnTo>
                  <a:lnTo>
                    <a:pt x="239" y="48"/>
                  </a:lnTo>
                  <a:lnTo>
                    <a:pt x="241" y="44"/>
                  </a:lnTo>
                  <a:lnTo>
                    <a:pt x="237" y="42"/>
                  </a:lnTo>
                  <a:lnTo>
                    <a:pt x="235" y="40"/>
                  </a:lnTo>
                  <a:lnTo>
                    <a:pt x="235" y="38"/>
                  </a:lnTo>
                  <a:lnTo>
                    <a:pt x="237" y="34"/>
                  </a:lnTo>
                  <a:lnTo>
                    <a:pt x="241" y="30"/>
                  </a:lnTo>
                  <a:lnTo>
                    <a:pt x="215" y="20"/>
                  </a:lnTo>
                  <a:lnTo>
                    <a:pt x="209" y="16"/>
                  </a:lnTo>
                  <a:lnTo>
                    <a:pt x="203" y="12"/>
                  </a:lnTo>
                  <a:lnTo>
                    <a:pt x="197" y="6"/>
                  </a:lnTo>
                  <a:lnTo>
                    <a:pt x="193" y="4"/>
                  </a:lnTo>
                  <a:lnTo>
                    <a:pt x="189" y="4"/>
                  </a:lnTo>
                  <a:lnTo>
                    <a:pt x="181" y="6"/>
                  </a:lnTo>
                  <a:lnTo>
                    <a:pt x="171" y="12"/>
                  </a:lnTo>
                  <a:lnTo>
                    <a:pt x="163" y="20"/>
                  </a:lnTo>
                  <a:lnTo>
                    <a:pt x="163" y="24"/>
                  </a:lnTo>
                  <a:lnTo>
                    <a:pt x="161" y="28"/>
                  </a:lnTo>
                  <a:lnTo>
                    <a:pt x="163" y="36"/>
                  </a:lnTo>
                  <a:lnTo>
                    <a:pt x="163" y="38"/>
                  </a:lnTo>
                  <a:lnTo>
                    <a:pt x="165" y="40"/>
                  </a:lnTo>
                  <a:lnTo>
                    <a:pt x="163" y="44"/>
                  </a:lnTo>
                  <a:lnTo>
                    <a:pt x="161" y="48"/>
                  </a:lnTo>
                  <a:lnTo>
                    <a:pt x="157" y="52"/>
                  </a:lnTo>
                  <a:lnTo>
                    <a:pt x="149" y="54"/>
                  </a:lnTo>
                  <a:lnTo>
                    <a:pt x="145" y="54"/>
                  </a:lnTo>
                  <a:lnTo>
                    <a:pt x="139" y="52"/>
                  </a:lnTo>
                  <a:lnTo>
                    <a:pt x="133" y="46"/>
                  </a:lnTo>
                  <a:lnTo>
                    <a:pt x="125" y="40"/>
                  </a:lnTo>
                  <a:lnTo>
                    <a:pt x="115" y="38"/>
                  </a:lnTo>
                  <a:lnTo>
                    <a:pt x="111" y="36"/>
                  </a:lnTo>
                  <a:lnTo>
                    <a:pt x="107" y="36"/>
                  </a:lnTo>
                  <a:lnTo>
                    <a:pt x="103" y="36"/>
                  </a:lnTo>
                  <a:lnTo>
                    <a:pt x="99" y="34"/>
                  </a:lnTo>
                  <a:lnTo>
                    <a:pt x="93" y="30"/>
                  </a:lnTo>
                  <a:lnTo>
                    <a:pt x="89" y="24"/>
                  </a:lnTo>
                  <a:lnTo>
                    <a:pt x="85" y="18"/>
                  </a:lnTo>
                  <a:lnTo>
                    <a:pt x="81" y="16"/>
                  </a:lnTo>
                  <a:lnTo>
                    <a:pt x="77" y="14"/>
                  </a:lnTo>
                  <a:lnTo>
                    <a:pt x="53" y="10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26" y="4"/>
                  </a:lnTo>
                  <a:lnTo>
                    <a:pt x="26" y="10"/>
                  </a:lnTo>
                  <a:lnTo>
                    <a:pt x="26" y="12"/>
                  </a:lnTo>
                  <a:lnTo>
                    <a:pt x="26" y="18"/>
                  </a:lnTo>
                  <a:lnTo>
                    <a:pt x="18" y="24"/>
                  </a:lnTo>
                  <a:lnTo>
                    <a:pt x="12" y="30"/>
                  </a:lnTo>
                  <a:lnTo>
                    <a:pt x="8" y="36"/>
                  </a:lnTo>
                  <a:lnTo>
                    <a:pt x="8" y="40"/>
                  </a:lnTo>
                  <a:lnTo>
                    <a:pt x="10" y="40"/>
                  </a:lnTo>
                  <a:lnTo>
                    <a:pt x="4" y="52"/>
                  </a:lnTo>
                  <a:lnTo>
                    <a:pt x="0" y="56"/>
                  </a:lnTo>
                  <a:lnTo>
                    <a:pt x="0" y="62"/>
                  </a:lnTo>
                  <a:lnTo>
                    <a:pt x="0" y="68"/>
                  </a:lnTo>
                  <a:lnTo>
                    <a:pt x="2" y="74"/>
                  </a:lnTo>
                  <a:lnTo>
                    <a:pt x="4" y="80"/>
                  </a:lnTo>
                  <a:lnTo>
                    <a:pt x="4" y="88"/>
                  </a:lnTo>
                  <a:lnTo>
                    <a:pt x="6" y="120"/>
                  </a:lnTo>
                  <a:lnTo>
                    <a:pt x="2" y="124"/>
                  </a:lnTo>
                  <a:lnTo>
                    <a:pt x="0" y="132"/>
                  </a:lnTo>
                  <a:lnTo>
                    <a:pt x="2" y="136"/>
                  </a:lnTo>
                  <a:lnTo>
                    <a:pt x="4" y="140"/>
                  </a:lnTo>
                  <a:lnTo>
                    <a:pt x="10" y="152"/>
                  </a:lnTo>
                  <a:lnTo>
                    <a:pt x="12" y="158"/>
                  </a:lnTo>
                  <a:lnTo>
                    <a:pt x="18" y="162"/>
                  </a:lnTo>
                  <a:lnTo>
                    <a:pt x="28" y="166"/>
                  </a:lnTo>
                  <a:lnTo>
                    <a:pt x="32" y="168"/>
                  </a:lnTo>
                  <a:lnTo>
                    <a:pt x="36" y="174"/>
                  </a:lnTo>
                  <a:lnTo>
                    <a:pt x="40" y="182"/>
                  </a:lnTo>
                  <a:lnTo>
                    <a:pt x="42" y="182"/>
                  </a:lnTo>
                  <a:lnTo>
                    <a:pt x="46" y="182"/>
                  </a:lnTo>
                  <a:lnTo>
                    <a:pt x="55" y="182"/>
                  </a:lnTo>
                  <a:lnTo>
                    <a:pt x="61" y="184"/>
                  </a:lnTo>
                  <a:lnTo>
                    <a:pt x="67" y="186"/>
                  </a:lnTo>
                  <a:lnTo>
                    <a:pt x="71" y="190"/>
                  </a:lnTo>
                  <a:lnTo>
                    <a:pt x="75" y="196"/>
                  </a:lnTo>
                  <a:lnTo>
                    <a:pt x="105" y="182"/>
                  </a:lnTo>
                  <a:lnTo>
                    <a:pt x="231" y="252"/>
                  </a:lnTo>
                  <a:lnTo>
                    <a:pt x="235" y="244"/>
                  </a:lnTo>
                  <a:lnTo>
                    <a:pt x="247" y="244"/>
                  </a:lnTo>
                  <a:lnTo>
                    <a:pt x="247" y="20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9" name=""/>
            <p:cNvSpPr/>
            <p:nvPr/>
          </p:nvSpPr>
          <p:spPr>
            <a:xfrm>
              <a:off x="4888080" y="2942640"/>
              <a:ext cx="123120" cy="240120"/>
            </a:xfrm>
            <a:custGeom>
              <a:avLst/>
              <a:gdLst/>
              <a:ahLst/>
              <a:rect l="l" t="t" r="r" b="b"/>
              <a:pathLst>
                <a:path w="62" h="134">
                  <a:moveTo>
                    <a:pt x="30" y="128"/>
                  </a:moveTo>
                  <a:lnTo>
                    <a:pt x="30" y="130"/>
                  </a:lnTo>
                  <a:lnTo>
                    <a:pt x="26" y="104"/>
                  </a:lnTo>
                  <a:lnTo>
                    <a:pt x="22" y="98"/>
                  </a:lnTo>
                  <a:lnTo>
                    <a:pt x="18" y="92"/>
                  </a:lnTo>
                  <a:lnTo>
                    <a:pt x="14" y="86"/>
                  </a:lnTo>
                  <a:lnTo>
                    <a:pt x="10" y="82"/>
                  </a:lnTo>
                  <a:lnTo>
                    <a:pt x="8" y="78"/>
                  </a:lnTo>
                  <a:lnTo>
                    <a:pt x="4" y="74"/>
                  </a:lnTo>
                  <a:lnTo>
                    <a:pt x="0" y="68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2" y="56"/>
                  </a:lnTo>
                  <a:lnTo>
                    <a:pt x="6" y="54"/>
                  </a:lnTo>
                  <a:lnTo>
                    <a:pt x="8" y="50"/>
                  </a:lnTo>
                  <a:lnTo>
                    <a:pt x="10" y="42"/>
                  </a:lnTo>
                  <a:lnTo>
                    <a:pt x="10" y="36"/>
                  </a:lnTo>
                  <a:lnTo>
                    <a:pt x="10" y="24"/>
                  </a:lnTo>
                  <a:lnTo>
                    <a:pt x="12" y="1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42" y="2"/>
                  </a:lnTo>
                  <a:lnTo>
                    <a:pt x="48" y="4"/>
                  </a:lnTo>
                  <a:lnTo>
                    <a:pt x="46" y="8"/>
                  </a:lnTo>
                  <a:lnTo>
                    <a:pt x="44" y="12"/>
                  </a:lnTo>
                  <a:lnTo>
                    <a:pt x="44" y="16"/>
                  </a:lnTo>
                  <a:lnTo>
                    <a:pt x="42" y="20"/>
                  </a:lnTo>
                  <a:lnTo>
                    <a:pt x="44" y="24"/>
                  </a:lnTo>
                  <a:lnTo>
                    <a:pt x="46" y="28"/>
                  </a:lnTo>
                  <a:lnTo>
                    <a:pt x="50" y="30"/>
                  </a:lnTo>
                  <a:lnTo>
                    <a:pt x="52" y="32"/>
                  </a:lnTo>
                  <a:lnTo>
                    <a:pt x="50" y="42"/>
                  </a:lnTo>
                  <a:lnTo>
                    <a:pt x="46" y="46"/>
                  </a:lnTo>
                  <a:lnTo>
                    <a:pt x="42" y="52"/>
                  </a:lnTo>
                  <a:lnTo>
                    <a:pt x="40" y="58"/>
                  </a:lnTo>
                  <a:lnTo>
                    <a:pt x="42" y="60"/>
                  </a:lnTo>
                  <a:lnTo>
                    <a:pt x="46" y="64"/>
                  </a:lnTo>
                  <a:lnTo>
                    <a:pt x="54" y="66"/>
                  </a:lnTo>
                  <a:lnTo>
                    <a:pt x="62" y="72"/>
                  </a:lnTo>
                  <a:lnTo>
                    <a:pt x="58" y="76"/>
                  </a:lnTo>
                  <a:lnTo>
                    <a:pt x="58" y="82"/>
                  </a:lnTo>
                  <a:lnTo>
                    <a:pt x="58" y="84"/>
                  </a:lnTo>
                  <a:lnTo>
                    <a:pt x="58" y="90"/>
                  </a:lnTo>
                  <a:lnTo>
                    <a:pt x="50" y="96"/>
                  </a:lnTo>
                  <a:lnTo>
                    <a:pt x="44" y="102"/>
                  </a:lnTo>
                  <a:lnTo>
                    <a:pt x="40" y="108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36" y="124"/>
                  </a:lnTo>
                  <a:lnTo>
                    <a:pt x="32" y="128"/>
                  </a:lnTo>
                  <a:lnTo>
                    <a:pt x="32" y="134"/>
                  </a:lnTo>
                  <a:lnTo>
                    <a:pt x="30" y="1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0" name=""/>
            <p:cNvSpPr/>
            <p:nvPr/>
          </p:nvSpPr>
          <p:spPr>
            <a:xfrm>
              <a:off x="4403880" y="2945880"/>
              <a:ext cx="627840" cy="594000"/>
            </a:xfrm>
            <a:custGeom>
              <a:avLst/>
              <a:gdLst/>
              <a:ahLst/>
              <a:rect l="l" t="t" r="r" b="b"/>
              <a:pathLst>
                <a:path w="318" h="332">
                  <a:moveTo>
                    <a:pt x="98" y="36"/>
                  </a:moveTo>
                  <a:lnTo>
                    <a:pt x="110" y="34"/>
                  </a:lnTo>
                  <a:lnTo>
                    <a:pt x="116" y="30"/>
                  </a:lnTo>
                  <a:lnTo>
                    <a:pt x="124" y="26"/>
                  </a:lnTo>
                  <a:lnTo>
                    <a:pt x="132" y="20"/>
                  </a:lnTo>
                  <a:lnTo>
                    <a:pt x="146" y="14"/>
                  </a:lnTo>
                  <a:lnTo>
                    <a:pt x="166" y="8"/>
                  </a:lnTo>
                  <a:lnTo>
                    <a:pt x="186" y="4"/>
                  </a:lnTo>
                  <a:lnTo>
                    <a:pt x="198" y="4"/>
                  </a:lnTo>
                  <a:lnTo>
                    <a:pt x="202" y="4"/>
                  </a:lnTo>
                  <a:lnTo>
                    <a:pt x="206" y="6"/>
                  </a:lnTo>
                  <a:lnTo>
                    <a:pt x="210" y="8"/>
                  </a:lnTo>
                  <a:lnTo>
                    <a:pt x="214" y="8"/>
                  </a:lnTo>
                  <a:lnTo>
                    <a:pt x="220" y="6"/>
                  </a:lnTo>
                  <a:lnTo>
                    <a:pt x="222" y="4"/>
                  </a:lnTo>
                  <a:lnTo>
                    <a:pt x="224" y="2"/>
                  </a:lnTo>
                  <a:lnTo>
                    <a:pt x="230" y="0"/>
                  </a:lnTo>
                  <a:lnTo>
                    <a:pt x="248" y="0"/>
                  </a:lnTo>
                  <a:lnTo>
                    <a:pt x="260" y="0"/>
                  </a:lnTo>
                  <a:lnTo>
                    <a:pt x="258" y="10"/>
                  </a:lnTo>
                  <a:lnTo>
                    <a:pt x="256" y="22"/>
                  </a:lnTo>
                  <a:lnTo>
                    <a:pt x="256" y="34"/>
                  </a:lnTo>
                  <a:lnTo>
                    <a:pt x="256" y="40"/>
                  </a:lnTo>
                  <a:lnTo>
                    <a:pt x="254" y="48"/>
                  </a:lnTo>
                  <a:lnTo>
                    <a:pt x="252" y="52"/>
                  </a:lnTo>
                  <a:lnTo>
                    <a:pt x="248" y="54"/>
                  </a:lnTo>
                  <a:lnTo>
                    <a:pt x="246" y="56"/>
                  </a:lnTo>
                  <a:lnTo>
                    <a:pt x="246" y="60"/>
                  </a:lnTo>
                  <a:lnTo>
                    <a:pt x="246" y="66"/>
                  </a:lnTo>
                  <a:lnTo>
                    <a:pt x="250" y="72"/>
                  </a:lnTo>
                  <a:lnTo>
                    <a:pt x="254" y="76"/>
                  </a:lnTo>
                  <a:lnTo>
                    <a:pt x="256" y="80"/>
                  </a:lnTo>
                  <a:lnTo>
                    <a:pt x="260" y="84"/>
                  </a:lnTo>
                  <a:lnTo>
                    <a:pt x="264" y="90"/>
                  </a:lnTo>
                  <a:lnTo>
                    <a:pt x="268" y="96"/>
                  </a:lnTo>
                  <a:lnTo>
                    <a:pt x="272" y="102"/>
                  </a:lnTo>
                  <a:lnTo>
                    <a:pt x="276" y="128"/>
                  </a:lnTo>
                  <a:lnTo>
                    <a:pt x="276" y="126"/>
                  </a:lnTo>
                  <a:lnTo>
                    <a:pt x="278" y="132"/>
                  </a:lnTo>
                  <a:lnTo>
                    <a:pt x="278" y="138"/>
                  </a:lnTo>
                  <a:lnTo>
                    <a:pt x="280" y="144"/>
                  </a:lnTo>
                  <a:lnTo>
                    <a:pt x="282" y="150"/>
                  </a:lnTo>
                  <a:lnTo>
                    <a:pt x="282" y="158"/>
                  </a:lnTo>
                  <a:lnTo>
                    <a:pt x="284" y="190"/>
                  </a:lnTo>
                  <a:lnTo>
                    <a:pt x="280" y="194"/>
                  </a:lnTo>
                  <a:lnTo>
                    <a:pt x="278" y="202"/>
                  </a:lnTo>
                  <a:lnTo>
                    <a:pt x="280" y="206"/>
                  </a:lnTo>
                  <a:lnTo>
                    <a:pt x="282" y="210"/>
                  </a:lnTo>
                  <a:lnTo>
                    <a:pt x="288" y="222"/>
                  </a:lnTo>
                  <a:lnTo>
                    <a:pt x="290" y="228"/>
                  </a:lnTo>
                  <a:lnTo>
                    <a:pt x="296" y="232"/>
                  </a:lnTo>
                  <a:lnTo>
                    <a:pt x="306" y="236"/>
                  </a:lnTo>
                  <a:lnTo>
                    <a:pt x="310" y="238"/>
                  </a:lnTo>
                  <a:lnTo>
                    <a:pt x="314" y="244"/>
                  </a:lnTo>
                  <a:lnTo>
                    <a:pt x="318" y="252"/>
                  </a:lnTo>
                  <a:lnTo>
                    <a:pt x="248" y="300"/>
                  </a:lnTo>
                  <a:lnTo>
                    <a:pt x="220" y="328"/>
                  </a:lnTo>
                  <a:lnTo>
                    <a:pt x="182" y="332"/>
                  </a:lnTo>
                  <a:lnTo>
                    <a:pt x="182" y="318"/>
                  </a:lnTo>
                  <a:lnTo>
                    <a:pt x="170" y="314"/>
                  </a:lnTo>
                  <a:lnTo>
                    <a:pt x="160" y="310"/>
                  </a:lnTo>
                  <a:lnTo>
                    <a:pt x="152" y="302"/>
                  </a:lnTo>
                  <a:lnTo>
                    <a:pt x="148" y="298"/>
                  </a:lnTo>
                  <a:lnTo>
                    <a:pt x="148" y="294"/>
                  </a:lnTo>
                  <a:lnTo>
                    <a:pt x="0" y="182"/>
                  </a:lnTo>
                  <a:lnTo>
                    <a:pt x="0" y="160"/>
                  </a:lnTo>
                  <a:lnTo>
                    <a:pt x="8" y="148"/>
                  </a:lnTo>
                  <a:lnTo>
                    <a:pt x="18" y="144"/>
                  </a:lnTo>
                  <a:lnTo>
                    <a:pt x="32" y="138"/>
                  </a:lnTo>
                  <a:lnTo>
                    <a:pt x="48" y="132"/>
                  </a:lnTo>
                  <a:lnTo>
                    <a:pt x="54" y="128"/>
                  </a:lnTo>
                  <a:lnTo>
                    <a:pt x="56" y="124"/>
                  </a:lnTo>
                  <a:lnTo>
                    <a:pt x="60" y="118"/>
                  </a:lnTo>
                  <a:lnTo>
                    <a:pt x="66" y="116"/>
                  </a:lnTo>
                  <a:lnTo>
                    <a:pt x="70" y="114"/>
                  </a:lnTo>
                  <a:lnTo>
                    <a:pt x="72" y="112"/>
                  </a:lnTo>
                  <a:lnTo>
                    <a:pt x="72" y="110"/>
                  </a:lnTo>
                  <a:lnTo>
                    <a:pt x="72" y="102"/>
                  </a:lnTo>
                  <a:lnTo>
                    <a:pt x="80" y="100"/>
                  </a:lnTo>
                  <a:lnTo>
                    <a:pt x="84" y="96"/>
                  </a:lnTo>
                  <a:lnTo>
                    <a:pt x="90" y="92"/>
                  </a:lnTo>
                  <a:lnTo>
                    <a:pt x="96" y="92"/>
                  </a:lnTo>
                  <a:lnTo>
                    <a:pt x="106" y="92"/>
                  </a:lnTo>
                  <a:lnTo>
                    <a:pt x="110" y="92"/>
                  </a:lnTo>
                  <a:lnTo>
                    <a:pt x="112" y="90"/>
                  </a:lnTo>
                  <a:lnTo>
                    <a:pt x="112" y="86"/>
                  </a:lnTo>
                  <a:lnTo>
                    <a:pt x="104" y="60"/>
                  </a:lnTo>
                  <a:lnTo>
                    <a:pt x="96" y="36"/>
                  </a:lnTo>
                  <a:lnTo>
                    <a:pt x="98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1" name=""/>
            <p:cNvSpPr/>
            <p:nvPr/>
          </p:nvSpPr>
          <p:spPr>
            <a:xfrm>
              <a:off x="4267080" y="2989800"/>
              <a:ext cx="355680" cy="273960"/>
            </a:xfrm>
            <a:custGeom>
              <a:avLst/>
              <a:gdLst/>
              <a:ahLst/>
              <a:rect l="l" t="t" r="r" b="b"/>
              <a:pathLst>
                <a:path w="180" h="154">
                  <a:moveTo>
                    <a:pt x="68" y="152"/>
                  </a:moveTo>
                  <a:lnTo>
                    <a:pt x="68" y="136"/>
                  </a:lnTo>
                  <a:lnTo>
                    <a:pt x="76" y="124"/>
                  </a:lnTo>
                  <a:lnTo>
                    <a:pt x="86" y="120"/>
                  </a:lnTo>
                  <a:lnTo>
                    <a:pt x="100" y="114"/>
                  </a:lnTo>
                  <a:lnTo>
                    <a:pt x="116" y="108"/>
                  </a:lnTo>
                  <a:lnTo>
                    <a:pt x="122" y="104"/>
                  </a:lnTo>
                  <a:lnTo>
                    <a:pt x="124" y="100"/>
                  </a:lnTo>
                  <a:lnTo>
                    <a:pt x="128" y="94"/>
                  </a:lnTo>
                  <a:lnTo>
                    <a:pt x="134" y="92"/>
                  </a:lnTo>
                  <a:lnTo>
                    <a:pt x="138" y="90"/>
                  </a:lnTo>
                  <a:lnTo>
                    <a:pt x="140" y="88"/>
                  </a:lnTo>
                  <a:lnTo>
                    <a:pt x="140" y="86"/>
                  </a:lnTo>
                  <a:lnTo>
                    <a:pt x="140" y="78"/>
                  </a:lnTo>
                  <a:lnTo>
                    <a:pt x="148" y="76"/>
                  </a:lnTo>
                  <a:lnTo>
                    <a:pt x="152" y="72"/>
                  </a:lnTo>
                  <a:lnTo>
                    <a:pt x="158" y="68"/>
                  </a:lnTo>
                  <a:lnTo>
                    <a:pt x="164" y="68"/>
                  </a:lnTo>
                  <a:lnTo>
                    <a:pt x="174" y="68"/>
                  </a:lnTo>
                  <a:lnTo>
                    <a:pt x="178" y="68"/>
                  </a:lnTo>
                  <a:lnTo>
                    <a:pt x="180" y="66"/>
                  </a:lnTo>
                  <a:lnTo>
                    <a:pt x="180" y="62"/>
                  </a:lnTo>
                  <a:lnTo>
                    <a:pt x="172" y="36"/>
                  </a:lnTo>
                  <a:lnTo>
                    <a:pt x="164" y="12"/>
                  </a:lnTo>
                  <a:lnTo>
                    <a:pt x="166" y="12"/>
                  </a:lnTo>
                  <a:lnTo>
                    <a:pt x="148" y="14"/>
                  </a:lnTo>
                  <a:lnTo>
                    <a:pt x="136" y="12"/>
                  </a:lnTo>
                  <a:lnTo>
                    <a:pt x="126" y="10"/>
                  </a:lnTo>
                  <a:lnTo>
                    <a:pt x="124" y="8"/>
                  </a:lnTo>
                  <a:lnTo>
                    <a:pt x="124" y="4"/>
                  </a:lnTo>
                  <a:lnTo>
                    <a:pt x="122" y="2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0" y="4"/>
                  </a:lnTo>
                  <a:lnTo>
                    <a:pt x="106" y="14"/>
                  </a:lnTo>
                  <a:lnTo>
                    <a:pt x="102" y="26"/>
                  </a:lnTo>
                  <a:lnTo>
                    <a:pt x="98" y="32"/>
                  </a:lnTo>
                  <a:lnTo>
                    <a:pt x="92" y="40"/>
                  </a:lnTo>
                  <a:lnTo>
                    <a:pt x="82" y="44"/>
                  </a:lnTo>
                  <a:lnTo>
                    <a:pt x="74" y="52"/>
                  </a:lnTo>
                  <a:lnTo>
                    <a:pt x="66" y="58"/>
                  </a:lnTo>
                  <a:lnTo>
                    <a:pt x="62" y="64"/>
                  </a:lnTo>
                  <a:lnTo>
                    <a:pt x="60" y="70"/>
                  </a:lnTo>
                  <a:lnTo>
                    <a:pt x="60" y="82"/>
                  </a:lnTo>
                  <a:lnTo>
                    <a:pt x="58" y="94"/>
                  </a:lnTo>
                  <a:lnTo>
                    <a:pt x="54" y="108"/>
                  </a:lnTo>
                  <a:lnTo>
                    <a:pt x="50" y="114"/>
                  </a:lnTo>
                  <a:lnTo>
                    <a:pt x="44" y="118"/>
                  </a:lnTo>
                  <a:lnTo>
                    <a:pt x="32" y="130"/>
                  </a:lnTo>
                  <a:lnTo>
                    <a:pt x="24" y="136"/>
                  </a:lnTo>
                  <a:lnTo>
                    <a:pt x="18" y="140"/>
                  </a:lnTo>
                  <a:lnTo>
                    <a:pt x="12" y="142"/>
                  </a:lnTo>
                  <a:lnTo>
                    <a:pt x="4" y="146"/>
                  </a:lnTo>
                  <a:lnTo>
                    <a:pt x="0" y="154"/>
                  </a:lnTo>
                  <a:lnTo>
                    <a:pt x="68" y="15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2" name=""/>
            <p:cNvSpPr/>
            <p:nvPr/>
          </p:nvSpPr>
          <p:spPr>
            <a:xfrm>
              <a:off x="4149360" y="3260520"/>
              <a:ext cx="249480" cy="207720"/>
            </a:xfrm>
            <a:custGeom>
              <a:avLst/>
              <a:gdLst/>
              <a:ahLst/>
              <a:rect l="l" t="t" r="r" b="b"/>
              <a:pathLst>
                <a:path w="126" h="116">
                  <a:moveTo>
                    <a:pt x="126" y="0"/>
                  </a:moveTo>
                  <a:lnTo>
                    <a:pt x="126" y="32"/>
                  </a:lnTo>
                  <a:lnTo>
                    <a:pt x="76" y="32"/>
                  </a:lnTo>
                  <a:lnTo>
                    <a:pt x="76" y="78"/>
                  </a:lnTo>
                  <a:lnTo>
                    <a:pt x="66" y="82"/>
                  </a:lnTo>
                  <a:lnTo>
                    <a:pt x="58" y="90"/>
                  </a:lnTo>
                  <a:lnTo>
                    <a:pt x="56" y="116"/>
                  </a:lnTo>
                  <a:lnTo>
                    <a:pt x="0" y="116"/>
                  </a:lnTo>
                  <a:lnTo>
                    <a:pt x="0" y="108"/>
                  </a:lnTo>
                  <a:lnTo>
                    <a:pt x="2" y="100"/>
                  </a:lnTo>
                  <a:lnTo>
                    <a:pt x="10" y="88"/>
                  </a:lnTo>
                  <a:lnTo>
                    <a:pt x="20" y="74"/>
                  </a:lnTo>
                  <a:lnTo>
                    <a:pt x="24" y="66"/>
                  </a:lnTo>
                  <a:lnTo>
                    <a:pt x="38" y="42"/>
                  </a:lnTo>
                  <a:lnTo>
                    <a:pt x="50" y="20"/>
                  </a:lnTo>
                  <a:lnTo>
                    <a:pt x="56" y="12"/>
                  </a:lnTo>
                  <a:lnTo>
                    <a:pt x="60" y="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3" name=""/>
            <p:cNvSpPr/>
            <p:nvPr/>
          </p:nvSpPr>
          <p:spPr>
            <a:xfrm>
              <a:off x="4149360" y="3260520"/>
              <a:ext cx="369360" cy="425520"/>
            </a:xfrm>
            <a:custGeom>
              <a:avLst/>
              <a:gdLst/>
              <a:ahLst/>
              <a:rect l="l" t="t" r="r" b="b"/>
              <a:pathLst>
                <a:path w="186" h="238">
                  <a:moveTo>
                    <a:pt x="128" y="0"/>
                  </a:moveTo>
                  <a:lnTo>
                    <a:pt x="126" y="0"/>
                  </a:lnTo>
                  <a:lnTo>
                    <a:pt x="126" y="32"/>
                  </a:lnTo>
                  <a:lnTo>
                    <a:pt x="76" y="32"/>
                  </a:lnTo>
                  <a:lnTo>
                    <a:pt x="76" y="78"/>
                  </a:lnTo>
                  <a:lnTo>
                    <a:pt x="66" y="82"/>
                  </a:lnTo>
                  <a:lnTo>
                    <a:pt x="58" y="90"/>
                  </a:lnTo>
                  <a:lnTo>
                    <a:pt x="56" y="116"/>
                  </a:lnTo>
                  <a:lnTo>
                    <a:pt x="0" y="116"/>
                  </a:lnTo>
                  <a:lnTo>
                    <a:pt x="2" y="124"/>
                  </a:lnTo>
                  <a:lnTo>
                    <a:pt x="6" y="128"/>
                  </a:lnTo>
                  <a:lnTo>
                    <a:pt x="10" y="134"/>
                  </a:lnTo>
                  <a:lnTo>
                    <a:pt x="12" y="138"/>
                  </a:lnTo>
                  <a:lnTo>
                    <a:pt x="10" y="142"/>
                  </a:lnTo>
                  <a:lnTo>
                    <a:pt x="8" y="146"/>
                  </a:lnTo>
                  <a:lnTo>
                    <a:pt x="6" y="150"/>
                  </a:lnTo>
                  <a:lnTo>
                    <a:pt x="6" y="152"/>
                  </a:lnTo>
                  <a:lnTo>
                    <a:pt x="6" y="156"/>
                  </a:lnTo>
                  <a:lnTo>
                    <a:pt x="10" y="158"/>
                  </a:lnTo>
                  <a:lnTo>
                    <a:pt x="14" y="166"/>
                  </a:lnTo>
                  <a:lnTo>
                    <a:pt x="12" y="166"/>
                  </a:lnTo>
                  <a:lnTo>
                    <a:pt x="14" y="176"/>
                  </a:lnTo>
                  <a:lnTo>
                    <a:pt x="12" y="186"/>
                  </a:lnTo>
                  <a:lnTo>
                    <a:pt x="10" y="196"/>
                  </a:lnTo>
                  <a:lnTo>
                    <a:pt x="6" y="206"/>
                  </a:lnTo>
                  <a:lnTo>
                    <a:pt x="10" y="206"/>
                  </a:lnTo>
                  <a:lnTo>
                    <a:pt x="12" y="206"/>
                  </a:lnTo>
                  <a:lnTo>
                    <a:pt x="16" y="206"/>
                  </a:lnTo>
                  <a:lnTo>
                    <a:pt x="18" y="204"/>
                  </a:lnTo>
                  <a:lnTo>
                    <a:pt x="22" y="202"/>
                  </a:lnTo>
                  <a:lnTo>
                    <a:pt x="26" y="202"/>
                  </a:lnTo>
                  <a:lnTo>
                    <a:pt x="34" y="204"/>
                  </a:lnTo>
                  <a:lnTo>
                    <a:pt x="42" y="208"/>
                  </a:lnTo>
                  <a:lnTo>
                    <a:pt x="48" y="210"/>
                  </a:lnTo>
                  <a:lnTo>
                    <a:pt x="50" y="216"/>
                  </a:lnTo>
                  <a:lnTo>
                    <a:pt x="60" y="230"/>
                  </a:lnTo>
                  <a:lnTo>
                    <a:pt x="64" y="234"/>
                  </a:lnTo>
                  <a:lnTo>
                    <a:pt x="70" y="238"/>
                  </a:lnTo>
                  <a:lnTo>
                    <a:pt x="76" y="228"/>
                  </a:lnTo>
                  <a:lnTo>
                    <a:pt x="78" y="222"/>
                  </a:lnTo>
                  <a:lnTo>
                    <a:pt x="82" y="222"/>
                  </a:lnTo>
                  <a:lnTo>
                    <a:pt x="88" y="220"/>
                  </a:lnTo>
                  <a:lnTo>
                    <a:pt x="86" y="226"/>
                  </a:lnTo>
                  <a:lnTo>
                    <a:pt x="88" y="230"/>
                  </a:lnTo>
                  <a:lnTo>
                    <a:pt x="92" y="224"/>
                  </a:lnTo>
                  <a:lnTo>
                    <a:pt x="94" y="224"/>
                  </a:lnTo>
                  <a:lnTo>
                    <a:pt x="96" y="222"/>
                  </a:lnTo>
                  <a:lnTo>
                    <a:pt x="98" y="224"/>
                  </a:lnTo>
                  <a:lnTo>
                    <a:pt x="100" y="226"/>
                  </a:lnTo>
                  <a:lnTo>
                    <a:pt x="102" y="228"/>
                  </a:lnTo>
                  <a:lnTo>
                    <a:pt x="106" y="226"/>
                  </a:lnTo>
                  <a:lnTo>
                    <a:pt x="110" y="224"/>
                  </a:lnTo>
                  <a:lnTo>
                    <a:pt x="172" y="224"/>
                  </a:lnTo>
                  <a:lnTo>
                    <a:pt x="174" y="216"/>
                  </a:lnTo>
                  <a:lnTo>
                    <a:pt x="176" y="208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58" y="50"/>
                  </a:lnTo>
                  <a:lnTo>
                    <a:pt x="186" y="50"/>
                  </a:lnTo>
                  <a:lnTo>
                    <a:pt x="128" y="6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4" name=""/>
            <p:cNvSpPr/>
            <p:nvPr/>
          </p:nvSpPr>
          <p:spPr>
            <a:xfrm>
              <a:off x="4284000" y="3350160"/>
              <a:ext cx="504360" cy="482040"/>
            </a:xfrm>
            <a:custGeom>
              <a:avLst/>
              <a:gdLst/>
              <a:ahLst/>
              <a:rect l="l" t="t" r="r" b="b"/>
              <a:pathLst>
                <a:path w="256" h="270">
                  <a:moveTo>
                    <a:pt x="2" y="188"/>
                  </a:moveTo>
                  <a:lnTo>
                    <a:pt x="8" y="178"/>
                  </a:lnTo>
                  <a:lnTo>
                    <a:pt x="10" y="172"/>
                  </a:lnTo>
                  <a:lnTo>
                    <a:pt x="14" y="172"/>
                  </a:lnTo>
                  <a:lnTo>
                    <a:pt x="20" y="170"/>
                  </a:lnTo>
                  <a:lnTo>
                    <a:pt x="18" y="176"/>
                  </a:lnTo>
                  <a:lnTo>
                    <a:pt x="20" y="180"/>
                  </a:lnTo>
                  <a:lnTo>
                    <a:pt x="24" y="174"/>
                  </a:lnTo>
                  <a:lnTo>
                    <a:pt x="26" y="174"/>
                  </a:lnTo>
                  <a:lnTo>
                    <a:pt x="28" y="172"/>
                  </a:lnTo>
                  <a:lnTo>
                    <a:pt x="30" y="174"/>
                  </a:lnTo>
                  <a:lnTo>
                    <a:pt x="32" y="176"/>
                  </a:lnTo>
                  <a:lnTo>
                    <a:pt x="34" y="178"/>
                  </a:lnTo>
                  <a:lnTo>
                    <a:pt x="38" y="176"/>
                  </a:lnTo>
                  <a:lnTo>
                    <a:pt x="42" y="174"/>
                  </a:lnTo>
                  <a:lnTo>
                    <a:pt x="104" y="174"/>
                  </a:lnTo>
                  <a:lnTo>
                    <a:pt x="106" y="166"/>
                  </a:lnTo>
                  <a:lnTo>
                    <a:pt x="108" y="158"/>
                  </a:lnTo>
                  <a:lnTo>
                    <a:pt x="104" y="158"/>
                  </a:lnTo>
                  <a:lnTo>
                    <a:pt x="102" y="156"/>
                  </a:lnTo>
                  <a:lnTo>
                    <a:pt x="90" y="0"/>
                  </a:lnTo>
                  <a:lnTo>
                    <a:pt x="118" y="0"/>
                  </a:lnTo>
                  <a:lnTo>
                    <a:pt x="208" y="68"/>
                  </a:lnTo>
                  <a:lnTo>
                    <a:pt x="208" y="72"/>
                  </a:lnTo>
                  <a:lnTo>
                    <a:pt x="212" y="76"/>
                  </a:lnTo>
                  <a:lnTo>
                    <a:pt x="220" y="84"/>
                  </a:lnTo>
                  <a:lnTo>
                    <a:pt x="230" y="88"/>
                  </a:lnTo>
                  <a:lnTo>
                    <a:pt x="242" y="92"/>
                  </a:lnTo>
                  <a:lnTo>
                    <a:pt x="242" y="106"/>
                  </a:lnTo>
                  <a:lnTo>
                    <a:pt x="256" y="104"/>
                  </a:lnTo>
                  <a:lnTo>
                    <a:pt x="256" y="154"/>
                  </a:lnTo>
                  <a:lnTo>
                    <a:pt x="252" y="162"/>
                  </a:lnTo>
                  <a:lnTo>
                    <a:pt x="248" y="170"/>
                  </a:lnTo>
                  <a:lnTo>
                    <a:pt x="240" y="174"/>
                  </a:lnTo>
                  <a:lnTo>
                    <a:pt x="230" y="176"/>
                  </a:lnTo>
                  <a:lnTo>
                    <a:pt x="218" y="176"/>
                  </a:lnTo>
                  <a:lnTo>
                    <a:pt x="206" y="178"/>
                  </a:lnTo>
                  <a:lnTo>
                    <a:pt x="186" y="184"/>
                  </a:lnTo>
                  <a:lnTo>
                    <a:pt x="150" y="196"/>
                  </a:lnTo>
                  <a:lnTo>
                    <a:pt x="146" y="198"/>
                  </a:lnTo>
                  <a:lnTo>
                    <a:pt x="144" y="200"/>
                  </a:lnTo>
                  <a:lnTo>
                    <a:pt x="142" y="206"/>
                  </a:lnTo>
                  <a:lnTo>
                    <a:pt x="138" y="212"/>
                  </a:lnTo>
                  <a:lnTo>
                    <a:pt x="136" y="212"/>
                  </a:lnTo>
                  <a:lnTo>
                    <a:pt x="132" y="212"/>
                  </a:lnTo>
                  <a:lnTo>
                    <a:pt x="124" y="212"/>
                  </a:lnTo>
                  <a:lnTo>
                    <a:pt x="124" y="222"/>
                  </a:lnTo>
                  <a:lnTo>
                    <a:pt x="124" y="228"/>
                  </a:lnTo>
                  <a:lnTo>
                    <a:pt x="122" y="232"/>
                  </a:lnTo>
                  <a:lnTo>
                    <a:pt x="116" y="236"/>
                  </a:lnTo>
                  <a:lnTo>
                    <a:pt x="110" y="240"/>
                  </a:lnTo>
                  <a:lnTo>
                    <a:pt x="108" y="244"/>
                  </a:lnTo>
                  <a:lnTo>
                    <a:pt x="108" y="248"/>
                  </a:lnTo>
                  <a:lnTo>
                    <a:pt x="106" y="256"/>
                  </a:lnTo>
                  <a:lnTo>
                    <a:pt x="104" y="264"/>
                  </a:lnTo>
                  <a:lnTo>
                    <a:pt x="100" y="266"/>
                  </a:lnTo>
                  <a:lnTo>
                    <a:pt x="94" y="270"/>
                  </a:lnTo>
                  <a:lnTo>
                    <a:pt x="90" y="264"/>
                  </a:lnTo>
                  <a:lnTo>
                    <a:pt x="82" y="266"/>
                  </a:lnTo>
                  <a:lnTo>
                    <a:pt x="76" y="268"/>
                  </a:lnTo>
                  <a:lnTo>
                    <a:pt x="70" y="270"/>
                  </a:lnTo>
                  <a:lnTo>
                    <a:pt x="64" y="268"/>
                  </a:lnTo>
                  <a:lnTo>
                    <a:pt x="62" y="266"/>
                  </a:lnTo>
                  <a:lnTo>
                    <a:pt x="58" y="252"/>
                  </a:lnTo>
                  <a:lnTo>
                    <a:pt x="54" y="240"/>
                  </a:lnTo>
                  <a:lnTo>
                    <a:pt x="50" y="234"/>
                  </a:lnTo>
                  <a:lnTo>
                    <a:pt x="44" y="232"/>
                  </a:lnTo>
                  <a:lnTo>
                    <a:pt x="42" y="234"/>
                  </a:lnTo>
                  <a:lnTo>
                    <a:pt x="40" y="236"/>
                  </a:lnTo>
                  <a:lnTo>
                    <a:pt x="34" y="236"/>
                  </a:lnTo>
                  <a:lnTo>
                    <a:pt x="20" y="234"/>
                  </a:lnTo>
                  <a:lnTo>
                    <a:pt x="10" y="232"/>
                  </a:lnTo>
                  <a:lnTo>
                    <a:pt x="10" y="224"/>
                  </a:lnTo>
                  <a:lnTo>
                    <a:pt x="10" y="218"/>
                  </a:lnTo>
                  <a:lnTo>
                    <a:pt x="8" y="210"/>
                  </a:lnTo>
                  <a:lnTo>
                    <a:pt x="4" y="200"/>
                  </a:lnTo>
                  <a:lnTo>
                    <a:pt x="0" y="186"/>
                  </a:lnTo>
                  <a:lnTo>
                    <a:pt x="2" y="186"/>
                  </a:lnTo>
                  <a:lnTo>
                    <a:pt x="2" y="18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5" name=""/>
            <p:cNvSpPr/>
            <p:nvPr/>
          </p:nvSpPr>
          <p:spPr>
            <a:xfrm>
              <a:off x="4667400" y="3397320"/>
              <a:ext cx="492480" cy="384480"/>
            </a:xfrm>
            <a:custGeom>
              <a:avLst/>
              <a:gdLst/>
              <a:ahLst/>
              <a:rect l="l" t="t" r="r" b="b"/>
              <a:pathLst>
                <a:path w="249" h="216">
                  <a:moveTo>
                    <a:pt x="219" y="14"/>
                  </a:moveTo>
                  <a:lnTo>
                    <a:pt x="215" y="8"/>
                  </a:lnTo>
                  <a:lnTo>
                    <a:pt x="211" y="4"/>
                  </a:lnTo>
                  <a:lnTo>
                    <a:pt x="205" y="2"/>
                  </a:lnTo>
                  <a:lnTo>
                    <a:pt x="199" y="0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4" y="0"/>
                  </a:lnTo>
                  <a:lnTo>
                    <a:pt x="114" y="48"/>
                  </a:lnTo>
                  <a:lnTo>
                    <a:pt x="86" y="76"/>
                  </a:lnTo>
                  <a:lnTo>
                    <a:pt x="62" y="78"/>
                  </a:lnTo>
                  <a:lnTo>
                    <a:pt x="62" y="128"/>
                  </a:lnTo>
                  <a:lnTo>
                    <a:pt x="58" y="136"/>
                  </a:lnTo>
                  <a:lnTo>
                    <a:pt x="54" y="144"/>
                  </a:lnTo>
                  <a:lnTo>
                    <a:pt x="46" y="148"/>
                  </a:lnTo>
                  <a:lnTo>
                    <a:pt x="36" y="150"/>
                  </a:lnTo>
                  <a:lnTo>
                    <a:pt x="16" y="152"/>
                  </a:lnTo>
                  <a:lnTo>
                    <a:pt x="0" y="156"/>
                  </a:lnTo>
                  <a:lnTo>
                    <a:pt x="0" y="166"/>
                  </a:lnTo>
                  <a:lnTo>
                    <a:pt x="4" y="172"/>
                  </a:lnTo>
                  <a:lnTo>
                    <a:pt x="8" y="174"/>
                  </a:lnTo>
                  <a:lnTo>
                    <a:pt x="12" y="178"/>
                  </a:lnTo>
                  <a:lnTo>
                    <a:pt x="14" y="182"/>
                  </a:lnTo>
                  <a:lnTo>
                    <a:pt x="14" y="186"/>
                  </a:lnTo>
                  <a:lnTo>
                    <a:pt x="14" y="190"/>
                  </a:lnTo>
                  <a:lnTo>
                    <a:pt x="14" y="194"/>
                  </a:lnTo>
                  <a:lnTo>
                    <a:pt x="18" y="198"/>
                  </a:lnTo>
                  <a:lnTo>
                    <a:pt x="24" y="198"/>
                  </a:lnTo>
                  <a:lnTo>
                    <a:pt x="30" y="200"/>
                  </a:lnTo>
                  <a:lnTo>
                    <a:pt x="32" y="204"/>
                  </a:lnTo>
                  <a:lnTo>
                    <a:pt x="32" y="206"/>
                  </a:lnTo>
                  <a:lnTo>
                    <a:pt x="42" y="206"/>
                  </a:lnTo>
                  <a:lnTo>
                    <a:pt x="46" y="212"/>
                  </a:lnTo>
                  <a:lnTo>
                    <a:pt x="52" y="216"/>
                  </a:lnTo>
                  <a:lnTo>
                    <a:pt x="56" y="202"/>
                  </a:lnTo>
                  <a:lnTo>
                    <a:pt x="60" y="188"/>
                  </a:lnTo>
                  <a:lnTo>
                    <a:pt x="64" y="184"/>
                  </a:lnTo>
                  <a:lnTo>
                    <a:pt x="70" y="180"/>
                  </a:lnTo>
                  <a:lnTo>
                    <a:pt x="76" y="176"/>
                  </a:lnTo>
                  <a:lnTo>
                    <a:pt x="86" y="176"/>
                  </a:lnTo>
                  <a:lnTo>
                    <a:pt x="88" y="176"/>
                  </a:lnTo>
                  <a:lnTo>
                    <a:pt x="92" y="178"/>
                  </a:lnTo>
                  <a:lnTo>
                    <a:pt x="98" y="184"/>
                  </a:lnTo>
                  <a:lnTo>
                    <a:pt x="104" y="188"/>
                  </a:lnTo>
                  <a:lnTo>
                    <a:pt x="106" y="190"/>
                  </a:lnTo>
                  <a:lnTo>
                    <a:pt x="110" y="192"/>
                  </a:lnTo>
                  <a:lnTo>
                    <a:pt x="114" y="190"/>
                  </a:lnTo>
                  <a:lnTo>
                    <a:pt x="114" y="188"/>
                  </a:lnTo>
                  <a:lnTo>
                    <a:pt x="116" y="186"/>
                  </a:lnTo>
                  <a:lnTo>
                    <a:pt x="120" y="186"/>
                  </a:lnTo>
                  <a:lnTo>
                    <a:pt x="128" y="186"/>
                  </a:lnTo>
                  <a:lnTo>
                    <a:pt x="132" y="190"/>
                  </a:lnTo>
                  <a:lnTo>
                    <a:pt x="136" y="192"/>
                  </a:lnTo>
                  <a:lnTo>
                    <a:pt x="142" y="194"/>
                  </a:lnTo>
                  <a:lnTo>
                    <a:pt x="150" y="192"/>
                  </a:lnTo>
                  <a:lnTo>
                    <a:pt x="156" y="188"/>
                  </a:lnTo>
                  <a:lnTo>
                    <a:pt x="162" y="186"/>
                  </a:lnTo>
                  <a:lnTo>
                    <a:pt x="170" y="184"/>
                  </a:lnTo>
                  <a:lnTo>
                    <a:pt x="176" y="184"/>
                  </a:lnTo>
                  <a:lnTo>
                    <a:pt x="180" y="186"/>
                  </a:lnTo>
                  <a:lnTo>
                    <a:pt x="184" y="186"/>
                  </a:lnTo>
                  <a:lnTo>
                    <a:pt x="193" y="188"/>
                  </a:lnTo>
                  <a:lnTo>
                    <a:pt x="197" y="186"/>
                  </a:lnTo>
                  <a:lnTo>
                    <a:pt x="203" y="184"/>
                  </a:lnTo>
                  <a:lnTo>
                    <a:pt x="213" y="176"/>
                  </a:lnTo>
                  <a:lnTo>
                    <a:pt x="215" y="166"/>
                  </a:lnTo>
                  <a:lnTo>
                    <a:pt x="217" y="158"/>
                  </a:lnTo>
                  <a:lnTo>
                    <a:pt x="221" y="150"/>
                  </a:lnTo>
                  <a:lnTo>
                    <a:pt x="225" y="144"/>
                  </a:lnTo>
                  <a:lnTo>
                    <a:pt x="235" y="132"/>
                  </a:lnTo>
                  <a:lnTo>
                    <a:pt x="239" y="126"/>
                  </a:lnTo>
                  <a:lnTo>
                    <a:pt x="243" y="118"/>
                  </a:lnTo>
                  <a:lnTo>
                    <a:pt x="243" y="76"/>
                  </a:lnTo>
                  <a:lnTo>
                    <a:pt x="243" y="72"/>
                  </a:lnTo>
                  <a:lnTo>
                    <a:pt x="245" y="68"/>
                  </a:lnTo>
                  <a:lnTo>
                    <a:pt x="247" y="64"/>
                  </a:lnTo>
                  <a:lnTo>
                    <a:pt x="249" y="58"/>
                  </a:lnTo>
                  <a:lnTo>
                    <a:pt x="247" y="48"/>
                  </a:lnTo>
                  <a:lnTo>
                    <a:pt x="241" y="34"/>
                  </a:lnTo>
                  <a:lnTo>
                    <a:pt x="235" y="22"/>
                  </a:lnTo>
                  <a:lnTo>
                    <a:pt x="231" y="8"/>
                  </a:lnTo>
                  <a:lnTo>
                    <a:pt x="229" y="8"/>
                  </a:lnTo>
                  <a:lnTo>
                    <a:pt x="219" y="1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6" name=""/>
            <p:cNvSpPr/>
            <p:nvPr/>
          </p:nvSpPr>
          <p:spPr>
            <a:xfrm>
              <a:off x="5088240" y="3397320"/>
              <a:ext cx="331920" cy="524160"/>
            </a:xfrm>
            <a:custGeom>
              <a:avLst/>
              <a:gdLst/>
              <a:ahLst/>
              <a:rect l="l" t="t" r="r" b="b"/>
              <a:pathLst>
                <a:path w="168" h="294">
                  <a:moveTo>
                    <a:pt x="162" y="68"/>
                  </a:moveTo>
                  <a:lnTo>
                    <a:pt x="168" y="138"/>
                  </a:lnTo>
                  <a:lnTo>
                    <a:pt x="158" y="140"/>
                  </a:lnTo>
                  <a:lnTo>
                    <a:pt x="152" y="144"/>
                  </a:lnTo>
                  <a:lnTo>
                    <a:pt x="148" y="150"/>
                  </a:lnTo>
                  <a:lnTo>
                    <a:pt x="146" y="158"/>
                  </a:lnTo>
                  <a:lnTo>
                    <a:pt x="142" y="164"/>
                  </a:lnTo>
                  <a:lnTo>
                    <a:pt x="140" y="172"/>
                  </a:lnTo>
                  <a:lnTo>
                    <a:pt x="140" y="190"/>
                  </a:lnTo>
                  <a:lnTo>
                    <a:pt x="138" y="194"/>
                  </a:lnTo>
                  <a:lnTo>
                    <a:pt x="134" y="200"/>
                  </a:lnTo>
                  <a:lnTo>
                    <a:pt x="134" y="202"/>
                  </a:lnTo>
                  <a:lnTo>
                    <a:pt x="136" y="202"/>
                  </a:lnTo>
                  <a:lnTo>
                    <a:pt x="144" y="206"/>
                  </a:lnTo>
                  <a:lnTo>
                    <a:pt x="146" y="214"/>
                  </a:lnTo>
                  <a:lnTo>
                    <a:pt x="148" y="216"/>
                  </a:lnTo>
                  <a:lnTo>
                    <a:pt x="150" y="220"/>
                  </a:lnTo>
                  <a:lnTo>
                    <a:pt x="152" y="228"/>
                  </a:lnTo>
                  <a:lnTo>
                    <a:pt x="146" y="228"/>
                  </a:lnTo>
                  <a:lnTo>
                    <a:pt x="142" y="228"/>
                  </a:lnTo>
                  <a:lnTo>
                    <a:pt x="138" y="230"/>
                  </a:lnTo>
                  <a:lnTo>
                    <a:pt x="130" y="238"/>
                  </a:lnTo>
                  <a:lnTo>
                    <a:pt x="126" y="246"/>
                  </a:lnTo>
                  <a:lnTo>
                    <a:pt x="122" y="256"/>
                  </a:lnTo>
                  <a:lnTo>
                    <a:pt x="120" y="258"/>
                  </a:lnTo>
                  <a:lnTo>
                    <a:pt x="118" y="260"/>
                  </a:lnTo>
                  <a:lnTo>
                    <a:pt x="108" y="262"/>
                  </a:lnTo>
                  <a:lnTo>
                    <a:pt x="90" y="264"/>
                  </a:lnTo>
                  <a:lnTo>
                    <a:pt x="88" y="270"/>
                  </a:lnTo>
                  <a:lnTo>
                    <a:pt x="86" y="276"/>
                  </a:lnTo>
                  <a:lnTo>
                    <a:pt x="82" y="280"/>
                  </a:lnTo>
                  <a:lnTo>
                    <a:pt x="76" y="284"/>
                  </a:lnTo>
                  <a:lnTo>
                    <a:pt x="64" y="288"/>
                  </a:lnTo>
                  <a:lnTo>
                    <a:pt x="52" y="290"/>
                  </a:lnTo>
                  <a:lnTo>
                    <a:pt x="48" y="288"/>
                  </a:lnTo>
                  <a:lnTo>
                    <a:pt x="46" y="286"/>
                  </a:lnTo>
                  <a:lnTo>
                    <a:pt x="42" y="288"/>
                  </a:lnTo>
                  <a:lnTo>
                    <a:pt x="38" y="292"/>
                  </a:lnTo>
                  <a:lnTo>
                    <a:pt x="38" y="294"/>
                  </a:lnTo>
                  <a:lnTo>
                    <a:pt x="36" y="292"/>
                  </a:lnTo>
                  <a:lnTo>
                    <a:pt x="34" y="282"/>
                  </a:lnTo>
                  <a:lnTo>
                    <a:pt x="30" y="274"/>
                  </a:lnTo>
                  <a:lnTo>
                    <a:pt x="20" y="264"/>
                  </a:lnTo>
                  <a:lnTo>
                    <a:pt x="12" y="256"/>
                  </a:lnTo>
                  <a:lnTo>
                    <a:pt x="8" y="252"/>
                  </a:lnTo>
                  <a:lnTo>
                    <a:pt x="10" y="250"/>
                  </a:lnTo>
                  <a:lnTo>
                    <a:pt x="12" y="248"/>
                  </a:lnTo>
                  <a:lnTo>
                    <a:pt x="18" y="246"/>
                  </a:lnTo>
                  <a:lnTo>
                    <a:pt x="36" y="246"/>
                  </a:lnTo>
                  <a:lnTo>
                    <a:pt x="28" y="240"/>
                  </a:lnTo>
                  <a:lnTo>
                    <a:pt x="28" y="236"/>
                  </a:lnTo>
                  <a:lnTo>
                    <a:pt x="26" y="230"/>
                  </a:lnTo>
                  <a:lnTo>
                    <a:pt x="28" y="212"/>
                  </a:lnTo>
                  <a:lnTo>
                    <a:pt x="26" y="206"/>
                  </a:lnTo>
                  <a:lnTo>
                    <a:pt x="22" y="200"/>
                  </a:lnTo>
                  <a:lnTo>
                    <a:pt x="16" y="192"/>
                  </a:lnTo>
                  <a:lnTo>
                    <a:pt x="12" y="186"/>
                  </a:lnTo>
                  <a:lnTo>
                    <a:pt x="10" y="188"/>
                  </a:lnTo>
                  <a:lnTo>
                    <a:pt x="8" y="186"/>
                  </a:lnTo>
                  <a:lnTo>
                    <a:pt x="4" y="182"/>
                  </a:lnTo>
                  <a:lnTo>
                    <a:pt x="0" y="176"/>
                  </a:lnTo>
                  <a:lnTo>
                    <a:pt x="2" y="166"/>
                  </a:lnTo>
                  <a:lnTo>
                    <a:pt x="4" y="158"/>
                  </a:lnTo>
                  <a:lnTo>
                    <a:pt x="8" y="150"/>
                  </a:lnTo>
                  <a:lnTo>
                    <a:pt x="12" y="144"/>
                  </a:lnTo>
                  <a:lnTo>
                    <a:pt x="22" y="132"/>
                  </a:lnTo>
                  <a:lnTo>
                    <a:pt x="26" y="126"/>
                  </a:lnTo>
                  <a:lnTo>
                    <a:pt x="30" y="118"/>
                  </a:lnTo>
                  <a:lnTo>
                    <a:pt x="30" y="76"/>
                  </a:lnTo>
                  <a:lnTo>
                    <a:pt x="30" y="72"/>
                  </a:lnTo>
                  <a:lnTo>
                    <a:pt x="32" y="68"/>
                  </a:lnTo>
                  <a:lnTo>
                    <a:pt x="34" y="64"/>
                  </a:lnTo>
                  <a:lnTo>
                    <a:pt x="36" y="58"/>
                  </a:lnTo>
                  <a:lnTo>
                    <a:pt x="34" y="48"/>
                  </a:lnTo>
                  <a:lnTo>
                    <a:pt x="28" y="34"/>
                  </a:lnTo>
                  <a:lnTo>
                    <a:pt x="22" y="22"/>
                  </a:lnTo>
                  <a:lnTo>
                    <a:pt x="18" y="8"/>
                  </a:lnTo>
                  <a:lnTo>
                    <a:pt x="20" y="8"/>
                  </a:lnTo>
                  <a:lnTo>
                    <a:pt x="36" y="0"/>
                  </a:lnTo>
                  <a:lnTo>
                    <a:pt x="162" y="70"/>
                  </a:lnTo>
                  <a:lnTo>
                    <a:pt x="162" y="6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7" name=""/>
            <p:cNvSpPr/>
            <p:nvPr/>
          </p:nvSpPr>
          <p:spPr>
            <a:xfrm>
              <a:off x="5982480" y="3731400"/>
              <a:ext cx="61560" cy="73080"/>
            </a:xfrm>
            <a:custGeom>
              <a:avLst/>
              <a:gdLst/>
              <a:ahLst/>
              <a:rect l="l" t="t" r="r" b="b"/>
              <a:pathLst>
                <a:path w="32" h="40">
                  <a:moveTo>
                    <a:pt x="16" y="0"/>
                  </a:moveTo>
                  <a:lnTo>
                    <a:pt x="24" y="8"/>
                  </a:lnTo>
                  <a:lnTo>
                    <a:pt x="30" y="14"/>
                  </a:lnTo>
                  <a:lnTo>
                    <a:pt x="32" y="20"/>
                  </a:lnTo>
                  <a:lnTo>
                    <a:pt x="30" y="26"/>
                  </a:lnTo>
                  <a:lnTo>
                    <a:pt x="26" y="30"/>
                  </a:lnTo>
                  <a:lnTo>
                    <a:pt x="22" y="34"/>
                  </a:lnTo>
                  <a:lnTo>
                    <a:pt x="16" y="38"/>
                  </a:lnTo>
                  <a:lnTo>
                    <a:pt x="6" y="40"/>
                  </a:lnTo>
                  <a:lnTo>
                    <a:pt x="2" y="38"/>
                  </a:lnTo>
                  <a:lnTo>
                    <a:pt x="0" y="32"/>
                  </a:lnTo>
                  <a:lnTo>
                    <a:pt x="2" y="24"/>
                  </a:lnTo>
                  <a:lnTo>
                    <a:pt x="8" y="16"/>
                  </a:lnTo>
                  <a:lnTo>
                    <a:pt x="22" y="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8" name=""/>
            <p:cNvSpPr/>
            <p:nvPr/>
          </p:nvSpPr>
          <p:spPr>
            <a:xfrm>
              <a:off x="5708880" y="3575880"/>
              <a:ext cx="464760" cy="470520"/>
            </a:xfrm>
            <a:custGeom>
              <a:avLst/>
              <a:gdLst/>
              <a:ahLst/>
              <a:rect l="l" t="t" r="r" b="b"/>
              <a:pathLst>
                <a:path w="236" h="264">
                  <a:moveTo>
                    <a:pt x="160" y="94"/>
                  </a:moveTo>
                  <a:lnTo>
                    <a:pt x="154" y="88"/>
                  </a:lnTo>
                  <a:lnTo>
                    <a:pt x="160" y="94"/>
                  </a:lnTo>
                  <a:lnTo>
                    <a:pt x="146" y="104"/>
                  </a:lnTo>
                  <a:lnTo>
                    <a:pt x="140" y="112"/>
                  </a:lnTo>
                  <a:lnTo>
                    <a:pt x="138" y="120"/>
                  </a:lnTo>
                  <a:lnTo>
                    <a:pt x="140" y="126"/>
                  </a:lnTo>
                  <a:lnTo>
                    <a:pt x="144" y="128"/>
                  </a:lnTo>
                  <a:lnTo>
                    <a:pt x="152" y="126"/>
                  </a:lnTo>
                  <a:lnTo>
                    <a:pt x="158" y="124"/>
                  </a:lnTo>
                  <a:lnTo>
                    <a:pt x="158" y="132"/>
                  </a:lnTo>
                  <a:lnTo>
                    <a:pt x="160" y="140"/>
                  </a:lnTo>
                  <a:lnTo>
                    <a:pt x="164" y="152"/>
                  </a:lnTo>
                  <a:lnTo>
                    <a:pt x="174" y="160"/>
                  </a:lnTo>
                  <a:lnTo>
                    <a:pt x="184" y="168"/>
                  </a:lnTo>
                  <a:lnTo>
                    <a:pt x="196" y="172"/>
                  </a:lnTo>
                  <a:lnTo>
                    <a:pt x="210" y="178"/>
                  </a:lnTo>
                  <a:lnTo>
                    <a:pt x="222" y="180"/>
                  </a:lnTo>
                  <a:lnTo>
                    <a:pt x="236" y="182"/>
                  </a:lnTo>
                  <a:lnTo>
                    <a:pt x="230" y="194"/>
                  </a:lnTo>
                  <a:lnTo>
                    <a:pt x="220" y="202"/>
                  </a:lnTo>
                  <a:lnTo>
                    <a:pt x="204" y="222"/>
                  </a:lnTo>
                  <a:lnTo>
                    <a:pt x="200" y="230"/>
                  </a:lnTo>
                  <a:lnTo>
                    <a:pt x="196" y="234"/>
                  </a:lnTo>
                  <a:lnTo>
                    <a:pt x="194" y="236"/>
                  </a:lnTo>
                  <a:lnTo>
                    <a:pt x="190" y="238"/>
                  </a:lnTo>
                  <a:lnTo>
                    <a:pt x="186" y="236"/>
                  </a:lnTo>
                  <a:lnTo>
                    <a:pt x="180" y="236"/>
                  </a:lnTo>
                  <a:lnTo>
                    <a:pt x="174" y="238"/>
                  </a:lnTo>
                  <a:lnTo>
                    <a:pt x="168" y="242"/>
                  </a:lnTo>
                  <a:lnTo>
                    <a:pt x="160" y="246"/>
                  </a:lnTo>
                  <a:lnTo>
                    <a:pt x="150" y="254"/>
                  </a:lnTo>
                  <a:lnTo>
                    <a:pt x="144" y="256"/>
                  </a:lnTo>
                  <a:lnTo>
                    <a:pt x="138" y="256"/>
                  </a:lnTo>
                  <a:lnTo>
                    <a:pt x="134" y="256"/>
                  </a:lnTo>
                  <a:lnTo>
                    <a:pt x="130" y="252"/>
                  </a:lnTo>
                  <a:lnTo>
                    <a:pt x="128" y="250"/>
                  </a:lnTo>
                  <a:lnTo>
                    <a:pt x="124" y="250"/>
                  </a:lnTo>
                  <a:lnTo>
                    <a:pt x="120" y="250"/>
                  </a:lnTo>
                  <a:lnTo>
                    <a:pt x="118" y="252"/>
                  </a:lnTo>
                  <a:lnTo>
                    <a:pt x="114" y="256"/>
                  </a:lnTo>
                  <a:lnTo>
                    <a:pt x="108" y="262"/>
                  </a:lnTo>
                  <a:lnTo>
                    <a:pt x="108" y="264"/>
                  </a:lnTo>
                  <a:lnTo>
                    <a:pt x="104" y="264"/>
                  </a:lnTo>
                  <a:lnTo>
                    <a:pt x="96" y="264"/>
                  </a:lnTo>
                  <a:lnTo>
                    <a:pt x="88" y="260"/>
                  </a:lnTo>
                  <a:lnTo>
                    <a:pt x="76" y="254"/>
                  </a:lnTo>
                  <a:lnTo>
                    <a:pt x="62" y="250"/>
                  </a:lnTo>
                  <a:lnTo>
                    <a:pt x="54" y="248"/>
                  </a:lnTo>
                  <a:lnTo>
                    <a:pt x="46" y="246"/>
                  </a:lnTo>
                  <a:lnTo>
                    <a:pt x="48" y="246"/>
                  </a:lnTo>
                  <a:lnTo>
                    <a:pt x="44" y="238"/>
                  </a:lnTo>
                  <a:lnTo>
                    <a:pt x="40" y="232"/>
                  </a:lnTo>
                  <a:lnTo>
                    <a:pt x="36" y="226"/>
                  </a:lnTo>
                  <a:lnTo>
                    <a:pt x="32" y="222"/>
                  </a:lnTo>
                  <a:lnTo>
                    <a:pt x="30" y="208"/>
                  </a:lnTo>
                  <a:lnTo>
                    <a:pt x="26" y="204"/>
                  </a:lnTo>
                  <a:lnTo>
                    <a:pt x="24" y="200"/>
                  </a:lnTo>
                  <a:lnTo>
                    <a:pt x="10" y="192"/>
                  </a:lnTo>
                  <a:lnTo>
                    <a:pt x="4" y="186"/>
                  </a:lnTo>
                  <a:lnTo>
                    <a:pt x="0" y="182"/>
                  </a:lnTo>
                  <a:lnTo>
                    <a:pt x="0" y="180"/>
                  </a:lnTo>
                  <a:lnTo>
                    <a:pt x="2" y="178"/>
                  </a:lnTo>
                  <a:lnTo>
                    <a:pt x="6" y="176"/>
                  </a:lnTo>
                  <a:lnTo>
                    <a:pt x="12" y="174"/>
                  </a:lnTo>
                  <a:lnTo>
                    <a:pt x="16" y="170"/>
                  </a:lnTo>
                  <a:lnTo>
                    <a:pt x="18" y="160"/>
                  </a:lnTo>
                  <a:lnTo>
                    <a:pt x="18" y="152"/>
                  </a:lnTo>
                  <a:lnTo>
                    <a:pt x="18" y="142"/>
                  </a:lnTo>
                  <a:lnTo>
                    <a:pt x="20" y="134"/>
                  </a:lnTo>
                  <a:lnTo>
                    <a:pt x="24" y="132"/>
                  </a:lnTo>
                  <a:lnTo>
                    <a:pt x="30" y="130"/>
                  </a:lnTo>
                  <a:lnTo>
                    <a:pt x="32" y="120"/>
                  </a:lnTo>
                  <a:lnTo>
                    <a:pt x="34" y="112"/>
                  </a:lnTo>
                  <a:lnTo>
                    <a:pt x="42" y="98"/>
                  </a:lnTo>
                  <a:lnTo>
                    <a:pt x="52" y="86"/>
                  </a:lnTo>
                  <a:lnTo>
                    <a:pt x="52" y="78"/>
                  </a:lnTo>
                  <a:lnTo>
                    <a:pt x="52" y="70"/>
                  </a:lnTo>
                  <a:lnTo>
                    <a:pt x="52" y="46"/>
                  </a:lnTo>
                  <a:lnTo>
                    <a:pt x="54" y="42"/>
                  </a:lnTo>
                  <a:lnTo>
                    <a:pt x="56" y="34"/>
                  </a:lnTo>
                  <a:lnTo>
                    <a:pt x="58" y="28"/>
                  </a:lnTo>
                  <a:lnTo>
                    <a:pt x="58" y="16"/>
                  </a:lnTo>
                  <a:lnTo>
                    <a:pt x="66" y="14"/>
                  </a:lnTo>
                  <a:lnTo>
                    <a:pt x="74" y="10"/>
                  </a:lnTo>
                  <a:lnTo>
                    <a:pt x="80" y="4"/>
                  </a:lnTo>
                  <a:lnTo>
                    <a:pt x="84" y="0"/>
                  </a:lnTo>
                  <a:lnTo>
                    <a:pt x="90" y="10"/>
                  </a:lnTo>
                  <a:lnTo>
                    <a:pt x="96" y="28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10" y="46"/>
                  </a:lnTo>
                  <a:lnTo>
                    <a:pt x="126" y="56"/>
                  </a:lnTo>
                  <a:lnTo>
                    <a:pt x="138" y="68"/>
                  </a:lnTo>
                  <a:lnTo>
                    <a:pt x="154" y="88"/>
                  </a:lnTo>
                  <a:lnTo>
                    <a:pt x="160" y="9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9" name=""/>
            <p:cNvSpPr/>
            <p:nvPr/>
          </p:nvSpPr>
          <p:spPr>
            <a:xfrm>
              <a:off x="5124240" y="3804840"/>
              <a:ext cx="406800" cy="270720"/>
            </a:xfrm>
            <a:custGeom>
              <a:avLst/>
              <a:gdLst/>
              <a:ahLst/>
              <a:rect l="l" t="t" r="r" b="b"/>
              <a:pathLst>
                <a:path w="206" h="152">
                  <a:moveTo>
                    <a:pt x="206" y="108"/>
                  </a:moveTo>
                  <a:lnTo>
                    <a:pt x="204" y="106"/>
                  </a:lnTo>
                  <a:lnTo>
                    <a:pt x="204" y="102"/>
                  </a:lnTo>
                  <a:lnTo>
                    <a:pt x="204" y="96"/>
                  </a:lnTo>
                  <a:lnTo>
                    <a:pt x="200" y="92"/>
                  </a:lnTo>
                  <a:lnTo>
                    <a:pt x="196" y="88"/>
                  </a:lnTo>
                  <a:lnTo>
                    <a:pt x="186" y="80"/>
                  </a:lnTo>
                  <a:lnTo>
                    <a:pt x="178" y="70"/>
                  </a:lnTo>
                  <a:lnTo>
                    <a:pt x="174" y="68"/>
                  </a:lnTo>
                  <a:lnTo>
                    <a:pt x="170" y="62"/>
                  </a:lnTo>
                  <a:lnTo>
                    <a:pt x="170" y="56"/>
                  </a:lnTo>
                  <a:lnTo>
                    <a:pt x="168" y="54"/>
                  </a:lnTo>
                  <a:lnTo>
                    <a:pt x="162" y="50"/>
                  </a:lnTo>
                  <a:lnTo>
                    <a:pt x="158" y="46"/>
                  </a:lnTo>
                  <a:lnTo>
                    <a:pt x="156" y="44"/>
                  </a:lnTo>
                  <a:lnTo>
                    <a:pt x="156" y="40"/>
                  </a:lnTo>
                  <a:lnTo>
                    <a:pt x="144" y="40"/>
                  </a:lnTo>
                  <a:lnTo>
                    <a:pt x="144" y="28"/>
                  </a:lnTo>
                  <a:lnTo>
                    <a:pt x="142" y="20"/>
                  </a:lnTo>
                  <a:lnTo>
                    <a:pt x="140" y="12"/>
                  </a:lnTo>
                  <a:lnTo>
                    <a:pt x="136" y="6"/>
                  </a:lnTo>
                  <a:lnTo>
                    <a:pt x="136" y="0"/>
                  </a:lnTo>
                  <a:lnTo>
                    <a:pt x="134" y="0"/>
                  </a:lnTo>
                  <a:lnTo>
                    <a:pt x="132" y="0"/>
                  </a:lnTo>
                  <a:lnTo>
                    <a:pt x="128" y="0"/>
                  </a:lnTo>
                  <a:lnTo>
                    <a:pt x="124" y="0"/>
                  </a:lnTo>
                  <a:lnTo>
                    <a:pt x="120" y="2"/>
                  </a:lnTo>
                  <a:lnTo>
                    <a:pt x="112" y="10"/>
                  </a:lnTo>
                  <a:lnTo>
                    <a:pt x="108" y="18"/>
                  </a:lnTo>
                  <a:lnTo>
                    <a:pt x="104" y="28"/>
                  </a:lnTo>
                  <a:lnTo>
                    <a:pt x="102" y="30"/>
                  </a:lnTo>
                  <a:lnTo>
                    <a:pt x="100" y="32"/>
                  </a:lnTo>
                  <a:lnTo>
                    <a:pt x="90" y="34"/>
                  </a:lnTo>
                  <a:lnTo>
                    <a:pt x="72" y="36"/>
                  </a:lnTo>
                  <a:lnTo>
                    <a:pt x="70" y="42"/>
                  </a:lnTo>
                  <a:lnTo>
                    <a:pt x="68" y="48"/>
                  </a:lnTo>
                  <a:lnTo>
                    <a:pt x="64" y="52"/>
                  </a:lnTo>
                  <a:lnTo>
                    <a:pt x="58" y="56"/>
                  </a:lnTo>
                  <a:lnTo>
                    <a:pt x="46" y="60"/>
                  </a:lnTo>
                  <a:lnTo>
                    <a:pt x="34" y="62"/>
                  </a:lnTo>
                  <a:lnTo>
                    <a:pt x="30" y="60"/>
                  </a:lnTo>
                  <a:lnTo>
                    <a:pt x="28" y="58"/>
                  </a:lnTo>
                  <a:lnTo>
                    <a:pt x="24" y="60"/>
                  </a:lnTo>
                  <a:lnTo>
                    <a:pt x="20" y="64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8"/>
                  </a:lnTo>
                  <a:lnTo>
                    <a:pt x="8" y="74"/>
                  </a:lnTo>
                  <a:lnTo>
                    <a:pt x="2" y="84"/>
                  </a:lnTo>
                  <a:lnTo>
                    <a:pt x="0" y="94"/>
                  </a:lnTo>
                  <a:lnTo>
                    <a:pt x="0" y="102"/>
                  </a:lnTo>
                  <a:lnTo>
                    <a:pt x="2" y="112"/>
                  </a:lnTo>
                  <a:lnTo>
                    <a:pt x="10" y="126"/>
                  </a:lnTo>
                  <a:lnTo>
                    <a:pt x="20" y="140"/>
                  </a:lnTo>
                  <a:lnTo>
                    <a:pt x="28" y="152"/>
                  </a:lnTo>
                  <a:lnTo>
                    <a:pt x="32" y="146"/>
                  </a:lnTo>
                  <a:lnTo>
                    <a:pt x="36" y="140"/>
                  </a:lnTo>
                  <a:lnTo>
                    <a:pt x="42" y="136"/>
                  </a:lnTo>
                  <a:lnTo>
                    <a:pt x="52" y="136"/>
                  </a:lnTo>
                  <a:lnTo>
                    <a:pt x="62" y="136"/>
                  </a:lnTo>
                  <a:lnTo>
                    <a:pt x="64" y="126"/>
                  </a:lnTo>
                  <a:lnTo>
                    <a:pt x="66" y="118"/>
                  </a:lnTo>
                  <a:lnTo>
                    <a:pt x="68" y="114"/>
                  </a:lnTo>
                  <a:lnTo>
                    <a:pt x="72" y="112"/>
                  </a:lnTo>
                  <a:lnTo>
                    <a:pt x="76" y="108"/>
                  </a:lnTo>
                  <a:lnTo>
                    <a:pt x="78" y="108"/>
                  </a:lnTo>
                  <a:lnTo>
                    <a:pt x="84" y="108"/>
                  </a:lnTo>
                  <a:lnTo>
                    <a:pt x="90" y="110"/>
                  </a:lnTo>
                  <a:lnTo>
                    <a:pt x="102" y="116"/>
                  </a:lnTo>
                  <a:lnTo>
                    <a:pt x="112" y="122"/>
                  </a:lnTo>
                  <a:lnTo>
                    <a:pt x="120" y="122"/>
                  </a:lnTo>
                  <a:lnTo>
                    <a:pt x="128" y="122"/>
                  </a:lnTo>
                  <a:lnTo>
                    <a:pt x="130" y="122"/>
                  </a:lnTo>
                  <a:lnTo>
                    <a:pt x="130" y="120"/>
                  </a:lnTo>
                  <a:lnTo>
                    <a:pt x="132" y="116"/>
                  </a:lnTo>
                  <a:lnTo>
                    <a:pt x="134" y="114"/>
                  </a:lnTo>
                  <a:lnTo>
                    <a:pt x="138" y="116"/>
                  </a:lnTo>
                  <a:lnTo>
                    <a:pt x="140" y="116"/>
                  </a:lnTo>
                  <a:lnTo>
                    <a:pt x="146" y="114"/>
                  </a:lnTo>
                  <a:lnTo>
                    <a:pt x="150" y="112"/>
                  </a:lnTo>
                  <a:lnTo>
                    <a:pt x="156" y="110"/>
                  </a:lnTo>
                  <a:lnTo>
                    <a:pt x="160" y="110"/>
                  </a:lnTo>
                  <a:lnTo>
                    <a:pt x="172" y="110"/>
                  </a:lnTo>
                  <a:lnTo>
                    <a:pt x="174" y="104"/>
                  </a:lnTo>
                  <a:lnTo>
                    <a:pt x="178" y="102"/>
                  </a:lnTo>
                  <a:lnTo>
                    <a:pt x="184" y="104"/>
                  </a:lnTo>
                  <a:lnTo>
                    <a:pt x="192" y="106"/>
                  </a:lnTo>
                  <a:lnTo>
                    <a:pt x="204" y="106"/>
                  </a:lnTo>
                  <a:lnTo>
                    <a:pt x="206" y="10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0" name=""/>
            <p:cNvSpPr/>
            <p:nvPr/>
          </p:nvSpPr>
          <p:spPr>
            <a:xfrm>
              <a:off x="5744880" y="4014000"/>
              <a:ext cx="248040" cy="299880"/>
            </a:xfrm>
            <a:custGeom>
              <a:avLst/>
              <a:gdLst/>
              <a:ahLst/>
              <a:rect l="l" t="t" r="r" b="b"/>
              <a:pathLst>
                <a:path w="126" h="168">
                  <a:moveTo>
                    <a:pt x="120" y="10"/>
                  </a:moveTo>
                  <a:lnTo>
                    <a:pt x="116" y="10"/>
                  </a:lnTo>
                  <a:lnTo>
                    <a:pt x="112" y="6"/>
                  </a:lnTo>
                  <a:lnTo>
                    <a:pt x="110" y="4"/>
                  </a:lnTo>
                  <a:lnTo>
                    <a:pt x="106" y="4"/>
                  </a:lnTo>
                  <a:lnTo>
                    <a:pt x="102" y="4"/>
                  </a:lnTo>
                  <a:lnTo>
                    <a:pt x="100" y="6"/>
                  </a:lnTo>
                  <a:lnTo>
                    <a:pt x="96" y="10"/>
                  </a:lnTo>
                  <a:lnTo>
                    <a:pt x="90" y="16"/>
                  </a:lnTo>
                  <a:lnTo>
                    <a:pt x="90" y="18"/>
                  </a:lnTo>
                  <a:lnTo>
                    <a:pt x="86" y="18"/>
                  </a:lnTo>
                  <a:lnTo>
                    <a:pt x="78" y="18"/>
                  </a:lnTo>
                  <a:lnTo>
                    <a:pt x="70" y="14"/>
                  </a:lnTo>
                  <a:lnTo>
                    <a:pt x="58" y="8"/>
                  </a:lnTo>
                  <a:lnTo>
                    <a:pt x="46" y="4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12"/>
                  </a:lnTo>
                  <a:lnTo>
                    <a:pt x="8" y="20"/>
                  </a:lnTo>
                  <a:lnTo>
                    <a:pt x="14" y="32"/>
                  </a:lnTo>
                  <a:lnTo>
                    <a:pt x="16" y="38"/>
                  </a:lnTo>
                  <a:lnTo>
                    <a:pt x="16" y="42"/>
                  </a:lnTo>
                  <a:lnTo>
                    <a:pt x="16" y="48"/>
                  </a:lnTo>
                  <a:lnTo>
                    <a:pt x="16" y="52"/>
                  </a:lnTo>
                  <a:lnTo>
                    <a:pt x="0" y="76"/>
                  </a:lnTo>
                  <a:lnTo>
                    <a:pt x="0" y="100"/>
                  </a:lnTo>
                  <a:lnTo>
                    <a:pt x="62" y="138"/>
                  </a:lnTo>
                  <a:lnTo>
                    <a:pt x="62" y="146"/>
                  </a:lnTo>
                  <a:lnTo>
                    <a:pt x="88" y="168"/>
                  </a:lnTo>
                  <a:lnTo>
                    <a:pt x="90" y="164"/>
                  </a:lnTo>
                  <a:lnTo>
                    <a:pt x="94" y="158"/>
                  </a:lnTo>
                  <a:lnTo>
                    <a:pt x="108" y="130"/>
                  </a:lnTo>
                  <a:lnTo>
                    <a:pt x="122" y="106"/>
                  </a:lnTo>
                  <a:lnTo>
                    <a:pt x="116" y="102"/>
                  </a:lnTo>
                  <a:lnTo>
                    <a:pt x="112" y="98"/>
                  </a:lnTo>
                  <a:lnTo>
                    <a:pt x="112" y="32"/>
                  </a:lnTo>
                  <a:lnTo>
                    <a:pt x="120" y="14"/>
                  </a:lnTo>
                  <a:lnTo>
                    <a:pt x="126" y="10"/>
                  </a:lnTo>
                  <a:lnTo>
                    <a:pt x="120" y="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1" name=""/>
            <p:cNvSpPr/>
            <p:nvPr/>
          </p:nvSpPr>
          <p:spPr>
            <a:xfrm>
              <a:off x="5601240" y="4014000"/>
              <a:ext cx="174240" cy="192600"/>
            </a:xfrm>
            <a:custGeom>
              <a:avLst/>
              <a:gdLst/>
              <a:ahLst/>
              <a:rect l="l" t="t" r="r" b="b"/>
              <a:pathLst>
                <a:path w="88" h="108">
                  <a:moveTo>
                    <a:pt x="76" y="0"/>
                  </a:moveTo>
                  <a:lnTo>
                    <a:pt x="72" y="4"/>
                  </a:lnTo>
                  <a:lnTo>
                    <a:pt x="76" y="12"/>
                  </a:lnTo>
                  <a:lnTo>
                    <a:pt x="80" y="20"/>
                  </a:lnTo>
                  <a:lnTo>
                    <a:pt x="86" y="32"/>
                  </a:lnTo>
                  <a:lnTo>
                    <a:pt x="88" y="38"/>
                  </a:lnTo>
                  <a:lnTo>
                    <a:pt x="88" y="42"/>
                  </a:lnTo>
                  <a:lnTo>
                    <a:pt x="88" y="48"/>
                  </a:lnTo>
                  <a:lnTo>
                    <a:pt x="88" y="52"/>
                  </a:lnTo>
                  <a:lnTo>
                    <a:pt x="72" y="76"/>
                  </a:lnTo>
                  <a:lnTo>
                    <a:pt x="72" y="100"/>
                  </a:lnTo>
                  <a:lnTo>
                    <a:pt x="20" y="98"/>
                  </a:lnTo>
                  <a:lnTo>
                    <a:pt x="14" y="102"/>
                  </a:lnTo>
                  <a:lnTo>
                    <a:pt x="10" y="108"/>
                  </a:lnTo>
                  <a:lnTo>
                    <a:pt x="0" y="108"/>
                  </a:lnTo>
                  <a:lnTo>
                    <a:pt x="0" y="86"/>
                  </a:lnTo>
                  <a:lnTo>
                    <a:pt x="6" y="76"/>
                  </a:lnTo>
                  <a:lnTo>
                    <a:pt x="12" y="64"/>
                  </a:lnTo>
                  <a:lnTo>
                    <a:pt x="18" y="56"/>
                  </a:lnTo>
                  <a:lnTo>
                    <a:pt x="24" y="48"/>
                  </a:lnTo>
                  <a:lnTo>
                    <a:pt x="24" y="38"/>
                  </a:lnTo>
                  <a:lnTo>
                    <a:pt x="22" y="34"/>
                  </a:lnTo>
                  <a:lnTo>
                    <a:pt x="22" y="28"/>
                  </a:lnTo>
                  <a:lnTo>
                    <a:pt x="20" y="16"/>
                  </a:lnTo>
                  <a:lnTo>
                    <a:pt x="24" y="14"/>
                  </a:lnTo>
                  <a:lnTo>
                    <a:pt x="30" y="12"/>
                  </a:lnTo>
                  <a:lnTo>
                    <a:pt x="52" y="12"/>
                  </a:lnTo>
                  <a:lnTo>
                    <a:pt x="62" y="10"/>
                  </a:lnTo>
                  <a:lnTo>
                    <a:pt x="72" y="4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2" name=""/>
            <p:cNvSpPr/>
            <p:nvPr/>
          </p:nvSpPr>
          <p:spPr>
            <a:xfrm>
              <a:off x="5597640" y="4189320"/>
              <a:ext cx="358920" cy="356760"/>
            </a:xfrm>
            <a:custGeom>
              <a:avLst/>
              <a:gdLst/>
              <a:ahLst/>
              <a:rect l="l" t="t" r="r" b="b"/>
              <a:pathLst>
                <a:path w="182" h="200">
                  <a:moveTo>
                    <a:pt x="30" y="0"/>
                  </a:moveTo>
                  <a:lnTo>
                    <a:pt x="74" y="2"/>
                  </a:lnTo>
                  <a:lnTo>
                    <a:pt x="136" y="40"/>
                  </a:lnTo>
                  <a:lnTo>
                    <a:pt x="136" y="48"/>
                  </a:lnTo>
                  <a:lnTo>
                    <a:pt x="162" y="70"/>
                  </a:lnTo>
                  <a:lnTo>
                    <a:pt x="160" y="74"/>
                  </a:lnTo>
                  <a:lnTo>
                    <a:pt x="158" y="80"/>
                  </a:lnTo>
                  <a:lnTo>
                    <a:pt x="156" y="84"/>
                  </a:lnTo>
                  <a:lnTo>
                    <a:pt x="154" y="88"/>
                  </a:lnTo>
                  <a:lnTo>
                    <a:pt x="152" y="92"/>
                  </a:lnTo>
                  <a:lnTo>
                    <a:pt x="152" y="98"/>
                  </a:lnTo>
                  <a:lnTo>
                    <a:pt x="154" y="102"/>
                  </a:lnTo>
                  <a:lnTo>
                    <a:pt x="158" y="106"/>
                  </a:lnTo>
                  <a:lnTo>
                    <a:pt x="162" y="110"/>
                  </a:lnTo>
                  <a:lnTo>
                    <a:pt x="164" y="116"/>
                  </a:lnTo>
                  <a:lnTo>
                    <a:pt x="164" y="126"/>
                  </a:lnTo>
                  <a:lnTo>
                    <a:pt x="164" y="142"/>
                  </a:lnTo>
                  <a:lnTo>
                    <a:pt x="164" y="156"/>
                  </a:lnTo>
                  <a:lnTo>
                    <a:pt x="168" y="162"/>
                  </a:lnTo>
                  <a:lnTo>
                    <a:pt x="172" y="168"/>
                  </a:lnTo>
                  <a:lnTo>
                    <a:pt x="176" y="174"/>
                  </a:lnTo>
                  <a:lnTo>
                    <a:pt x="182" y="178"/>
                  </a:lnTo>
                  <a:lnTo>
                    <a:pt x="174" y="180"/>
                  </a:lnTo>
                  <a:lnTo>
                    <a:pt x="166" y="180"/>
                  </a:lnTo>
                  <a:lnTo>
                    <a:pt x="162" y="184"/>
                  </a:lnTo>
                  <a:lnTo>
                    <a:pt x="152" y="188"/>
                  </a:lnTo>
                  <a:lnTo>
                    <a:pt x="138" y="192"/>
                  </a:lnTo>
                  <a:lnTo>
                    <a:pt x="134" y="194"/>
                  </a:lnTo>
                  <a:lnTo>
                    <a:pt x="132" y="196"/>
                  </a:lnTo>
                  <a:lnTo>
                    <a:pt x="130" y="198"/>
                  </a:lnTo>
                  <a:lnTo>
                    <a:pt x="126" y="198"/>
                  </a:lnTo>
                  <a:lnTo>
                    <a:pt x="122" y="198"/>
                  </a:lnTo>
                  <a:lnTo>
                    <a:pt x="120" y="196"/>
                  </a:lnTo>
                  <a:lnTo>
                    <a:pt x="116" y="196"/>
                  </a:lnTo>
                  <a:lnTo>
                    <a:pt x="114" y="198"/>
                  </a:lnTo>
                  <a:lnTo>
                    <a:pt x="112" y="200"/>
                  </a:lnTo>
                  <a:lnTo>
                    <a:pt x="108" y="200"/>
                  </a:lnTo>
                  <a:lnTo>
                    <a:pt x="82" y="198"/>
                  </a:lnTo>
                  <a:lnTo>
                    <a:pt x="82" y="172"/>
                  </a:lnTo>
                  <a:lnTo>
                    <a:pt x="80" y="170"/>
                  </a:lnTo>
                  <a:lnTo>
                    <a:pt x="78" y="166"/>
                  </a:lnTo>
                  <a:lnTo>
                    <a:pt x="76" y="160"/>
                  </a:lnTo>
                  <a:lnTo>
                    <a:pt x="60" y="160"/>
                  </a:lnTo>
                  <a:lnTo>
                    <a:pt x="46" y="150"/>
                  </a:lnTo>
                  <a:lnTo>
                    <a:pt x="40" y="146"/>
                  </a:lnTo>
                  <a:lnTo>
                    <a:pt x="30" y="142"/>
                  </a:lnTo>
                  <a:lnTo>
                    <a:pt x="26" y="140"/>
                  </a:lnTo>
                  <a:lnTo>
                    <a:pt x="24" y="138"/>
                  </a:lnTo>
                  <a:lnTo>
                    <a:pt x="22" y="136"/>
                  </a:lnTo>
                  <a:lnTo>
                    <a:pt x="20" y="134"/>
                  </a:lnTo>
                  <a:lnTo>
                    <a:pt x="18" y="126"/>
                  </a:lnTo>
                  <a:lnTo>
                    <a:pt x="16" y="120"/>
                  </a:lnTo>
                  <a:lnTo>
                    <a:pt x="16" y="114"/>
                  </a:lnTo>
                  <a:lnTo>
                    <a:pt x="10" y="110"/>
                  </a:lnTo>
                  <a:lnTo>
                    <a:pt x="6" y="104"/>
                  </a:lnTo>
                  <a:lnTo>
                    <a:pt x="0" y="100"/>
                  </a:lnTo>
                  <a:lnTo>
                    <a:pt x="0" y="94"/>
                  </a:lnTo>
                  <a:lnTo>
                    <a:pt x="0" y="92"/>
                  </a:lnTo>
                  <a:lnTo>
                    <a:pt x="2" y="88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2" y="68"/>
                  </a:lnTo>
                  <a:lnTo>
                    <a:pt x="8" y="60"/>
                  </a:lnTo>
                  <a:lnTo>
                    <a:pt x="20" y="50"/>
                  </a:lnTo>
                  <a:lnTo>
                    <a:pt x="22" y="46"/>
                  </a:lnTo>
                  <a:lnTo>
                    <a:pt x="22" y="42"/>
                  </a:lnTo>
                  <a:lnTo>
                    <a:pt x="22" y="40"/>
                  </a:lnTo>
                  <a:lnTo>
                    <a:pt x="20" y="38"/>
                  </a:lnTo>
                  <a:lnTo>
                    <a:pt x="18" y="36"/>
                  </a:lnTo>
                  <a:lnTo>
                    <a:pt x="16" y="34"/>
                  </a:lnTo>
                  <a:lnTo>
                    <a:pt x="18" y="30"/>
                  </a:lnTo>
                  <a:lnTo>
                    <a:pt x="20" y="28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2" y="12"/>
                  </a:lnTo>
                  <a:lnTo>
                    <a:pt x="20" y="6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3" name=""/>
            <p:cNvSpPr/>
            <p:nvPr/>
          </p:nvSpPr>
          <p:spPr>
            <a:xfrm>
              <a:off x="5587560" y="4189320"/>
              <a:ext cx="57960" cy="61200"/>
            </a:xfrm>
            <a:custGeom>
              <a:avLst/>
              <a:gdLst/>
              <a:ahLst/>
              <a:rect l="l" t="t" r="r" b="b"/>
              <a:pathLst>
                <a:path w="30" h="34">
                  <a:moveTo>
                    <a:pt x="26" y="28"/>
                  </a:moveTo>
                  <a:lnTo>
                    <a:pt x="28" y="26"/>
                  </a:lnTo>
                  <a:lnTo>
                    <a:pt x="28" y="22"/>
                  </a:lnTo>
                  <a:lnTo>
                    <a:pt x="30" y="22"/>
                  </a:lnTo>
                  <a:lnTo>
                    <a:pt x="30" y="16"/>
                  </a:lnTo>
                  <a:lnTo>
                    <a:pt x="28" y="12"/>
                  </a:lnTo>
                  <a:lnTo>
                    <a:pt x="26" y="6"/>
                  </a:lnTo>
                  <a:lnTo>
                    <a:pt x="28" y="0"/>
                  </a:lnTo>
                  <a:lnTo>
                    <a:pt x="24" y="2"/>
                  </a:lnTo>
                  <a:lnTo>
                    <a:pt x="22" y="4"/>
                  </a:lnTo>
                  <a:lnTo>
                    <a:pt x="18" y="10"/>
                  </a:lnTo>
                  <a:lnTo>
                    <a:pt x="8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12" y="34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6" y="26"/>
                  </a:lnTo>
                  <a:lnTo>
                    <a:pt x="26" y="26"/>
                  </a:lnTo>
                  <a:lnTo>
                    <a:pt x="26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4" name=""/>
            <p:cNvSpPr/>
            <p:nvPr/>
          </p:nvSpPr>
          <p:spPr>
            <a:xfrm>
              <a:off x="5587560" y="4236480"/>
              <a:ext cx="54360" cy="74520"/>
            </a:xfrm>
            <a:custGeom>
              <a:avLst/>
              <a:gdLst/>
              <a:ahLst/>
              <a:rect l="l" t="t" r="r" b="b"/>
              <a:pathLst>
                <a:path w="28" h="42">
                  <a:moveTo>
                    <a:pt x="0" y="8"/>
                  </a:moveTo>
                  <a:lnTo>
                    <a:pt x="2" y="12"/>
                  </a:lnTo>
                  <a:lnTo>
                    <a:pt x="6" y="14"/>
                  </a:lnTo>
                  <a:lnTo>
                    <a:pt x="6" y="16"/>
                  </a:lnTo>
                  <a:lnTo>
                    <a:pt x="4" y="20"/>
                  </a:lnTo>
                  <a:lnTo>
                    <a:pt x="4" y="24"/>
                  </a:lnTo>
                  <a:lnTo>
                    <a:pt x="4" y="28"/>
                  </a:lnTo>
                  <a:lnTo>
                    <a:pt x="6" y="34"/>
                  </a:lnTo>
                  <a:lnTo>
                    <a:pt x="8" y="42"/>
                  </a:lnTo>
                  <a:lnTo>
                    <a:pt x="14" y="34"/>
                  </a:lnTo>
                  <a:lnTo>
                    <a:pt x="22" y="28"/>
                  </a:lnTo>
                  <a:lnTo>
                    <a:pt x="26" y="24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6" y="12"/>
                  </a:lnTo>
                  <a:lnTo>
                    <a:pt x="24" y="10"/>
                  </a:lnTo>
                  <a:lnTo>
                    <a:pt x="22" y="8"/>
                  </a:lnTo>
                  <a:lnTo>
                    <a:pt x="24" y="2"/>
                  </a:lnTo>
                  <a:lnTo>
                    <a:pt x="26" y="0"/>
                  </a:lnTo>
                  <a:lnTo>
                    <a:pt x="16" y="0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2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5" name=""/>
            <p:cNvSpPr/>
            <p:nvPr/>
          </p:nvSpPr>
          <p:spPr>
            <a:xfrm>
              <a:off x="5060520" y="3986640"/>
              <a:ext cx="588240" cy="616320"/>
            </a:xfrm>
            <a:custGeom>
              <a:avLst/>
              <a:gdLst/>
              <a:ahLst/>
              <a:rect l="l" t="t" r="r" b="b"/>
              <a:pathLst>
                <a:path w="298" h="346">
                  <a:moveTo>
                    <a:pt x="290" y="248"/>
                  </a:moveTo>
                  <a:lnTo>
                    <a:pt x="280" y="250"/>
                  </a:lnTo>
                  <a:lnTo>
                    <a:pt x="270" y="256"/>
                  </a:lnTo>
                  <a:lnTo>
                    <a:pt x="264" y="258"/>
                  </a:lnTo>
                  <a:lnTo>
                    <a:pt x="260" y="262"/>
                  </a:lnTo>
                  <a:lnTo>
                    <a:pt x="258" y="266"/>
                  </a:lnTo>
                  <a:lnTo>
                    <a:pt x="256" y="272"/>
                  </a:lnTo>
                  <a:lnTo>
                    <a:pt x="256" y="310"/>
                  </a:lnTo>
                  <a:lnTo>
                    <a:pt x="258" y="318"/>
                  </a:lnTo>
                  <a:lnTo>
                    <a:pt x="260" y="320"/>
                  </a:lnTo>
                  <a:lnTo>
                    <a:pt x="266" y="324"/>
                  </a:lnTo>
                  <a:lnTo>
                    <a:pt x="276" y="324"/>
                  </a:lnTo>
                  <a:lnTo>
                    <a:pt x="276" y="336"/>
                  </a:lnTo>
                  <a:lnTo>
                    <a:pt x="274" y="340"/>
                  </a:lnTo>
                  <a:lnTo>
                    <a:pt x="272" y="344"/>
                  </a:lnTo>
                  <a:lnTo>
                    <a:pt x="268" y="346"/>
                  </a:lnTo>
                  <a:lnTo>
                    <a:pt x="266" y="346"/>
                  </a:lnTo>
                  <a:lnTo>
                    <a:pt x="262" y="338"/>
                  </a:lnTo>
                  <a:lnTo>
                    <a:pt x="258" y="334"/>
                  </a:lnTo>
                  <a:lnTo>
                    <a:pt x="248" y="326"/>
                  </a:lnTo>
                  <a:lnTo>
                    <a:pt x="242" y="320"/>
                  </a:lnTo>
                  <a:lnTo>
                    <a:pt x="238" y="318"/>
                  </a:lnTo>
                  <a:lnTo>
                    <a:pt x="238" y="314"/>
                  </a:lnTo>
                  <a:lnTo>
                    <a:pt x="232" y="316"/>
                  </a:lnTo>
                  <a:lnTo>
                    <a:pt x="230" y="318"/>
                  </a:lnTo>
                  <a:lnTo>
                    <a:pt x="228" y="318"/>
                  </a:lnTo>
                  <a:lnTo>
                    <a:pt x="224" y="320"/>
                  </a:lnTo>
                  <a:lnTo>
                    <a:pt x="218" y="318"/>
                  </a:lnTo>
                  <a:lnTo>
                    <a:pt x="212" y="316"/>
                  </a:lnTo>
                  <a:lnTo>
                    <a:pt x="208" y="312"/>
                  </a:lnTo>
                  <a:lnTo>
                    <a:pt x="206" y="308"/>
                  </a:lnTo>
                  <a:lnTo>
                    <a:pt x="190" y="302"/>
                  </a:lnTo>
                  <a:lnTo>
                    <a:pt x="186" y="300"/>
                  </a:lnTo>
                  <a:lnTo>
                    <a:pt x="178" y="300"/>
                  </a:lnTo>
                  <a:lnTo>
                    <a:pt x="170" y="300"/>
                  </a:lnTo>
                  <a:lnTo>
                    <a:pt x="166" y="302"/>
                  </a:lnTo>
                  <a:lnTo>
                    <a:pt x="162" y="302"/>
                  </a:lnTo>
                  <a:lnTo>
                    <a:pt x="156" y="300"/>
                  </a:lnTo>
                  <a:lnTo>
                    <a:pt x="158" y="294"/>
                  </a:lnTo>
                  <a:lnTo>
                    <a:pt x="158" y="290"/>
                  </a:lnTo>
                  <a:lnTo>
                    <a:pt x="156" y="282"/>
                  </a:lnTo>
                  <a:lnTo>
                    <a:pt x="152" y="280"/>
                  </a:lnTo>
                  <a:lnTo>
                    <a:pt x="152" y="276"/>
                  </a:lnTo>
                  <a:lnTo>
                    <a:pt x="154" y="254"/>
                  </a:lnTo>
                  <a:lnTo>
                    <a:pt x="152" y="232"/>
                  </a:lnTo>
                  <a:lnTo>
                    <a:pt x="146" y="234"/>
                  </a:lnTo>
                  <a:lnTo>
                    <a:pt x="138" y="234"/>
                  </a:lnTo>
                  <a:lnTo>
                    <a:pt x="134" y="232"/>
                  </a:lnTo>
                  <a:lnTo>
                    <a:pt x="132" y="230"/>
                  </a:lnTo>
                  <a:lnTo>
                    <a:pt x="130" y="228"/>
                  </a:lnTo>
                  <a:lnTo>
                    <a:pt x="110" y="228"/>
                  </a:lnTo>
                  <a:lnTo>
                    <a:pt x="110" y="236"/>
                  </a:lnTo>
                  <a:lnTo>
                    <a:pt x="108" y="240"/>
                  </a:lnTo>
                  <a:lnTo>
                    <a:pt x="106" y="242"/>
                  </a:lnTo>
                  <a:lnTo>
                    <a:pt x="98" y="242"/>
                  </a:lnTo>
                  <a:lnTo>
                    <a:pt x="86" y="242"/>
                  </a:lnTo>
                  <a:lnTo>
                    <a:pt x="82" y="242"/>
                  </a:lnTo>
                  <a:lnTo>
                    <a:pt x="80" y="240"/>
                  </a:lnTo>
                  <a:lnTo>
                    <a:pt x="72" y="232"/>
                  </a:lnTo>
                  <a:lnTo>
                    <a:pt x="66" y="220"/>
                  </a:lnTo>
                  <a:lnTo>
                    <a:pt x="66" y="208"/>
                  </a:lnTo>
                  <a:lnTo>
                    <a:pt x="2" y="208"/>
                  </a:lnTo>
                  <a:lnTo>
                    <a:pt x="0" y="202"/>
                  </a:lnTo>
                  <a:lnTo>
                    <a:pt x="2" y="190"/>
                  </a:lnTo>
                  <a:lnTo>
                    <a:pt x="4" y="186"/>
                  </a:lnTo>
                  <a:lnTo>
                    <a:pt x="8" y="184"/>
                  </a:lnTo>
                  <a:lnTo>
                    <a:pt x="14" y="184"/>
                  </a:lnTo>
                  <a:lnTo>
                    <a:pt x="16" y="184"/>
                  </a:lnTo>
                  <a:lnTo>
                    <a:pt x="20" y="184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6" y="180"/>
                  </a:lnTo>
                  <a:lnTo>
                    <a:pt x="30" y="180"/>
                  </a:lnTo>
                  <a:lnTo>
                    <a:pt x="30" y="184"/>
                  </a:lnTo>
                  <a:lnTo>
                    <a:pt x="32" y="184"/>
                  </a:lnTo>
                  <a:lnTo>
                    <a:pt x="36" y="184"/>
                  </a:lnTo>
                  <a:lnTo>
                    <a:pt x="42" y="184"/>
                  </a:lnTo>
                  <a:lnTo>
                    <a:pt x="46" y="182"/>
                  </a:lnTo>
                  <a:lnTo>
                    <a:pt x="50" y="176"/>
                  </a:lnTo>
                  <a:lnTo>
                    <a:pt x="52" y="168"/>
                  </a:lnTo>
                  <a:lnTo>
                    <a:pt x="56" y="156"/>
                  </a:lnTo>
                  <a:lnTo>
                    <a:pt x="56" y="142"/>
                  </a:lnTo>
                  <a:lnTo>
                    <a:pt x="60" y="140"/>
                  </a:lnTo>
                  <a:lnTo>
                    <a:pt x="64" y="136"/>
                  </a:lnTo>
                  <a:lnTo>
                    <a:pt x="66" y="126"/>
                  </a:lnTo>
                  <a:lnTo>
                    <a:pt x="70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2"/>
                  </a:lnTo>
                  <a:lnTo>
                    <a:pt x="82" y="108"/>
                  </a:lnTo>
                  <a:lnTo>
                    <a:pt x="80" y="104"/>
                  </a:lnTo>
                  <a:lnTo>
                    <a:pt x="80" y="102"/>
                  </a:lnTo>
                  <a:lnTo>
                    <a:pt x="80" y="98"/>
                  </a:lnTo>
                  <a:lnTo>
                    <a:pt x="92" y="68"/>
                  </a:lnTo>
                  <a:lnTo>
                    <a:pt x="96" y="54"/>
                  </a:lnTo>
                  <a:lnTo>
                    <a:pt x="98" y="44"/>
                  </a:lnTo>
                  <a:lnTo>
                    <a:pt x="96" y="40"/>
                  </a:lnTo>
                  <a:lnTo>
                    <a:pt x="96" y="38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6" y="24"/>
                  </a:lnTo>
                  <a:lnTo>
                    <a:pt x="98" y="16"/>
                  </a:lnTo>
                  <a:lnTo>
                    <a:pt x="100" y="12"/>
                  </a:lnTo>
                  <a:lnTo>
                    <a:pt x="104" y="10"/>
                  </a:lnTo>
                  <a:lnTo>
                    <a:pt x="108" y="6"/>
                  </a:lnTo>
                  <a:lnTo>
                    <a:pt x="110" y="6"/>
                  </a:lnTo>
                  <a:lnTo>
                    <a:pt x="116" y="6"/>
                  </a:lnTo>
                  <a:lnTo>
                    <a:pt x="122" y="8"/>
                  </a:lnTo>
                  <a:lnTo>
                    <a:pt x="134" y="14"/>
                  </a:lnTo>
                  <a:lnTo>
                    <a:pt x="144" y="20"/>
                  </a:lnTo>
                  <a:lnTo>
                    <a:pt x="152" y="20"/>
                  </a:lnTo>
                  <a:lnTo>
                    <a:pt x="160" y="20"/>
                  </a:lnTo>
                  <a:lnTo>
                    <a:pt x="162" y="20"/>
                  </a:lnTo>
                  <a:lnTo>
                    <a:pt x="162" y="18"/>
                  </a:lnTo>
                  <a:lnTo>
                    <a:pt x="164" y="14"/>
                  </a:lnTo>
                  <a:lnTo>
                    <a:pt x="166" y="12"/>
                  </a:lnTo>
                  <a:lnTo>
                    <a:pt x="170" y="14"/>
                  </a:lnTo>
                  <a:lnTo>
                    <a:pt x="172" y="14"/>
                  </a:lnTo>
                  <a:lnTo>
                    <a:pt x="178" y="12"/>
                  </a:lnTo>
                  <a:lnTo>
                    <a:pt x="182" y="10"/>
                  </a:lnTo>
                  <a:lnTo>
                    <a:pt x="188" y="8"/>
                  </a:lnTo>
                  <a:lnTo>
                    <a:pt x="192" y="8"/>
                  </a:lnTo>
                  <a:lnTo>
                    <a:pt x="204" y="8"/>
                  </a:lnTo>
                  <a:lnTo>
                    <a:pt x="206" y="2"/>
                  </a:lnTo>
                  <a:lnTo>
                    <a:pt x="210" y="0"/>
                  </a:lnTo>
                  <a:lnTo>
                    <a:pt x="216" y="2"/>
                  </a:lnTo>
                  <a:lnTo>
                    <a:pt x="224" y="4"/>
                  </a:lnTo>
                  <a:lnTo>
                    <a:pt x="236" y="4"/>
                  </a:lnTo>
                  <a:lnTo>
                    <a:pt x="246" y="14"/>
                  </a:lnTo>
                  <a:lnTo>
                    <a:pt x="252" y="16"/>
                  </a:lnTo>
                  <a:lnTo>
                    <a:pt x="260" y="20"/>
                  </a:lnTo>
                  <a:lnTo>
                    <a:pt x="260" y="16"/>
                  </a:lnTo>
                  <a:lnTo>
                    <a:pt x="264" y="16"/>
                  </a:lnTo>
                  <a:lnTo>
                    <a:pt x="268" y="20"/>
                  </a:lnTo>
                  <a:lnTo>
                    <a:pt x="272" y="16"/>
                  </a:lnTo>
                  <a:lnTo>
                    <a:pt x="280" y="16"/>
                  </a:lnTo>
                  <a:lnTo>
                    <a:pt x="282" y="20"/>
                  </a:lnTo>
                  <a:lnTo>
                    <a:pt x="284" y="24"/>
                  </a:lnTo>
                  <a:lnTo>
                    <a:pt x="294" y="32"/>
                  </a:lnTo>
                  <a:lnTo>
                    <a:pt x="296" y="44"/>
                  </a:lnTo>
                  <a:lnTo>
                    <a:pt x="296" y="50"/>
                  </a:lnTo>
                  <a:lnTo>
                    <a:pt x="298" y="54"/>
                  </a:lnTo>
                  <a:lnTo>
                    <a:pt x="298" y="64"/>
                  </a:lnTo>
                  <a:lnTo>
                    <a:pt x="292" y="72"/>
                  </a:lnTo>
                  <a:lnTo>
                    <a:pt x="286" y="80"/>
                  </a:lnTo>
                  <a:lnTo>
                    <a:pt x="280" y="92"/>
                  </a:lnTo>
                  <a:lnTo>
                    <a:pt x="274" y="102"/>
                  </a:lnTo>
                  <a:lnTo>
                    <a:pt x="274" y="124"/>
                  </a:lnTo>
                  <a:lnTo>
                    <a:pt x="272" y="128"/>
                  </a:lnTo>
                  <a:lnTo>
                    <a:pt x="268" y="132"/>
                  </a:lnTo>
                  <a:lnTo>
                    <a:pt x="266" y="138"/>
                  </a:lnTo>
                  <a:lnTo>
                    <a:pt x="266" y="148"/>
                  </a:lnTo>
                  <a:lnTo>
                    <a:pt x="268" y="152"/>
                  </a:lnTo>
                  <a:lnTo>
                    <a:pt x="272" y="154"/>
                  </a:lnTo>
                  <a:lnTo>
                    <a:pt x="272" y="156"/>
                  </a:lnTo>
                  <a:lnTo>
                    <a:pt x="270" y="160"/>
                  </a:lnTo>
                  <a:lnTo>
                    <a:pt x="270" y="164"/>
                  </a:lnTo>
                  <a:lnTo>
                    <a:pt x="270" y="168"/>
                  </a:lnTo>
                  <a:lnTo>
                    <a:pt x="272" y="174"/>
                  </a:lnTo>
                  <a:lnTo>
                    <a:pt x="274" y="182"/>
                  </a:lnTo>
                  <a:lnTo>
                    <a:pt x="272" y="186"/>
                  </a:lnTo>
                  <a:lnTo>
                    <a:pt x="272" y="192"/>
                  </a:lnTo>
                  <a:lnTo>
                    <a:pt x="272" y="196"/>
                  </a:lnTo>
                  <a:lnTo>
                    <a:pt x="272" y="198"/>
                  </a:lnTo>
                  <a:lnTo>
                    <a:pt x="274" y="202"/>
                  </a:lnTo>
                  <a:lnTo>
                    <a:pt x="272" y="206"/>
                  </a:lnTo>
                  <a:lnTo>
                    <a:pt x="272" y="208"/>
                  </a:lnTo>
                  <a:lnTo>
                    <a:pt x="272" y="214"/>
                  </a:lnTo>
                  <a:lnTo>
                    <a:pt x="278" y="218"/>
                  </a:lnTo>
                  <a:lnTo>
                    <a:pt x="282" y="224"/>
                  </a:lnTo>
                  <a:lnTo>
                    <a:pt x="288" y="228"/>
                  </a:lnTo>
                  <a:lnTo>
                    <a:pt x="288" y="234"/>
                  </a:lnTo>
                  <a:lnTo>
                    <a:pt x="290" y="240"/>
                  </a:lnTo>
                  <a:lnTo>
                    <a:pt x="292" y="248"/>
                  </a:lnTo>
                  <a:lnTo>
                    <a:pt x="290" y="24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6" name=""/>
            <p:cNvSpPr/>
            <p:nvPr/>
          </p:nvSpPr>
          <p:spPr>
            <a:xfrm>
              <a:off x="5613120" y="4507560"/>
              <a:ext cx="343440" cy="532440"/>
            </a:xfrm>
            <a:custGeom>
              <a:avLst/>
              <a:gdLst/>
              <a:ahLst/>
              <a:rect l="l" t="t" r="r" b="b"/>
              <a:pathLst>
                <a:path w="174" h="298">
                  <a:moveTo>
                    <a:pt x="30" y="298"/>
                  </a:moveTo>
                  <a:lnTo>
                    <a:pt x="32" y="288"/>
                  </a:lnTo>
                  <a:lnTo>
                    <a:pt x="32" y="282"/>
                  </a:lnTo>
                  <a:lnTo>
                    <a:pt x="34" y="274"/>
                  </a:lnTo>
                  <a:lnTo>
                    <a:pt x="38" y="270"/>
                  </a:lnTo>
                  <a:lnTo>
                    <a:pt x="44" y="268"/>
                  </a:lnTo>
                  <a:lnTo>
                    <a:pt x="50" y="264"/>
                  </a:lnTo>
                  <a:lnTo>
                    <a:pt x="66" y="258"/>
                  </a:lnTo>
                  <a:lnTo>
                    <a:pt x="72" y="254"/>
                  </a:lnTo>
                  <a:lnTo>
                    <a:pt x="74" y="248"/>
                  </a:lnTo>
                  <a:lnTo>
                    <a:pt x="78" y="232"/>
                  </a:lnTo>
                  <a:lnTo>
                    <a:pt x="78" y="218"/>
                  </a:lnTo>
                  <a:lnTo>
                    <a:pt x="78" y="210"/>
                  </a:lnTo>
                  <a:lnTo>
                    <a:pt x="76" y="204"/>
                  </a:lnTo>
                  <a:lnTo>
                    <a:pt x="74" y="196"/>
                  </a:lnTo>
                  <a:lnTo>
                    <a:pt x="74" y="192"/>
                  </a:lnTo>
                  <a:lnTo>
                    <a:pt x="74" y="186"/>
                  </a:lnTo>
                  <a:lnTo>
                    <a:pt x="70" y="182"/>
                  </a:lnTo>
                  <a:lnTo>
                    <a:pt x="70" y="178"/>
                  </a:lnTo>
                  <a:lnTo>
                    <a:pt x="70" y="172"/>
                  </a:lnTo>
                  <a:lnTo>
                    <a:pt x="72" y="168"/>
                  </a:lnTo>
                  <a:lnTo>
                    <a:pt x="76" y="162"/>
                  </a:lnTo>
                  <a:lnTo>
                    <a:pt x="86" y="156"/>
                  </a:lnTo>
                  <a:lnTo>
                    <a:pt x="94" y="152"/>
                  </a:lnTo>
                  <a:lnTo>
                    <a:pt x="100" y="148"/>
                  </a:lnTo>
                  <a:lnTo>
                    <a:pt x="102" y="140"/>
                  </a:lnTo>
                  <a:lnTo>
                    <a:pt x="108" y="134"/>
                  </a:lnTo>
                  <a:lnTo>
                    <a:pt x="112" y="128"/>
                  </a:lnTo>
                  <a:lnTo>
                    <a:pt x="130" y="116"/>
                  </a:lnTo>
                  <a:lnTo>
                    <a:pt x="150" y="108"/>
                  </a:lnTo>
                  <a:lnTo>
                    <a:pt x="156" y="100"/>
                  </a:lnTo>
                  <a:lnTo>
                    <a:pt x="162" y="94"/>
                  </a:lnTo>
                  <a:lnTo>
                    <a:pt x="168" y="84"/>
                  </a:lnTo>
                  <a:lnTo>
                    <a:pt x="168" y="76"/>
                  </a:lnTo>
                  <a:lnTo>
                    <a:pt x="168" y="66"/>
                  </a:lnTo>
                  <a:lnTo>
                    <a:pt x="170" y="56"/>
                  </a:lnTo>
                  <a:lnTo>
                    <a:pt x="170" y="50"/>
                  </a:lnTo>
                  <a:lnTo>
                    <a:pt x="174" y="48"/>
                  </a:lnTo>
                  <a:lnTo>
                    <a:pt x="172" y="22"/>
                  </a:lnTo>
                  <a:lnTo>
                    <a:pt x="172" y="10"/>
                  </a:lnTo>
                  <a:lnTo>
                    <a:pt x="174" y="0"/>
                  </a:lnTo>
                  <a:lnTo>
                    <a:pt x="166" y="2"/>
                  </a:lnTo>
                  <a:lnTo>
                    <a:pt x="158" y="2"/>
                  </a:lnTo>
                  <a:lnTo>
                    <a:pt x="154" y="6"/>
                  </a:lnTo>
                  <a:lnTo>
                    <a:pt x="144" y="10"/>
                  </a:lnTo>
                  <a:lnTo>
                    <a:pt x="130" y="14"/>
                  </a:lnTo>
                  <a:lnTo>
                    <a:pt x="126" y="16"/>
                  </a:lnTo>
                  <a:lnTo>
                    <a:pt x="124" y="18"/>
                  </a:lnTo>
                  <a:lnTo>
                    <a:pt x="122" y="20"/>
                  </a:lnTo>
                  <a:lnTo>
                    <a:pt x="118" y="20"/>
                  </a:lnTo>
                  <a:lnTo>
                    <a:pt x="114" y="20"/>
                  </a:lnTo>
                  <a:lnTo>
                    <a:pt x="112" y="18"/>
                  </a:lnTo>
                  <a:lnTo>
                    <a:pt x="108" y="18"/>
                  </a:lnTo>
                  <a:lnTo>
                    <a:pt x="106" y="20"/>
                  </a:lnTo>
                  <a:lnTo>
                    <a:pt x="104" y="22"/>
                  </a:lnTo>
                  <a:lnTo>
                    <a:pt x="100" y="22"/>
                  </a:lnTo>
                  <a:lnTo>
                    <a:pt x="74" y="20"/>
                  </a:lnTo>
                  <a:lnTo>
                    <a:pt x="72" y="28"/>
                  </a:lnTo>
                  <a:lnTo>
                    <a:pt x="70" y="36"/>
                  </a:lnTo>
                  <a:lnTo>
                    <a:pt x="72" y="42"/>
                  </a:lnTo>
                  <a:lnTo>
                    <a:pt x="74" y="48"/>
                  </a:lnTo>
                  <a:lnTo>
                    <a:pt x="80" y="56"/>
                  </a:lnTo>
                  <a:lnTo>
                    <a:pt x="88" y="68"/>
                  </a:lnTo>
                  <a:lnTo>
                    <a:pt x="92" y="74"/>
                  </a:lnTo>
                  <a:lnTo>
                    <a:pt x="92" y="80"/>
                  </a:lnTo>
                  <a:lnTo>
                    <a:pt x="92" y="88"/>
                  </a:lnTo>
                  <a:lnTo>
                    <a:pt x="90" y="94"/>
                  </a:lnTo>
                  <a:lnTo>
                    <a:pt x="88" y="100"/>
                  </a:lnTo>
                  <a:lnTo>
                    <a:pt x="86" y="102"/>
                  </a:lnTo>
                  <a:lnTo>
                    <a:pt x="82" y="106"/>
                  </a:lnTo>
                  <a:lnTo>
                    <a:pt x="80" y="108"/>
                  </a:lnTo>
                  <a:lnTo>
                    <a:pt x="78" y="110"/>
                  </a:lnTo>
                  <a:lnTo>
                    <a:pt x="78" y="118"/>
                  </a:lnTo>
                  <a:lnTo>
                    <a:pt x="76" y="114"/>
                  </a:lnTo>
                  <a:lnTo>
                    <a:pt x="72" y="110"/>
                  </a:lnTo>
                  <a:lnTo>
                    <a:pt x="68" y="108"/>
                  </a:lnTo>
                  <a:lnTo>
                    <a:pt x="66" y="100"/>
                  </a:lnTo>
                  <a:lnTo>
                    <a:pt x="68" y="90"/>
                  </a:lnTo>
                  <a:lnTo>
                    <a:pt x="70" y="82"/>
                  </a:lnTo>
                  <a:lnTo>
                    <a:pt x="70" y="72"/>
                  </a:lnTo>
                  <a:lnTo>
                    <a:pt x="62" y="72"/>
                  </a:lnTo>
                  <a:lnTo>
                    <a:pt x="56" y="72"/>
                  </a:lnTo>
                  <a:lnTo>
                    <a:pt x="52" y="70"/>
                  </a:lnTo>
                  <a:lnTo>
                    <a:pt x="50" y="64"/>
                  </a:lnTo>
                  <a:lnTo>
                    <a:pt x="44" y="64"/>
                  </a:lnTo>
                  <a:lnTo>
                    <a:pt x="34" y="70"/>
                  </a:lnTo>
                  <a:lnTo>
                    <a:pt x="22" y="72"/>
                  </a:lnTo>
                  <a:lnTo>
                    <a:pt x="12" y="76"/>
                  </a:lnTo>
                  <a:lnTo>
                    <a:pt x="6" y="80"/>
                  </a:lnTo>
                  <a:lnTo>
                    <a:pt x="0" y="82"/>
                  </a:lnTo>
                  <a:lnTo>
                    <a:pt x="2" y="98"/>
                  </a:lnTo>
                  <a:lnTo>
                    <a:pt x="18" y="102"/>
                  </a:lnTo>
                  <a:lnTo>
                    <a:pt x="30" y="106"/>
                  </a:lnTo>
                  <a:lnTo>
                    <a:pt x="36" y="110"/>
                  </a:lnTo>
                  <a:lnTo>
                    <a:pt x="40" y="114"/>
                  </a:lnTo>
                  <a:lnTo>
                    <a:pt x="44" y="120"/>
                  </a:lnTo>
                  <a:lnTo>
                    <a:pt x="44" y="128"/>
                  </a:lnTo>
                  <a:lnTo>
                    <a:pt x="44" y="136"/>
                  </a:lnTo>
                  <a:lnTo>
                    <a:pt x="42" y="142"/>
                  </a:lnTo>
                  <a:lnTo>
                    <a:pt x="40" y="148"/>
                  </a:lnTo>
                  <a:lnTo>
                    <a:pt x="40" y="158"/>
                  </a:lnTo>
                  <a:lnTo>
                    <a:pt x="40" y="168"/>
                  </a:lnTo>
                  <a:lnTo>
                    <a:pt x="38" y="178"/>
                  </a:lnTo>
                  <a:lnTo>
                    <a:pt x="36" y="188"/>
                  </a:lnTo>
                  <a:lnTo>
                    <a:pt x="30" y="196"/>
                  </a:lnTo>
                  <a:lnTo>
                    <a:pt x="18" y="208"/>
                  </a:lnTo>
                  <a:lnTo>
                    <a:pt x="14" y="218"/>
                  </a:lnTo>
                  <a:lnTo>
                    <a:pt x="14" y="226"/>
                  </a:lnTo>
                  <a:lnTo>
                    <a:pt x="18" y="234"/>
                  </a:lnTo>
                  <a:lnTo>
                    <a:pt x="20" y="242"/>
                  </a:lnTo>
                  <a:lnTo>
                    <a:pt x="22" y="250"/>
                  </a:lnTo>
                  <a:lnTo>
                    <a:pt x="20" y="258"/>
                  </a:lnTo>
                  <a:lnTo>
                    <a:pt x="18" y="264"/>
                  </a:lnTo>
                  <a:lnTo>
                    <a:pt x="18" y="298"/>
                  </a:lnTo>
                  <a:lnTo>
                    <a:pt x="28" y="298"/>
                  </a:lnTo>
                  <a:lnTo>
                    <a:pt x="30" y="29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7" name=""/>
            <p:cNvSpPr/>
            <p:nvPr/>
          </p:nvSpPr>
          <p:spPr>
            <a:xfrm>
              <a:off x="5170320" y="4882680"/>
              <a:ext cx="505800" cy="416880"/>
            </a:xfrm>
            <a:custGeom>
              <a:avLst/>
              <a:gdLst/>
              <a:ahLst/>
              <a:rect l="l" t="t" r="r" b="b"/>
              <a:pathLst>
                <a:path w="256" h="234">
                  <a:moveTo>
                    <a:pt x="254" y="88"/>
                  </a:moveTo>
                  <a:lnTo>
                    <a:pt x="252" y="92"/>
                  </a:lnTo>
                  <a:lnTo>
                    <a:pt x="254" y="98"/>
                  </a:lnTo>
                  <a:lnTo>
                    <a:pt x="256" y="100"/>
                  </a:lnTo>
                  <a:lnTo>
                    <a:pt x="256" y="104"/>
                  </a:lnTo>
                  <a:lnTo>
                    <a:pt x="256" y="108"/>
                  </a:lnTo>
                  <a:lnTo>
                    <a:pt x="254" y="114"/>
                  </a:lnTo>
                  <a:lnTo>
                    <a:pt x="248" y="118"/>
                  </a:lnTo>
                  <a:lnTo>
                    <a:pt x="236" y="126"/>
                  </a:lnTo>
                  <a:lnTo>
                    <a:pt x="226" y="136"/>
                  </a:lnTo>
                  <a:lnTo>
                    <a:pt x="218" y="146"/>
                  </a:lnTo>
                  <a:lnTo>
                    <a:pt x="206" y="170"/>
                  </a:lnTo>
                  <a:lnTo>
                    <a:pt x="190" y="188"/>
                  </a:lnTo>
                  <a:lnTo>
                    <a:pt x="182" y="198"/>
                  </a:lnTo>
                  <a:lnTo>
                    <a:pt x="172" y="204"/>
                  </a:lnTo>
                  <a:lnTo>
                    <a:pt x="162" y="206"/>
                  </a:lnTo>
                  <a:lnTo>
                    <a:pt x="156" y="208"/>
                  </a:lnTo>
                  <a:lnTo>
                    <a:pt x="146" y="212"/>
                  </a:lnTo>
                  <a:lnTo>
                    <a:pt x="136" y="216"/>
                  </a:lnTo>
                  <a:lnTo>
                    <a:pt x="132" y="220"/>
                  </a:lnTo>
                  <a:lnTo>
                    <a:pt x="126" y="222"/>
                  </a:lnTo>
                  <a:lnTo>
                    <a:pt x="112" y="222"/>
                  </a:lnTo>
                  <a:lnTo>
                    <a:pt x="98" y="220"/>
                  </a:lnTo>
                  <a:lnTo>
                    <a:pt x="82" y="220"/>
                  </a:lnTo>
                  <a:lnTo>
                    <a:pt x="80" y="224"/>
                  </a:lnTo>
                  <a:lnTo>
                    <a:pt x="78" y="228"/>
                  </a:lnTo>
                  <a:lnTo>
                    <a:pt x="68" y="228"/>
                  </a:lnTo>
                  <a:lnTo>
                    <a:pt x="58" y="228"/>
                  </a:lnTo>
                  <a:lnTo>
                    <a:pt x="52" y="230"/>
                  </a:lnTo>
                  <a:lnTo>
                    <a:pt x="46" y="234"/>
                  </a:lnTo>
                  <a:lnTo>
                    <a:pt x="28" y="220"/>
                  </a:lnTo>
                  <a:lnTo>
                    <a:pt x="22" y="210"/>
                  </a:lnTo>
                  <a:lnTo>
                    <a:pt x="20" y="204"/>
                  </a:lnTo>
                  <a:lnTo>
                    <a:pt x="22" y="200"/>
                  </a:lnTo>
                  <a:lnTo>
                    <a:pt x="24" y="194"/>
                  </a:lnTo>
                  <a:lnTo>
                    <a:pt x="24" y="184"/>
                  </a:lnTo>
                  <a:lnTo>
                    <a:pt x="24" y="178"/>
                  </a:lnTo>
                  <a:lnTo>
                    <a:pt x="20" y="174"/>
                  </a:lnTo>
                  <a:lnTo>
                    <a:pt x="16" y="170"/>
                  </a:lnTo>
                  <a:lnTo>
                    <a:pt x="16" y="166"/>
                  </a:lnTo>
                  <a:lnTo>
                    <a:pt x="14" y="150"/>
                  </a:lnTo>
                  <a:lnTo>
                    <a:pt x="10" y="140"/>
                  </a:lnTo>
                  <a:lnTo>
                    <a:pt x="6" y="132"/>
                  </a:lnTo>
                  <a:lnTo>
                    <a:pt x="0" y="122"/>
                  </a:lnTo>
                  <a:lnTo>
                    <a:pt x="4" y="118"/>
                  </a:lnTo>
                  <a:lnTo>
                    <a:pt x="6" y="114"/>
                  </a:lnTo>
                  <a:lnTo>
                    <a:pt x="10" y="114"/>
                  </a:lnTo>
                  <a:lnTo>
                    <a:pt x="14" y="120"/>
                  </a:lnTo>
                  <a:lnTo>
                    <a:pt x="20" y="124"/>
                  </a:lnTo>
                  <a:lnTo>
                    <a:pt x="24" y="126"/>
                  </a:lnTo>
                  <a:lnTo>
                    <a:pt x="32" y="126"/>
                  </a:lnTo>
                  <a:lnTo>
                    <a:pt x="42" y="126"/>
                  </a:lnTo>
                  <a:lnTo>
                    <a:pt x="48" y="122"/>
                  </a:lnTo>
                  <a:lnTo>
                    <a:pt x="52" y="118"/>
                  </a:lnTo>
                  <a:lnTo>
                    <a:pt x="56" y="116"/>
                  </a:lnTo>
                  <a:lnTo>
                    <a:pt x="54" y="54"/>
                  </a:lnTo>
                  <a:lnTo>
                    <a:pt x="60" y="56"/>
                  </a:lnTo>
                  <a:lnTo>
                    <a:pt x="68" y="64"/>
                  </a:lnTo>
                  <a:lnTo>
                    <a:pt x="70" y="68"/>
                  </a:lnTo>
                  <a:lnTo>
                    <a:pt x="70" y="74"/>
                  </a:lnTo>
                  <a:lnTo>
                    <a:pt x="68" y="82"/>
                  </a:lnTo>
                  <a:lnTo>
                    <a:pt x="66" y="90"/>
                  </a:lnTo>
                  <a:lnTo>
                    <a:pt x="82" y="90"/>
                  </a:lnTo>
                  <a:lnTo>
                    <a:pt x="90" y="84"/>
                  </a:lnTo>
                  <a:lnTo>
                    <a:pt x="98" y="72"/>
                  </a:lnTo>
                  <a:lnTo>
                    <a:pt x="106" y="64"/>
                  </a:lnTo>
                  <a:lnTo>
                    <a:pt x="110" y="60"/>
                  </a:lnTo>
                  <a:lnTo>
                    <a:pt x="116" y="62"/>
                  </a:lnTo>
                  <a:lnTo>
                    <a:pt x="122" y="64"/>
                  </a:lnTo>
                  <a:lnTo>
                    <a:pt x="126" y="68"/>
                  </a:lnTo>
                  <a:lnTo>
                    <a:pt x="132" y="70"/>
                  </a:lnTo>
                  <a:lnTo>
                    <a:pt x="138" y="68"/>
                  </a:lnTo>
                  <a:lnTo>
                    <a:pt x="142" y="64"/>
                  </a:lnTo>
                  <a:lnTo>
                    <a:pt x="146" y="60"/>
                  </a:lnTo>
                  <a:lnTo>
                    <a:pt x="148" y="54"/>
                  </a:lnTo>
                  <a:lnTo>
                    <a:pt x="152" y="50"/>
                  </a:lnTo>
                  <a:lnTo>
                    <a:pt x="154" y="48"/>
                  </a:lnTo>
                  <a:lnTo>
                    <a:pt x="158" y="46"/>
                  </a:lnTo>
                  <a:lnTo>
                    <a:pt x="160" y="44"/>
                  </a:lnTo>
                  <a:lnTo>
                    <a:pt x="172" y="32"/>
                  </a:lnTo>
                  <a:lnTo>
                    <a:pt x="182" y="20"/>
                  </a:lnTo>
                  <a:lnTo>
                    <a:pt x="188" y="10"/>
                  </a:lnTo>
                  <a:lnTo>
                    <a:pt x="194" y="6"/>
                  </a:lnTo>
                  <a:lnTo>
                    <a:pt x="202" y="2"/>
                  </a:lnTo>
                  <a:lnTo>
                    <a:pt x="210" y="0"/>
                  </a:lnTo>
                  <a:lnTo>
                    <a:pt x="216" y="2"/>
                  </a:lnTo>
                  <a:lnTo>
                    <a:pt x="222" y="4"/>
                  </a:lnTo>
                  <a:lnTo>
                    <a:pt x="228" y="6"/>
                  </a:lnTo>
                  <a:lnTo>
                    <a:pt x="238" y="8"/>
                  </a:lnTo>
                  <a:lnTo>
                    <a:pt x="238" y="16"/>
                  </a:lnTo>
                  <a:lnTo>
                    <a:pt x="242" y="24"/>
                  </a:lnTo>
                  <a:lnTo>
                    <a:pt x="244" y="32"/>
                  </a:lnTo>
                  <a:lnTo>
                    <a:pt x="246" y="40"/>
                  </a:lnTo>
                  <a:lnTo>
                    <a:pt x="244" y="48"/>
                  </a:lnTo>
                  <a:lnTo>
                    <a:pt x="242" y="54"/>
                  </a:lnTo>
                  <a:lnTo>
                    <a:pt x="242" y="88"/>
                  </a:lnTo>
                  <a:lnTo>
                    <a:pt x="254" y="8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8" name=""/>
            <p:cNvSpPr/>
            <p:nvPr/>
          </p:nvSpPr>
          <p:spPr>
            <a:xfrm>
              <a:off x="5495400" y="5096880"/>
              <a:ext cx="66600" cy="64440"/>
            </a:xfrm>
            <a:custGeom>
              <a:avLst/>
              <a:gdLst/>
              <a:ahLst/>
              <a:rect l="l" t="t" r="r" b="b"/>
              <a:pathLst>
                <a:path w="34" h="36">
                  <a:moveTo>
                    <a:pt x="28" y="0"/>
                  </a:moveTo>
                  <a:lnTo>
                    <a:pt x="22" y="0"/>
                  </a:lnTo>
                  <a:lnTo>
                    <a:pt x="8" y="10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6" y="34"/>
                  </a:lnTo>
                  <a:lnTo>
                    <a:pt x="10" y="36"/>
                  </a:lnTo>
                  <a:lnTo>
                    <a:pt x="14" y="36"/>
                  </a:lnTo>
                  <a:lnTo>
                    <a:pt x="18" y="32"/>
                  </a:lnTo>
                  <a:lnTo>
                    <a:pt x="24" y="26"/>
                  </a:lnTo>
                  <a:lnTo>
                    <a:pt x="32" y="18"/>
                  </a:lnTo>
                  <a:lnTo>
                    <a:pt x="34" y="10"/>
                  </a:lnTo>
                  <a:lnTo>
                    <a:pt x="30" y="6"/>
                  </a:lnTo>
                  <a:lnTo>
                    <a:pt x="28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9" name=""/>
            <p:cNvSpPr/>
            <p:nvPr/>
          </p:nvSpPr>
          <p:spPr>
            <a:xfrm>
              <a:off x="5609880" y="5007240"/>
              <a:ext cx="38880" cy="42120"/>
            </a:xfrm>
            <a:custGeom>
              <a:avLst/>
              <a:gdLst/>
              <a:ahLst/>
              <a:rect l="l" t="t" r="r" b="b"/>
              <a:pathLst>
                <a:path w="20" h="24">
                  <a:moveTo>
                    <a:pt x="20" y="18"/>
                  </a:moveTo>
                  <a:lnTo>
                    <a:pt x="18" y="22"/>
                  </a:lnTo>
                  <a:lnTo>
                    <a:pt x="16" y="24"/>
                  </a:lnTo>
                  <a:lnTo>
                    <a:pt x="14" y="24"/>
                  </a:lnTo>
                  <a:lnTo>
                    <a:pt x="6" y="24"/>
                  </a:lnTo>
                  <a:lnTo>
                    <a:pt x="2" y="22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0" y="8"/>
                  </a:lnTo>
                  <a:lnTo>
                    <a:pt x="2" y="6"/>
                  </a:lnTo>
                  <a:lnTo>
                    <a:pt x="8" y="2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0" name=""/>
            <p:cNvSpPr/>
            <p:nvPr/>
          </p:nvSpPr>
          <p:spPr>
            <a:xfrm>
              <a:off x="5462640" y="4671720"/>
              <a:ext cx="237600" cy="225000"/>
            </a:xfrm>
            <a:custGeom>
              <a:avLst/>
              <a:gdLst/>
              <a:ahLst/>
              <a:rect l="l" t="t" r="r" b="b"/>
              <a:pathLst>
                <a:path w="120" h="126">
                  <a:moveTo>
                    <a:pt x="78" y="0"/>
                  </a:moveTo>
                  <a:lnTo>
                    <a:pt x="78" y="6"/>
                  </a:lnTo>
                  <a:lnTo>
                    <a:pt x="94" y="10"/>
                  </a:lnTo>
                  <a:lnTo>
                    <a:pt x="106" y="14"/>
                  </a:lnTo>
                  <a:lnTo>
                    <a:pt x="112" y="18"/>
                  </a:lnTo>
                  <a:lnTo>
                    <a:pt x="116" y="22"/>
                  </a:lnTo>
                  <a:lnTo>
                    <a:pt x="120" y="28"/>
                  </a:lnTo>
                  <a:lnTo>
                    <a:pt x="120" y="36"/>
                  </a:lnTo>
                  <a:lnTo>
                    <a:pt x="120" y="44"/>
                  </a:lnTo>
                  <a:lnTo>
                    <a:pt x="118" y="50"/>
                  </a:lnTo>
                  <a:lnTo>
                    <a:pt x="116" y="56"/>
                  </a:lnTo>
                  <a:lnTo>
                    <a:pt x="116" y="66"/>
                  </a:lnTo>
                  <a:lnTo>
                    <a:pt x="116" y="76"/>
                  </a:lnTo>
                  <a:lnTo>
                    <a:pt x="114" y="86"/>
                  </a:lnTo>
                  <a:lnTo>
                    <a:pt x="112" y="96"/>
                  </a:lnTo>
                  <a:lnTo>
                    <a:pt x="106" y="104"/>
                  </a:lnTo>
                  <a:lnTo>
                    <a:pt x="94" y="116"/>
                  </a:lnTo>
                  <a:lnTo>
                    <a:pt x="90" y="126"/>
                  </a:lnTo>
                  <a:lnTo>
                    <a:pt x="80" y="124"/>
                  </a:lnTo>
                  <a:lnTo>
                    <a:pt x="74" y="122"/>
                  </a:lnTo>
                  <a:lnTo>
                    <a:pt x="68" y="120"/>
                  </a:lnTo>
                  <a:lnTo>
                    <a:pt x="62" y="118"/>
                  </a:lnTo>
                  <a:lnTo>
                    <a:pt x="54" y="120"/>
                  </a:lnTo>
                  <a:lnTo>
                    <a:pt x="50" y="114"/>
                  </a:lnTo>
                  <a:lnTo>
                    <a:pt x="46" y="114"/>
                  </a:lnTo>
                  <a:lnTo>
                    <a:pt x="42" y="112"/>
                  </a:lnTo>
                  <a:lnTo>
                    <a:pt x="38" y="110"/>
                  </a:lnTo>
                  <a:lnTo>
                    <a:pt x="34" y="108"/>
                  </a:lnTo>
                  <a:lnTo>
                    <a:pt x="34" y="102"/>
                  </a:lnTo>
                  <a:lnTo>
                    <a:pt x="32" y="92"/>
                  </a:lnTo>
                  <a:lnTo>
                    <a:pt x="30" y="86"/>
                  </a:lnTo>
                  <a:lnTo>
                    <a:pt x="26" y="82"/>
                  </a:lnTo>
                  <a:lnTo>
                    <a:pt x="18" y="76"/>
                  </a:lnTo>
                  <a:lnTo>
                    <a:pt x="12" y="72"/>
                  </a:lnTo>
                  <a:lnTo>
                    <a:pt x="8" y="66"/>
                  </a:lnTo>
                  <a:lnTo>
                    <a:pt x="6" y="62"/>
                  </a:lnTo>
                  <a:lnTo>
                    <a:pt x="8" y="60"/>
                  </a:lnTo>
                  <a:lnTo>
                    <a:pt x="6" y="58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0" y="42"/>
                  </a:lnTo>
                  <a:lnTo>
                    <a:pt x="6" y="46"/>
                  </a:lnTo>
                  <a:lnTo>
                    <a:pt x="12" y="46"/>
                  </a:lnTo>
                  <a:lnTo>
                    <a:pt x="16" y="46"/>
                  </a:lnTo>
                  <a:lnTo>
                    <a:pt x="20" y="46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54" y="16"/>
                  </a:lnTo>
                  <a:lnTo>
                    <a:pt x="58" y="12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8" y="4"/>
                  </a:lnTo>
                  <a:lnTo>
                    <a:pt x="62" y="2"/>
                  </a:lnTo>
                  <a:lnTo>
                    <a:pt x="68" y="0"/>
                  </a:lnTo>
                  <a:lnTo>
                    <a:pt x="76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1" name=""/>
            <p:cNvSpPr/>
            <p:nvPr/>
          </p:nvSpPr>
          <p:spPr>
            <a:xfrm>
              <a:off x="5700600" y="4475160"/>
              <a:ext cx="95760" cy="243000"/>
            </a:xfrm>
            <a:custGeom>
              <a:avLst/>
              <a:gdLst/>
              <a:ahLst/>
              <a:rect l="l" t="t" r="r" b="b"/>
              <a:pathLst>
                <a:path w="48" h="136">
                  <a:moveTo>
                    <a:pt x="0" y="82"/>
                  </a:moveTo>
                  <a:lnTo>
                    <a:pt x="6" y="82"/>
                  </a:lnTo>
                  <a:lnTo>
                    <a:pt x="8" y="88"/>
                  </a:lnTo>
                  <a:lnTo>
                    <a:pt x="12" y="90"/>
                  </a:lnTo>
                  <a:lnTo>
                    <a:pt x="18" y="90"/>
                  </a:lnTo>
                  <a:lnTo>
                    <a:pt x="26" y="90"/>
                  </a:lnTo>
                  <a:lnTo>
                    <a:pt x="26" y="100"/>
                  </a:lnTo>
                  <a:lnTo>
                    <a:pt x="24" y="108"/>
                  </a:lnTo>
                  <a:lnTo>
                    <a:pt x="22" y="118"/>
                  </a:lnTo>
                  <a:lnTo>
                    <a:pt x="24" y="126"/>
                  </a:lnTo>
                  <a:lnTo>
                    <a:pt x="28" y="128"/>
                  </a:lnTo>
                  <a:lnTo>
                    <a:pt x="32" y="132"/>
                  </a:lnTo>
                  <a:lnTo>
                    <a:pt x="34" y="136"/>
                  </a:lnTo>
                  <a:lnTo>
                    <a:pt x="34" y="128"/>
                  </a:lnTo>
                  <a:lnTo>
                    <a:pt x="36" y="126"/>
                  </a:lnTo>
                  <a:lnTo>
                    <a:pt x="38" y="124"/>
                  </a:lnTo>
                  <a:lnTo>
                    <a:pt x="42" y="120"/>
                  </a:lnTo>
                  <a:lnTo>
                    <a:pt x="44" y="118"/>
                  </a:lnTo>
                  <a:lnTo>
                    <a:pt x="46" y="112"/>
                  </a:lnTo>
                  <a:lnTo>
                    <a:pt x="48" y="106"/>
                  </a:lnTo>
                  <a:lnTo>
                    <a:pt x="48" y="98"/>
                  </a:lnTo>
                  <a:lnTo>
                    <a:pt x="48" y="92"/>
                  </a:lnTo>
                  <a:lnTo>
                    <a:pt x="44" y="86"/>
                  </a:lnTo>
                  <a:lnTo>
                    <a:pt x="36" y="74"/>
                  </a:lnTo>
                  <a:lnTo>
                    <a:pt x="30" y="66"/>
                  </a:lnTo>
                  <a:lnTo>
                    <a:pt x="28" y="60"/>
                  </a:lnTo>
                  <a:lnTo>
                    <a:pt x="26" y="54"/>
                  </a:lnTo>
                  <a:lnTo>
                    <a:pt x="28" y="46"/>
                  </a:lnTo>
                  <a:lnTo>
                    <a:pt x="30" y="38"/>
                  </a:lnTo>
                  <a:lnTo>
                    <a:pt x="30" y="12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10" y="8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0" y="24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4"/>
                  </a:lnTo>
                  <a:lnTo>
                    <a:pt x="8" y="50"/>
                  </a:lnTo>
                  <a:lnTo>
                    <a:pt x="4" y="56"/>
                  </a:lnTo>
                  <a:lnTo>
                    <a:pt x="2" y="62"/>
                  </a:lnTo>
                  <a:lnTo>
                    <a:pt x="0" y="68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8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2" name=""/>
            <p:cNvSpPr/>
            <p:nvPr/>
          </p:nvSpPr>
          <p:spPr>
            <a:xfrm>
              <a:off x="5361840" y="4429440"/>
              <a:ext cx="365400" cy="324360"/>
            </a:xfrm>
            <a:custGeom>
              <a:avLst/>
              <a:gdLst/>
              <a:ahLst/>
              <a:rect l="l" t="t" r="r" b="b"/>
              <a:pathLst>
                <a:path w="186" h="182">
                  <a:moveTo>
                    <a:pt x="72" y="182"/>
                  </a:moveTo>
                  <a:lnTo>
                    <a:pt x="82" y="172"/>
                  </a:lnTo>
                  <a:lnTo>
                    <a:pt x="94" y="160"/>
                  </a:lnTo>
                  <a:lnTo>
                    <a:pt x="106" y="152"/>
                  </a:lnTo>
                  <a:lnTo>
                    <a:pt x="110" y="148"/>
                  </a:lnTo>
                  <a:lnTo>
                    <a:pt x="108" y="144"/>
                  </a:lnTo>
                  <a:lnTo>
                    <a:pt x="108" y="142"/>
                  </a:lnTo>
                  <a:lnTo>
                    <a:pt x="110" y="140"/>
                  </a:lnTo>
                  <a:lnTo>
                    <a:pt x="114" y="138"/>
                  </a:lnTo>
                  <a:lnTo>
                    <a:pt x="120" y="136"/>
                  </a:lnTo>
                  <a:lnTo>
                    <a:pt x="130" y="136"/>
                  </a:lnTo>
                  <a:lnTo>
                    <a:pt x="128" y="132"/>
                  </a:lnTo>
                  <a:lnTo>
                    <a:pt x="128" y="128"/>
                  </a:lnTo>
                  <a:lnTo>
                    <a:pt x="128" y="126"/>
                  </a:lnTo>
                  <a:lnTo>
                    <a:pt x="134" y="124"/>
                  </a:lnTo>
                  <a:lnTo>
                    <a:pt x="140" y="120"/>
                  </a:lnTo>
                  <a:lnTo>
                    <a:pt x="150" y="116"/>
                  </a:lnTo>
                  <a:lnTo>
                    <a:pt x="162" y="114"/>
                  </a:lnTo>
                  <a:lnTo>
                    <a:pt x="172" y="108"/>
                  </a:lnTo>
                  <a:lnTo>
                    <a:pt x="172" y="98"/>
                  </a:lnTo>
                  <a:lnTo>
                    <a:pt x="172" y="92"/>
                  </a:lnTo>
                  <a:lnTo>
                    <a:pt x="174" y="86"/>
                  </a:lnTo>
                  <a:lnTo>
                    <a:pt x="180" y="76"/>
                  </a:lnTo>
                  <a:lnTo>
                    <a:pt x="178" y="70"/>
                  </a:lnTo>
                  <a:lnTo>
                    <a:pt x="178" y="60"/>
                  </a:lnTo>
                  <a:lnTo>
                    <a:pt x="178" y="54"/>
                  </a:lnTo>
                  <a:lnTo>
                    <a:pt x="182" y="50"/>
                  </a:lnTo>
                  <a:lnTo>
                    <a:pt x="184" y="46"/>
                  </a:lnTo>
                  <a:lnTo>
                    <a:pt x="186" y="44"/>
                  </a:lnTo>
                  <a:lnTo>
                    <a:pt x="182" y="34"/>
                  </a:lnTo>
                  <a:lnTo>
                    <a:pt x="180" y="26"/>
                  </a:lnTo>
                  <a:lnTo>
                    <a:pt x="166" y="16"/>
                  </a:lnTo>
                  <a:lnTo>
                    <a:pt x="160" y="12"/>
                  </a:lnTo>
                  <a:lnTo>
                    <a:pt x="150" y="8"/>
                  </a:lnTo>
                  <a:lnTo>
                    <a:pt x="146" y="6"/>
                  </a:lnTo>
                  <a:lnTo>
                    <a:pt x="140" y="0"/>
                  </a:lnTo>
                  <a:lnTo>
                    <a:pt x="136" y="0"/>
                  </a:lnTo>
                  <a:lnTo>
                    <a:pt x="128" y="2"/>
                  </a:lnTo>
                  <a:lnTo>
                    <a:pt x="118" y="8"/>
                  </a:lnTo>
                  <a:lnTo>
                    <a:pt x="112" y="10"/>
                  </a:lnTo>
                  <a:lnTo>
                    <a:pt x="108" y="14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4" y="62"/>
                  </a:lnTo>
                  <a:lnTo>
                    <a:pt x="106" y="70"/>
                  </a:lnTo>
                  <a:lnTo>
                    <a:pt x="108" y="72"/>
                  </a:lnTo>
                  <a:lnTo>
                    <a:pt x="114" y="76"/>
                  </a:lnTo>
                  <a:lnTo>
                    <a:pt x="124" y="76"/>
                  </a:lnTo>
                  <a:lnTo>
                    <a:pt x="124" y="88"/>
                  </a:lnTo>
                  <a:lnTo>
                    <a:pt x="122" y="92"/>
                  </a:lnTo>
                  <a:lnTo>
                    <a:pt x="120" y="96"/>
                  </a:lnTo>
                  <a:lnTo>
                    <a:pt x="116" y="98"/>
                  </a:lnTo>
                  <a:lnTo>
                    <a:pt x="114" y="98"/>
                  </a:lnTo>
                  <a:lnTo>
                    <a:pt x="110" y="90"/>
                  </a:lnTo>
                  <a:lnTo>
                    <a:pt x="106" y="86"/>
                  </a:lnTo>
                  <a:lnTo>
                    <a:pt x="96" y="78"/>
                  </a:lnTo>
                  <a:lnTo>
                    <a:pt x="90" y="72"/>
                  </a:lnTo>
                  <a:lnTo>
                    <a:pt x="86" y="70"/>
                  </a:lnTo>
                  <a:lnTo>
                    <a:pt x="86" y="66"/>
                  </a:lnTo>
                  <a:lnTo>
                    <a:pt x="80" y="68"/>
                  </a:lnTo>
                  <a:lnTo>
                    <a:pt x="78" y="70"/>
                  </a:lnTo>
                  <a:lnTo>
                    <a:pt x="76" y="70"/>
                  </a:lnTo>
                  <a:lnTo>
                    <a:pt x="72" y="72"/>
                  </a:lnTo>
                  <a:lnTo>
                    <a:pt x="66" y="70"/>
                  </a:lnTo>
                  <a:lnTo>
                    <a:pt x="60" y="68"/>
                  </a:lnTo>
                  <a:lnTo>
                    <a:pt x="56" y="64"/>
                  </a:lnTo>
                  <a:lnTo>
                    <a:pt x="54" y="60"/>
                  </a:lnTo>
                  <a:lnTo>
                    <a:pt x="32" y="52"/>
                  </a:lnTo>
                  <a:lnTo>
                    <a:pt x="32" y="82"/>
                  </a:lnTo>
                  <a:lnTo>
                    <a:pt x="30" y="86"/>
                  </a:lnTo>
                  <a:lnTo>
                    <a:pt x="26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0" y="152"/>
                  </a:lnTo>
                  <a:lnTo>
                    <a:pt x="16" y="170"/>
                  </a:lnTo>
                  <a:lnTo>
                    <a:pt x="18" y="172"/>
                  </a:lnTo>
                  <a:lnTo>
                    <a:pt x="22" y="174"/>
                  </a:lnTo>
                  <a:lnTo>
                    <a:pt x="28" y="172"/>
                  </a:lnTo>
                  <a:lnTo>
                    <a:pt x="36" y="170"/>
                  </a:lnTo>
                  <a:lnTo>
                    <a:pt x="40" y="172"/>
                  </a:lnTo>
                  <a:lnTo>
                    <a:pt x="46" y="176"/>
                  </a:lnTo>
                  <a:lnTo>
                    <a:pt x="52" y="178"/>
                  </a:lnTo>
                  <a:lnTo>
                    <a:pt x="58" y="182"/>
                  </a:lnTo>
                  <a:lnTo>
                    <a:pt x="72" y="1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3" name=""/>
            <p:cNvSpPr/>
            <p:nvPr/>
          </p:nvSpPr>
          <p:spPr>
            <a:xfrm>
              <a:off x="5034960" y="4358160"/>
              <a:ext cx="388080" cy="393120"/>
            </a:xfrm>
            <a:custGeom>
              <a:avLst/>
              <a:gdLst/>
              <a:ahLst/>
              <a:rect l="l" t="t" r="r" b="b"/>
              <a:pathLst>
                <a:path w="197" h="220">
                  <a:moveTo>
                    <a:pt x="181" y="212"/>
                  </a:moveTo>
                  <a:lnTo>
                    <a:pt x="159" y="220"/>
                  </a:lnTo>
                  <a:lnTo>
                    <a:pt x="117" y="220"/>
                  </a:lnTo>
                  <a:lnTo>
                    <a:pt x="107" y="216"/>
                  </a:lnTo>
                  <a:lnTo>
                    <a:pt x="105" y="214"/>
                  </a:lnTo>
                  <a:lnTo>
                    <a:pt x="101" y="210"/>
                  </a:lnTo>
                  <a:lnTo>
                    <a:pt x="33" y="210"/>
                  </a:lnTo>
                  <a:lnTo>
                    <a:pt x="27" y="206"/>
                  </a:lnTo>
                  <a:lnTo>
                    <a:pt x="25" y="204"/>
                  </a:lnTo>
                  <a:lnTo>
                    <a:pt x="21" y="204"/>
                  </a:lnTo>
                  <a:lnTo>
                    <a:pt x="11" y="206"/>
                  </a:lnTo>
                  <a:lnTo>
                    <a:pt x="4" y="206"/>
                  </a:lnTo>
                  <a:lnTo>
                    <a:pt x="0" y="204"/>
                  </a:lnTo>
                  <a:lnTo>
                    <a:pt x="0" y="194"/>
                  </a:lnTo>
                  <a:lnTo>
                    <a:pt x="4" y="188"/>
                  </a:lnTo>
                  <a:lnTo>
                    <a:pt x="4" y="180"/>
                  </a:lnTo>
                  <a:lnTo>
                    <a:pt x="4" y="174"/>
                  </a:lnTo>
                  <a:lnTo>
                    <a:pt x="7" y="162"/>
                  </a:lnTo>
                  <a:lnTo>
                    <a:pt x="11" y="150"/>
                  </a:lnTo>
                  <a:lnTo>
                    <a:pt x="13" y="140"/>
                  </a:lnTo>
                  <a:lnTo>
                    <a:pt x="19" y="132"/>
                  </a:lnTo>
                  <a:lnTo>
                    <a:pt x="25" y="122"/>
                  </a:lnTo>
                  <a:lnTo>
                    <a:pt x="31" y="112"/>
                  </a:lnTo>
                  <a:lnTo>
                    <a:pt x="35" y="104"/>
                  </a:lnTo>
                  <a:lnTo>
                    <a:pt x="35" y="92"/>
                  </a:lnTo>
                  <a:lnTo>
                    <a:pt x="33" y="84"/>
                  </a:lnTo>
                  <a:lnTo>
                    <a:pt x="29" y="74"/>
                  </a:lnTo>
                  <a:lnTo>
                    <a:pt x="25" y="66"/>
                  </a:lnTo>
                  <a:lnTo>
                    <a:pt x="23" y="56"/>
                  </a:lnTo>
                  <a:lnTo>
                    <a:pt x="23" y="52"/>
                  </a:lnTo>
                  <a:lnTo>
                    <a:pt x="25" y="48"/>
                  </a:lnTo>
                  <a:lnTo>
                    <a:pt x="27" y="44"/>
                  </a:lnTo>
                  <a:lnTo>
                    <a:pt x="27" y="40"/>
                  </a:lnTo>
                  <a:lnTo>
                    <a:pt x="27" y="32"/>
                  </a:lnTo>
                  <a:lnTo>
                    <a:pt x="23" y="24"/>
                  </a:lnTo>
                  <a:lnTo>
                    <a:pt x="15" y="0"/>
                  </a:lnTo>
                  <a:lnTo>
                    <a:pt x="79" y="0"/>
                  </a:lnTo>
                  <a:lnTo>
                    <a:pt x="79" y="12"/>
                  </a:lnTo>
                  <a:lnTo>
                    <a:pt x="85" y="24"/>
                  </a:lnTo>
                  <a:lnTo>
                    <a:pt x="93" y="32"/>
                  </a:lnTo>
                  <a:lnTo>
                    <a:pt x="95" y="34"/>
                  </a:lnTo>
                  <a:lnTo>
                    <a:pt x="99" y="34"/>
                  </a:lnTo>
                  <a:lnTo>
                    <a:pt x="111" y="34"/>
                  </a:lnTo>
                  <a:lnTo>
                    <a:pt x="119" y="34"/>
                  </a:lnTo>
                  <a:lnTo>
                    <a:pt x="121" y="32"/>
                  </a:lnTo>
                  <a:lnTo>
                    <a:pt x="123" y="28"/>
                  </a:lnTo>
                  <a:lnTo>
                    <a:pt x="123" y="20"/>
                  </a:lnTo>
                  <a:lnTo>
                    <a:pt x="143" y="20"/>
                  </a:lnTo>
                  <a:lnTo>
                    <a:pt x="145" y="22"/>
                  </a:lnTo>
                  <a:lnTo>
                    <a:pt x="147" y="24"/>
                  </a:lnTo>
                  <a:lnTo>
                    <a:pt x="151" y="26"/>
                  </a:lnTo>
                  <a:lnTo>
                    <a:pt x="159" y="26"/>
                  </a:lnTo>
                  <a:lnTo>
                    <a:pt x="165" y="24"/>
                  </a:lnTo>
                  <a:lnTo>
                    <a:pt x="167" y="46"/>
                  </a:lnTo>
                  <a:lnTo>
                    <a:pt x="165" y="68"/>
                  </a:lnTo>
                  <a:lnTo>
                    <a:pt x="165" y="72"/>
                  </a:lnTo>
                  <a:lnTo>
                    <a:pt x="169" y="74"/>
                  </a:lnTo>
                  <a:lnTo>
                    <a:pt x="171" y="82"/>
                  </a:lnTo>
                  <a:lnTo>
                    <a:pt x="171" y="86"/>
                  </a:lnTo>
                  <a:lnTo>
                    <a:pt x="169" y="92"/>
                  </a:lnTo>
                  <a:lnTo>
                    <a:pt x="175" y="94"/>
                  </a:lnTo>
                  <a:lnTo>
                    <a:pt x="179" y="94"/>
                  </a:lnTo>
                  <a:lnTo>
                    <a:pt x="183" y="92"/>
                  </a:lnTo>
                  <a:lnTo>
                    <a:pt x="191" y="92"/>
                  </a:lnTo>
                  <a:lnTo>
                    <a:pt x="197" y="92"/>
                  </a:lnTo>
                  <a:lnTo>
                    <a:pt x="197" y="122"/>
                  </a:lnTo>
                  <a:lnTo>
                    <a:pt x="195" y="126"/>
                  </a:lnTo>
                  <a:lnTo>
                    <a:pt x="191" y="128"/>
                  </a:lnTo>
                  <a:lnTo>
                    <a:pt x="189" y="128"/>
                  </a:lnTo>
                  <a:lnTo>
                    <a:pt x="165" y="128"/>
                  </a:lnTo>
                  <a:lnTo>
                    <a:pt x="165" y="192"/>
                  </a:lnTo>
                  <a:lnTo>
                    <a:pt x="181" y="210"/>
                  </a:lnTo>
                  <a:lnTo>
                    <a:pt x="181" y="2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4" name=""/>
            <p:cNvSpPr/>
            <p:nvPr/>
          </p:nvSpPr>
          <p:spPr>
            <a:xfrm>
              <a:off x="5278320" y="4743000"/>
              <a:ext cx="292320" cy="299880"/>
            </a:xfrm>
            <a:custGeom>
              <a:avLst/>
              <a:gdLst/>
              <a:ahLst/>
              <a:rect l="l" t="t" r="r" b="b"/>
              <a:pathLst>
                <a:path w="148" h="168">
                  <a:moveTo>
                    <a:pt x="94" y="8"/>
                  </a:moveTo>
                  <a:lnTo>
                    <a:pt x="98" y="14"/>
                  </a:lnTo>
                  <a:lnTo>
                    <a:pt x="100" y="18"/>
                  </a:lnTo>
                  <a:lnTo>
                    <a:pt x="102" y="20"/>
                  </a:lnTo>
                  <a:lnTo>
                    <a:pt x="100" y="22"/>
                  </a:lnTo>
                  <a:lnTo>
                    <a:pt x="102" y="26"/>
                  </a:lnTo>
                  <a:lnTo>
                    <a:pt x="106" y="32"/>
                  </a:lnTo>
                  <a:lnTo>
                    <a:pt x="112" y="36"/>
                  </a:lnTo>
                  <a:lnTo>
                    <a:pt x="120" y="42"/>
                  </a:lnTo>
                  <a:lnTo>
                    <a:pt x="124" y="46"/>
                  </a:lnTo>
                  <a:lnTo>
                    <a:pt x="126" y="52"/>
                  </a:lnTo>
                  <a:lnTo>
                    <a:pt x="128" y="62"/>
                  </a:lnTo>
                  <a:lnTo>
                    <a:pt x="128" y="68"/>
                  </a:lnTo>
                  <a:lnTo>
                    <a:pt x="132" y="70"/>
                  </a:lnTo>
                  <a:lnTo>
                    <a:pt x="136" y="72"/>
                  </a:lnTo>
                  <a:lnTo>
                    <a:pt x="140" y="74"/>
                  </a:lnTo>
                  <a:lnTo>
                    <a:pt x="144" y="74"/>
                  </a:lnTo>
                  <a:lnTo>
                    <a:pt x="148" y="80"/>
                  </a:lnTo>
                  <a:lnTo>
                    <a:pt x="140" y="84"/>
                  </a:lnTo>
                  <a:lnTo>
                    <a:pt x="134" y="88"/>
                  </a:lnTo>
                  <a:lnTo>
                    <a:pt x="126" y="100"/>
                  </a:lnTo>
                  <a:lnTo>
                    <a:pt x="116" y="112"/>
                  </a:lnTo>
                  <a:lnTo>
                    <a:pt x="106" y="122"/>
                  </a:lnTo>
                  <a:lnTo>
                    <a:pt x="104" y="124"/>
                  </a:lnTo>
                  <a:lnTo>
                    <a:pt x="100" y="126"/>
                  </a:lnTo>
                  <a:lnTo>
                    <a:pt x="98" y="128"/>
                  </a:lnTo>
                  <a:lnTo>
                    <a:pt x="94" y="132"/>
                  </a:lnTo>
                  <a:lnTo>
                    <a:pt x="92" y="138"/>
                  </a:lnTo>
                  <a:lnTo>
                    <a:pt x="88" y="142"/>
                  </a:lnTo>
                  <a:lnTo>
                    <a:pt x="84" y="146"/>
                  </a:lnTo>
                  <a:lnTo>
                    <a:pt x="78" y="148"/>
                  </a:lnTo>
                  <a:lnTo>
                    <a:pt x="72" y="146"/>
                  </a:lnTo>
                  <a:lnTo>
                    <a:pt x="68" y="142"/>
                  </a:lnTo>
                  <a:lnTo>
                    <a:pt x="62" y="140"/>
                  </a:lnTo>
                  <a:lnTo>
                    <a:pt x="56" y="138"/>
                  </a:lnTo>
                  <a:lnTo>
                    <a:pt x="52" y="142"/>
                  </a:lnTo>
                  <a:lnTo>
                    <a:pt x="44" y="150"/>
                  </a:lnTo>
                  <a:lnTo>
                    <a:pt x="36" y="162"/>
                  </a:lnTo>
                  <a:lnTo>
                    <a:pt x="28" y="168"/>
                  </a:lnTo>
                  <a:lnTo>
                    <a:pt x="12" y="168"/>
                  </a:lnTo>
                  <a:lnTo>
                    <a:pt x="14" y="160"/>
                  </a:lnTo>
                  <a:lnTo>
                    <a:pt x="16" y="152"/>
                  </a:lnTo>
                  <a:lnTo>
                    <a:pt x="16" y="146"/>
                  </a:lnTo>
                  <a:lnTo>
                    <a:pt x="14" y="142"/>
                  </a:lnTo>
                  <a:lnTo>
                    <a:pt x="6" y="134"/>
                  </a:lnTo>
                  <a:lnTo>
                    <a:pt x="0" y="132"/>
                  </a:lnTo>
                  <a:lnTo>
                    <a:pt x="0" y="78"/>
                  </a:lnTo>
                  <a:lnTo>
                    <a:pt x="20" y="78"/>
                  </a:lnTo>
                  <a:lnTo>
                    <a:pt x="20" y="10"/>
                  </a:lnTo>
                  <a:lnTo>
                    <a:pt x="42" y="8"/>
                  </a:lnTo>
                  <a:lnTo>
                    <a:pt x="60" y="6"/>
                  </a:lnTo>
                  <a:lnTo>
                    <a:pt x="64" y="12"/>
                  </a:lnTo>
                  <a:lnTo>
                    <a:pt x="78" y="6"/>
                  </a:lnTo>
                  <a:lnTo>
                    <a:pt x="82" y="2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4" y="2"/>
                  </a:lnTo>
                  <a:lnTo>
                    <a:pt x="94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5" name=""/>
            <p:cNvSpPr/>
            <p:nvPr/>
          </p:nvSpPr>
          <p:spPr>
            <a:xfrm>
              <a:off x="4142160" y="3620880"/>
              <a:ext cx="160920" cy="145800"/>
            </a:xfrm>
            <a:custGeom>
              <a:avLst/>
              <a:gdLst/>
              <a:ahLst/>
              <a:rect l="l" t="t" r="r" b="b"/>
              <a:pathLst>
                <a:path w="82" h="82">
                  <a:moveTo>
                    <a:pt x="6" y="78"/>
                  </a:moveTo>
                  <a:lnTo>
                    <a:pt x="4" y="74"/>
                  </a:lnTo>
                  <a:lnTo>
                    <a:pt x="4" y="68"/>
                  </a:lnTo>
                  <a:lnTo>
                    <a:pt x="4" y="62"/>
                  </a:lnTo>
                  <a:lnTo>
                    <a:pt x="16" y="62"/>
                  </a:lnTo>
                  <a:lnTo>
                    <a:pt x="28" y="60"/>
                  </a:lnTo>
                  <a:lnTo>
                    <a:pt x="28" y="58"/>
                  </a:lnTo>
                  <a:lnTo>
                    <a:pt x="34" y="60"/>
                  </a:lnTo>
                  <a:lnTo>
                    <a:pt x="42" y="62"/>
                  </a:lnTo>
                  <a:lnTo>
                    <a:pt x="46" y="60"/>
                  </a:lnTo>
                  <a:lnTo>
                    <a:pt x="50" y="58"/>
                  </a:lnTo>
                  <a:lnTo>
                    <a:pt x="38" y="56"/>
                  </a:lnTo>
                  <a:lnTo>
                    <a:pt x="32" y="54"/>
                  </a:lnTo>
                  <a:lnTo>
                    <a:pt x="30" y="50"/>
                  </a:lnTo>
                  <a:lnTo>
                    <a:pt x="26" y="52"/>
                  </a:lnTo>
                  <a:lnTo>
                    <a:pt x="24" y="54"/>
                  </a:lnTo>
                  <a:lnTo>
                    <a:pt x="22" y="56"/>
                  </a:lnTo>
                  <a:lnTo>
                    <a:pt x="18" y="58"/>
                  </a:lnTo>
                  <a:lnTo>
                    <a:pt x="6" y="56"/>
                  </a:lnTo>
                  <a:lnTo>
                    <a:pt x="6" y="52"/>
                  </a:lnTo>
                  <a:lnTo>
                    <a:pt x="8" y="46"/>
                  </a:lnTo>
                  <a:lnTo>
                    <a:pt x="6" y="40"/>
                  </a:lnTo>
                  <a:lnTo>
                    <a:pt x="4" y="36"/>
                  </a:lnTo>
                  <a:lnTo>
                    <a:pt x="2" y="32"/>
                  </a:lnTo>
                  <a:lnTo>
                    <a:pt x="0" y="30"/>
                  </a:lnTo>
                  <a:lnTo>
                    <a:pt x="2" y="24"/>
                  </a:lnTo>
                  <a:lnTo>
                    <a:pt x="4" y="16"/>
                  </a:lnTo>
                  <a:lnTo>
                    <a:pt x="10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8" y="2"/>
                  </a:lnTo>
                  <a:lnTo>
                    <a:pt x="46" y="6"/>
                  </a:lnTo>
                  <a:lnTo>
                    <a:pt x="52" y="8"/>
                  </a:lnTo>
                  <a:lnTo>
                    <a:pt x="54" y="14"/>
                  </a:lnTo>
                  <a:lnTo>
                    <a:pt x="64" y="28"/>
                  </a:lnTo>
                  <a:lnTo>
                    <a:pt x="68" y="32"/>
                  </a:lnTo>
                  <a:lnTo>
                    <a:pt x="74" y="36"/>
                  </a:lnTo>
                  <a:lnTo>
                    <a:pt x="72" y="36"/>
                  </a:lnTo>
                  <a:lnTo>
                    <a:pt x="76" y="48"/>
                  </a:lnTo>
                  <a:lnTo>
                    <a:pt x="80" y="58"/>
                  </a:lnTo>
                  <a:lnTo>
                    <a:pt x="82" y="66"/>
                  </a:lnTo>
                  <a:lnTo>
                    <a:pt x="82" y="72"/>
                  </a:lnTo>
                  <a:lnTo>
                    <a:pt x="82" y="80"/>
                  </a:lnTo>
                  <a:lnTo>
                    <a:pt x="80" y="80"/>
                  </a:lnTo>
                  <a:lnTo>
                    <a:pt x="74" y="82"/>
                  </a:lnTo>
                  <a:lnTo>
                    <a:pt x="68" y="80"/>
                  </a:lnTo>
                  <a:lnTo>
                    <a:pt x="62" y="78"/>
                  </a:lnTo>
                  <a:lnTo>
                    <a:pt x="56" y="76"/>
                  </a:lnTo>
                  <a:lnTo>
                    <a:pt x="50" y="74"/>
                  </a:lnTo>
                  <a:lnTo>
                    <a:pt x="38" y="74"/>
                  </a:lnTo>
                  <a:lnTo>
                    <a:pt x="26" y="76"/>
                  </a:lnTo>
                  <a:lnTo>
                    <a:pt x="18" y="78"/>
                  </a:lnTo>
                  <a:lnTo>
                    <a:pt x="6" y="7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6" name=""/>
            <p:cNvSpPr/>
            <p:nvPr/>
          </p:nvSpPr>
          <p:spPr>
            <a:xfrm>
              <a:off x="4152600" y="3754440"/>
              <a:ext cx="88560" cy="42120"/>
            </a:xfrm>
            <a:custGeom>
              <a:avLst/>
              <a:gdLst/>
              <a:ahLst/>
              <a:rect l="l" t="t" r="r" b="b"/>
              <a:pathLst>
                <a:path w="44" h="24">
                  <a:moveTo>
                    <a:pt x="0" y="4"/>
                  </a:moveTo>
                  <a:lnTo>
                    <a:pt x="12" y="4"/>
                  </a:lnTo>
                  <a:lnTo>
                    <a:pt x="20" y="2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40" y="8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4" y="16"/>
                  </a:lnTo>
                  <a:lnTo>
                    <a:pt x="38" y="18"/>
                  </a:lnTo>
                  <a:lnTo>
                    <a:pt x="34" y="20"/>
                  </a:lnTo>
                  <a:lnTo>
                    <a:pt x="30" y="22"/>
                  </a:lnTo>
                  <a:lnTo>
                    <a:pt x="26" y="24"/>
                  </a:lnTo>
                  <a:lnTo>
                    <a:pt x="20" y="16"/>
                  </a:lnTo>
                  <a:lnTo>
                    <a:pt x="18" y="14"/>
                  </a:lnTo>
                  <a:lnTo>
                    <a:pt x="16" y="12"/>
                  </a:lnTo>
                  <a:lnTo>
                    <a:pt x="8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7" name=""/>
            <p:cNvSpPr/>
            <p:nvPr/>
          </p:nvSpPr>
          <p:spPr>
            <a:xfrm>
              <a:off x="4205880" y="3754440"/>
              <a:ext cx="217080" cy="170280"/>
            </a:xfrm>
            <a:custGeom>
              <a:avLst/>
              <a:gdLst/>
              <a:ahLst/>
              <a:rect l="l" t="t" r="r" b="b"/>
              <a:pathLst>
                <a:path w="110" h="96">
                  <a:moveTo>
                    <a:pt x="28" y="66"/>
                  </a:moveTo>
                  <a:lnTo>
                    <a:pt x="32" y="60"/>
                  </a:lnTo>
                  <a:lnTo>
                    <a:pt x="38" y="54"/>
                  </a:lnTo>
                  <a:lnTo>
                    <a:pt x="44" y="48"/>
                  </a:lnTo>
                  <a:lnTo>
                    <a:pt x="50" y="46"/>
                  </a:lnTo>
                  <a:lnTo>
                    <a:pt x="56" y="48"/>
                  </a:lnTo>
                  <a:lnTo>
                    <a:pt x="60" y="50"/>
                  </a:lnTo>
                  <a:lnTo>
                    <a:pt x="62" y="54"/>
                  </a:lnTo>
                  <a:lnTo>
                    <a:pt x="64" y="60"/>
                  </a:lnTo>
                  <a:lnTo>
                    <a:pt x="66" y="68"/>
                  </a:lnTo>
                  <a:lnTo>
                    <a:pt x="70" y="78"/>
                  </a:lnTo>
                  <a:lnTo>
                    <a:pt x="74" y="76"/>
                  </a:lnTo>
                  <a:lnTo>
                    <a:pt x="76" y="74"/>
                  </a:lnTo>
                  <a:lnTo>
                    <a:pt x="84" y="78"/>
                  </a:lnTo>
                  <a:lnTo>
                    <a:pt x="84" y="90"/>
                  </a:lnTo>
                  <a:lnTo>
                    <a:pt x="86" y="96"/>
                  </a:lnTo>
                  <a:lnTo>
                    <a:pt x="90" y="96"/>
                  </a:lnTo>
                  <a:lnTo>
                    <a:pt x="96" y="96"/>
                  </a:lnTo>
                  <a:lnTo>
                    <a:pt x="100" y="96"/>
                  </a:lnTo>
                  <a:lnTo>
                    <a:pt x="102" y="96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06" y="82"/>
                  </a:lnTo>
                  <a:lnTo>
                    <a:pt x="104" y="80"/>
                  </a:lnTo>
                  <a:lnTo>
                    <a:pt x="102" y="78"/>
                  </a:lnTo>
                  <a:lnTo>
                    <a:pt x="102" y="76"/>
                  </a:lnTo>
                  <a:lnTo>
                    <a:pt x="106" y="74"/>
                  </a:lnTo>
                  <a:lnTo>
                    <a:pt x="110" y="72"/>
                  </a:lnTo>
                  <a:lnTo>
                    <a:pt x="108" y="68"/>
                  </a:lnTo>
                  <a:lnTo>
                    <a:pt x="106" y="64"/>
                  </a:lnTo>
                  <a:lnTo>
                    <a:pt x="104" y="52"/>
                  </a:lnTo>
                  <a:lnTo>
                    <a:pt x="106" y="46"/>
                  </a:lnTo>
                  <a:lnTo>
                    <a:pt x="106" y="44"/>
                  </a:lnTo>
                  <a:lnTo>
                    <a:pt x="110" y="44"/>
                  </a:lnTo>
                  <a:lnTo>
                    <a:pt x="104" y="42"/>
                  </a:lnTo>
                  <a:lnTo>
                    <a:pt x="102" y="40"/>
                  </a:lnTo>
                  <a:lnTo>
                    <a:pt x="98" y="26"/>
                  </a:lnTo>
                  <a:lnTo>
                    <a:pt x="94" y="14"/>
                  </a:lnTo>
                  <a:lnTo>
                    <a:pt x="90" y="8"/>
                  </a:lnTo>
                  <a:lnTo>
                    <a:pt x="84" y="6"/>
                  </a:lnTo>
                  <a:lnTo>
                    <a:pt x="82" y="8"/>
                  </a:lnTo>
                  <a:lnTo>
                    <a:pt x="80" y="10"/>
                  </a:lnTo>
                  <a:lnTo>
                    <a:pt x="74" y="10"/>
                  </a:lnTo>
                  <a:lnTo>
                    <a:pt x="60" y="8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2" y="8"/>
                  </a:lnTo>
                  <a:lnTo>
                    <a:pt x="36" y="6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8" y="4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18" y="16"/>
                  </a:lnTo>
                  <a:lnTo>
                    <a:pt x="12" y="18"/>
                  </a:lnTo>
                  <a:lnTo>
                    <a:pt x="8" y="20"/>
                  </a:lnTo>
                  <a:lnTo>
                    <a:pt x="4" y="22"/>
                  </a:lnTo>
                  <a:lnTo>
                    <a:pt x="0" y="24"/>
                  </a:lnTo>
                  <a:lnTo>
                    <a:pt x="16" y="42"/>
                  </a:lnTo>
                  <a:lnTo>
                    <a:pt x="22" y="52"/>
                  </a:lnTo>
                  <a:lnTo>
                    <a:pt x="28" y="6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8" name=""/>
            <p:cNvSpPr/>
            <p:nvPr/>
          </p:nvSpPr>
          <p:spPr>
            <a:xfrm>
              <a:off x="4260600" y="3835800"/>
              <a:ext cx="81720" cy="100440"/>
            </a:xfrm>
            <a:custGeom>
              <a:avLst/>
              <a:gdLst/>
              <a:ahLst/>
              <a:rect l="l" t="t" r="r" b="b"/>
              <a:pathLst>
                <a:path w="42" h="56">
                  <a:moveTo>
                    <a:pt x="24" y="56"/>
                  </a:moveTo>
                  <a:lnTo>
                    <a:pt x="18" y="50"/>
                  </a:lnTo>
                  <a:lnTo>
                    <a:pt x="12" y="46"/>
                  </a:lnTo>
                  <a:lnTo>
                    <a:pt x="6" y="38"/>
                  </a:lnTo>
                  <a:lnTo>
                    <a:pt x="2" y="30"/>
                  </a:lnTo>
                  <a:lnTo>
                    <a:pt x="0" y="20"/>
                  </a:lnTo>
                  <a:lnTo>
                    <a:pt x="4" y="14"/>
                  </a:lnTo>
                  <a:lnTo>
                    <a:pt x="10" y="8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2" y="4"/>
                  </a:lnTo>
                  <a:lnTo>
                    <a:pt x="34" y="8"/>
                  </a:lnTo>
                  <a:lnTo>
                    <a:pt x="36" y="14"/>
                  </a:lnTo>
                  <a:lnTo>
                    <a:pt x="38" y="22"/>
                  </a:lnTo>
                  <a:lnTo>
                    <a:pt x="42" y="32"/>
                  </a:lnTo>
                  <a:lnTo>
                    <a:pt x="40" y="36"/>
                  </a:lnTo>
                  <a:lnTo>
                    <a:pt x="38" y="42"/>
                  </a:lnTo>
                  <a:lnTo>
                    <a:pt x="34" y="48"/>
                  </a:lnTo>
                  <a:lnTo>
                    <a:pt x="28" y="52"/>
                  </a:lnTo>
                  <a:lnTo>
                    <a:pt x="24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9" name=""/>
            <p:cNvSpPr/>
            <p:nvPr/>
          </p:nvSpPr>
          <p:spPr>
            <a:xfrm>
              <a:off x="4306680" y="3885840"/>
              <a:ext cx="126360" cy="128160"/>
            </a:xfrm>
            <a:custGeom>
              <a:avLst/>
              <a:gdLst/>
              <a:ahLst/>
              <a:rect l="l" t="t" r="r" b="b"/>
              <a:pathLst>
                <a:path w="64" h="72">
                  <a:moveTo>
                    <a:pt x="62" y="72"/>
                  </a:moveTo>
                  <a:lnTo>
                    <a:pt x="54" y="70"/>
                  </a:lnTo>
                  <a:lnTo>
                    <a:pt x="50" y="66"/>
                  </a:lnTo>
                  <a:lnTo>
                    <a:pt x="40" y="56"/>
                  </a:lnTo>
                  <a:lnTo>
                    <a:pt x="20" y="44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4" y="24"/>
                  </a:lnTo>
                  <a:lnTo>
                    <a:pt x="10" y="20"/>
                  </a:lnTo>
                  <a:lnTo>
                    <a:pt x="14" y="14"/>
                  </a:lnTo>
                  <a:lnTo>
                    <a:pt x="16" y="8"/>
                  </a:lnTo>
                  <a:lnTo>
                    <a:pt x="18" y="4"/>
                  </a:lnTo>
                  <a:lnTo>
                    <a:pt x="22" y="2"/>
                  </a:lnTo>
                  <a:lnTo>
                    <a:pt x="24" y="0"/>
                  </a:lnTo>
                  <a:lnTo>
                    <a:pt x="32" y="4"/>
                  </a:lnTo>
                  <a:lnTo>
                    <a:pt x="32" y="16"/>
                  </a:lnTo>
                  <a:lnTo>
                    <a:pt x="34" y="22"/>
                  </a:lnTo>
                  <a:lnTo>
                    <a:pt x="38" y="22"/>
                  </a:lnTo>
                  <a:lnTo>
                    <a:pt x="44" y="22"/>
                  </a:lnTo>
                  <a:lnTo>
                    <a:pt x="50" y="22"/>
                  </a:lnTo>
                  <a:lnTo>
                    <a:pt x="50" y="24"/>
                  </a:lnTo>
                  <a:lnTo>
                    <a:pt x="50" y="28"/>
                  </a:lnTo>
                  <a:lnTo>
                    <a:pt x="50" y="34"/>
                  </a:lnTo>
                  <a:lnTo>
                    <a:pt x="50" y="38"/>
                  </a:lnTo>
                  <a:lnTo>
                    <a:pt x="50" y="42"/>
                  </a:lnTo>
                  <a:lnTo>
                    <a:pt x="56" y="46"/>
                  </a:lnTo>
                  <a:lnTo>
                    <a:pt x="62" y="48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2" y="70"/>
                  </a:lnTo>
                  <a:lnTo>
                    <a:pt x="62" y="7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0" name=""/>
            <p:cNvSpPr/>
            <p:nvPr/>
          </p:nvSpPr>
          <p:spPr>
            <a:xfrm>
              <a:off x="4489560" y="3674880"/>
              <a:ext cx="240480" cy="174960"/>
            </a:xfrm>
            <a:custGeom>
              <a:avLst/>
              <a:gdLst/>
              <a:ahLst/>
              <a:rect l="l" t="t" r="r" b="b"/>
              <a:pathLst>
                <a:path w="122" h="98">
                  <a:moveTo>
                    <a:pt x="122" y="48"/>
                  </a:moveTo>
                  <a:lnTo>
                    <a:pt x="120" y="44"/>
                  </a:lnTo>
                  <a:lnTo>
                    <a:pt x="114" y="42"/>
                  </a:lnTo>
                  <a:lnTo>
                    <a:pt x="108" y="42"/>
                  </a:lnTo>
                  <a:lnTo>
                    <a:pt x="104" y="38"/>
                  </a:lnTo>
                  <a:lnTo>
                    <a:pt x="104" y="34"/>
                  </a:lnTo>
                  <a:lnTo>
                    <a:pt x="104" y="30"/>
                  </a:lnTo>
                  <a:lnTo>
                    <a:pt x="104" y="26"/>
                  </a:lnTo>
                  <a:lnTo>
                    <a:pt x="102" y="22"/>
                  </a:lnTo>
                  <a:lnTo>
                    <a:pt x="98" y="18"/>
                  </a:lnTo>
                  <a:lnTo>
                    <a:pt x="94" y="16"/>
                  </a:lnTo>
                  <a:lnTo>
                    <a:pt x="90" y="10"/>
                  </a:lnTo>
                  <a:lnTo>
                    <a:pt x="90" y="0"/>
                  </a:lnTo>
                  <a:lnTo>
                    <a:pt x="68" y="6"/>
                  </a:lnTo>
                  <a:lnTo>
                    <a:pt x="46" y="14"/>
                  </a:lnTo>
                  <a:lnTo>
                    <a:pt x="42" y="16"/>
                  </a:lnTo>
                  <a:lnTo>
                    <a:pt x="40" y="18"/>
                  </a:lnTo>
                  <a:lnTo>
                    <a:pt x="38" y="24"/>
                  </a:lnTo>
                  <a:lnTo>
                    <a:pt x="34" y="30"/>
                  </a:lnTo>
                  <a:lnTo>
                    <a:pt x="32" y="30"/>
                  </a:lnTo>
                  <a:lnTo>
                    <a:pt x="28" y="30"/>
                  </a:lnTo>
                  <a:lnTo>
                    <a:pt x="20" y="30"/>
                  </a:lnTo>
                  <a:lnTo>
                    <a:pt x="20" y="40"/>
                  </a:lnTo>
                  <a:lnTo>
                    <a:pt x="20" y="46"/>
                  </a:lnTo>
                  <a:lnTo>
                    <a:pt x="18" y="50"/>
                  </a:lnTo>
                  <a:lnTo>
                    <a:pt x="12" y="54"/>
                  </a:lnTo>
                  <a:lnTo>
                    <a:pt x="6" y="58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2" y="74"/>
                  </a:lnTo>
                  <a:lnTo>
                    <a:pt x="0" y="80"/>
                  </a:lnTo>
                  <a:lnTo>
                    <a:pt x="4" y="84"/>
                  </a:lnTo>
                  <a:lnTo>
                    <a:pt x="8" y="90"/>
                  </a:lnTo>
                  <a:lnTo>
                    <a:pt x="12" y="94"/>
                  </a:lnTo>
                  <a:lnTo>
                    <a:pt x="18" y="96"/>
                  </a:lnTo>
                  <a:lnTo>
                    <a:pt x="22" y="96"/>
                  </a:lnTo>
                  <a:lnTo>
                    <a:pt x="24" y="94"/>
                  </a:lnTo>
                  <a:lnTo>
                    <a:pt x="28" y="92"/>
                  </a:lnTo>
                  <a:lnTo>
                    <a:pt x="32" y="92"/>
                  </a:lnTo>
                  <a:lnTo>
                    <a:pt x="36" y="92"/>
                  </a:lnTo>
                  <a:lnTo>
                    <a:pt x="38" y="94"/>
                  </a:lnTo>
                  <a:lnTo>
                    <a:pt x="40" y="98"/>
                  </a:lnTo>
                  <a:lnTo>
                    <a:pt x="42" y="98"/>
                  </a:lnTo>
                  <a:lnTo>
                    <a:pt x="42" y="86"/>
                  </a:lnTo>
                  <a:lnTo>
                    <a:pt x="42" y="72"/>
                  </a:lnTo>
                  <a:lnTo>
                    <a:pt x="50" y="72"/>
                  </a:lnTo>
                  <a:lnTo>
                    <a:pt x="58" y="72"/>
                  </a:lnTo>
                  <a:lnTo>
                    <a:pt x="76" y="72"/>
                  </a:lnTo>
                  <a:lnTo>
                    <a:pt x="106" y="72"/>
                  </a:lnTo>
                  <a:lnTo>
                    <a:pt x="106" y="68"/>
                  </a:lnTo>
                  <a:lnTo>
                    <a:pt x="108" y="66"/>
                  </a:lnTo>
                  <a:lnTo>
                    <a:pt x="114" y="64"/>
                  </a:lnTo>
                  <a:lnTo>
                    <a:pt x="122" y="60"/>
                  </a:lnTo>
                  <a:lnTo>
                    <a:pt x="122" y="58"/>
                  </a:lnTo>
                  <a:lnTo>
                    <a:pt x="122" y="56"/>
                  </a:lnTo>
                  <a:lnTo>
                    <a:pt x="122" y="50"/>
                  </a:lnTo>
                  <a:lnTo>
                    <a:pt x="122" y="4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1" name=""/>
            <p:cNvSpPr/>
            <p:nvPr/>
          </p:nvSpPr>
          <p:spPr>
            <a:xfrm>
              <a:off x="4407480" y="3817440"/>
              <a:ext cx="176040" cy="196560"/>
            </a:xfrm>
            <a:custGeom>
              <a:avLst/>
              <a:gdLst/>
              <a:ahLst/>
              <a:rect l="l" t="t" r="r" b="b"/>
              <a:pathLst>
                <a:path w="90" h="110">
                  <a:moveTo>
                    <a:pt x="2" y="56"/>
                  </a:moveTo>
                  <a:lnTo>
                    <a:pt x="4" y="48"/>
                  </a:lnTo>
                  <a:lnTo>
                    <a:pt x="4" y="46"/>
                  </a:lnTo>
                  <a:lnTo>
                    <a:pt x="2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4" y="38"/>
                  </a:lnTo>
                  <a:lnTo>
                    <a:pt x="8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8" y="8"/>
                  </a:lnTo>
                  <a:lnTo>
                    <a:pt x="14" y="6"/>
                  </a:lnTo>
                  <a:lnTo>
                    <a:pt x="20" y="4"/>
                  </a:lnTo>
                  <a:lnTo>
                    <a:pt x="28" y="2"/>
                  </a:lnTo>
                  <a:lnTo>
                    <a:pt x="32" y="8"/>
                  </a:lnTo>
                  <a:lnTo>
                    <a:pt x="38" y="4"/>
                  </a:lnTo>
                  <a:lnTo>
                    <a:pt x="42" y="0"/>
                  </a:lnTo>
                  <a:lnTo>
                    <a:pt x="46" y="4"/>
                  </a:lnTo>
                  <a:lnTo>
                    <a:pt x="50" y="10"/>
                  </a:lnTo>
                  <a:lnTo>
                    <a:pt x="54" y="14"/>
                  </a:lnTo>
                  <a:lnTo>
                    <a:pt x="60" y="16"/>
                  </a:lnTo>
                  <a:lnTo>
                    <a:pt x="64" y="16"/>
                  </a:lnTo>
                  <a:lnTo>
                    <a:pt x="66" y="14"/>
                  </a:lnTo>
                  <a:lnTo>
                    <a:pt x="70" y="12"/>
                  </a:lnTo>
                  <a:lnTo>
                    <a:pt x="74" y="12"/>
                  </a:lnTo>
                  <a:lnTo>
                    <a:pt x="78" y="12"/>
                  </a:lnTo>
                  <a:lnTo>
                    <a:pt x="80" y="14"/>
                  </a:lnTo>
                  <a:lnTo>
                    <a:pt x="82" y="18"/>
                  </a:lnTo>
                  <a:lnTo>
                    <a:pt x="84" y="18"/>
                  </a:lnTo>
                  <a:lnTo>
                    <a:pt x="88" y="28"/>
                  </a:lnTo>
                  <a:lnTo>
                    <a:pt x="90" y="32"/>
                  </a:lnTo>
                  <a:lnTo>
                    <a:pt x="90" y="36"/>
                  </a:lnTo>
                  <a:lnTo>
                    <a:pt x="88" y="46"/>
                  </a:lnTo>
                  <a:lnTo>
                    <a:pt x="84" y="54"/>
                  </a:lnTo>
                  <a:lnTo>
                    <a:pt x="82" y="60"/>
                  </a:lnTo>
                  <a:lnTo>
                    <a:pt x="80" y="70"/>
                  </a:lnTo>
                  <a:lnTo>
                    <a:pt x="82" y="86"/>
                  </a:lnTo>
                  <a:lnTo>
                    <a:pt x="84" y="92"/>
                  </a:lnTo>
                  <a:lnTo>
                    <a:pt x="88" y="98"/>
                  </a:lnTo>
                  <a:lnTo>
                    <a:pt x="88" y="104"/>
                  </a:lnTo>
                  <a:lnTo>
                    <a:pt x="78" y="98"/>
                  </a:lnTo>
                  <a:lnTo>
                    <a:pt x="70" y="96"/>
                  </a:lnTo>
                  <a:lnTo>
                    <a:pt x="62" y="96"/>
                  </a:lnTo>
                  <a:lnTo>
                    <a:pt x="54" y="96"/>
                  </a:lnTo>
                  <a:lnTo>
                    <a:pt x="48" y="98"/>
                  </a:lnTo>
                  <a:lnTo>
                    <a:pt x="36" y="102"/>
                  </a:lnTo>
                  <a:lnTo>
                    <a:pt x="26" y="108"/>
                  </a:lnTo>
                  <a:lnTo>
                    <a:pt x="20" y="110"/>
                  </a:lnTo>
                  <a:lnTo>
                    <a:pt x="12" y="110"/>
                  </a:lnTo>
                  <a:lnTo>
                    <a:pt x="14" y="92"/>
                  </a:lnTo>
                  <a:lnTo>
                    <a:pt x="14" y="90"/>
                  </a:lnTo>
                  <a:lnTo>
                    <a:pt x="12" y="86"/>
                  </a:lnTo>
                  <a:lnTo>
                    <a:pt x="6" y="84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2"/>
                  </a:lnTo>
                  <a:lnTo>
                    <a:pt x="0" y="66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2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2" name=""/>
            <p:cNvSpPr/>
            <p:nvPr/>
          </p:nvSpPr>
          <p:spPr>
            <a:xfrm>
              <a:off x="4564800" y="3804840"/>
              <a:ext cx="138240" cy="199440"/>
            </a:xfrm>
            <a:custGeom>
              <a:avLst/>
              <a:gdLst/>
              <a:ahLst/>
              <a:rect l="l" t="t" r="r" b="b"/>
              <a:pathLst>
                <a:path w="70" h="112">
                  <a:moveTo>
                    <a:pt x="68" y="92"/>
                  </a:moveTo>
                  <a:lnTo>
                    <a:pt x="60" y="94"/>
                  </a:lnTo>
                  <a:lnTo>
                    <a:pt x="50" y="98"/>
                  </a:lnTo>
                  <a:lnTo>
                    <a:pt x="34" y="108"/>
                  </a:lnTo>
                  <a:lnTo>
                    <a:pt x="28" y="110"/>
                  </a:lnTo>
                  <a:lnTo>
                    <a:pt x="16" y="112"/>
                  </a:lnTo>
                  <a:lnTo>
                    <a:pt x="8" y="112"/>
                  </a:lnTo>
                  <a:lnTo>
                    <a:pt x="2" y="94"/>
                  </a:lnTo>
                  <a:lnTo>
                    <a:pt x="0" y="78"/>
                  </a:lnTo>
                  <a:lnTo>
                    <a:pt x="2" y="68"/>
                  </a:lnTo>
                  <a:lnTo>
                    <a:pt x="4" y="62"/>
                  </a:lnTo>
                  <a:lnTo>
                    <a:pt x="8" y="54"/>
                  </a:lnTo>
                  <a:lnTo>
                    <a:pt x="10" y="44"/>
                  </a:lnTo>
                  <a:lnTo>
                    <a:pt x="10" y="40"/>
                  </a:lnTo>
                  <a:lnTo>
                    <a:pt x="8" y="36"/>
                  </a:lnTo>
                  <a:lnTo>
                    <a:pt x="4" y="26"/>
                  </a:lnTo>
                  <a:lnTo>
                    <a:pt x="4" y="1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20" y="0"/>
                  </a:lnTo>
                  <a:lnTo>
                    <a:pt x="38" y="0"/>
                  </a:lnTo>
                  <a:lnTo>
                    <a:pt x="50" y="0"/>
                  </a:lnTo>
                  <a:lnTo>
                    <a:pt x="52" y="6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6" y="20"/>
                  </a:lnTo>
                  <a:lnTo>
                    <a:pt x="56" y="26"/>
                  </a:lnTo>
                  <a:lnTo>
                    <a:pt x="56" y="28"/>
                  </a:lnTo>
                  <a:lnTo>
                    <a:pt x="56" y="30"/>
                  </a:lnTo>
                  <a:lnTo>
                    <a:pt x="58" y="36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60" y="50"/>
                  </a:lnTo>
                  <a:lnTo>
                    <a:pt x="60" y="74"/>
                  </a:lnTo>
                  <a:lnTo>
                    <a:pt x="56" y="76"/>
                  </a:lnTo>
                  <a:lnTo>
                    <a:pt x="62" y="84"/>
                  </a:lnTo>
                  <a:lnTo>
                    <a:pt x="70" y="92"/>
                  </a:lnTo>
                  <a:lnTo>
                    <a:pt x="68" y="9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3" name=""/>
            <p:cNvSpPr/>
            <p:nvPr/>
          </p:nvSpPr>
          <p:spPr>
            <a:xfrm>
              <a:off x="4662360" y="3804840"/>
              <a:ext cx="61560" cy="163800"/>
            </a:xfrm>
            <a:custGeom>
              <a:avLst/>
              <a:gdLst/>
              <a:ahLst/>
              <a:rect l="l" t="t" r="r" b="b"/>
              <a:pathLst>
                <a:path w="30" h="92">
                  <a:moveTo>
                    <a:pt x="20" y="92"/>
                  </a:moveTo>
                  <a:lnTo>
                    <a:pt x="12" y="84"/>
                  </a:lnTo>
                  <a:lnTo>
                    <a:pt x="6" y="76"/>
                  </a:lnTo>
                  <a:lnTo>
                    <a:pt x="10" y="74"/>
                  </a:lnTo>
                  <a:lnTo>
                    <a:pt x="10" y="50"/>
                  </a:lnTo>
                  <a:lnTo>
                    <a:pt x="8" y="44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6" y="26"/>
                  </a:lnTo>
                  <a:lnTo>
                    <a:pt x="6" y="20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2" y="6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6"/>
                  </a:lnTo>
                  <a:lnTo>
                    <a:pt x="24" y="22"/>
                  </a:lnTo>
                  <a:lnTo>
                    <a:pt x="24" y="26"/>
                  </a:lnTo>
                  <a:lnTo>
                    <a:pt x="24" y="40"/>
                  </a:lnTo>
                  <a:lnTo>
                    <a:pt x="26" y="52"/>
                  </a:lnTo>
                  <a:lnTo>
                    <a:pt x="26" y="64"/>
                  </a:lnTo>
                  <a:lnTo>
                    <a:pt x="28" y="84"/>
                  </a:lnTo>
                  <a:lnTo>
                    <a:pt x="28" y="86"/>
                  </a:lnTo>
                  <a:lnTo>
                    <a:pt x="30" y="88"/>
                  </a:lnTo>
                  <a:lnTo>
                    <a:pt x="20" y="9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4" name=""/>
            <p:cNvSpPr/>
            <p:nvPr/>
          </p:nvSpPr>
          <p:spPr>
            <a:xfrm>
              <a:off x="4691520" y="3763800"/>
              <a:ext cx="90720" cy="196560"/>
            </a:xfrm>
            <a:custGeom>
              <a:avLst/>
              <a:gdLst/>
              <a:ahLst/>
              <a:rect l="l" t="t" r="r" b="b"/>
              <a:pathLst>
                <a:path w="46" h="110">
                  <a:moveTo>
                    <a:pt x="16" y="110"/>
                  </a:moveTo>
                  <a:lnTo>
                    <a:pt x="30" y="104"/>
                  </a:lnTo>
                  <a:lnTo>
                    <a:pt x="30" y="60"/>
                  </a:lnTo>
                  <a:lnTo>
                    <a:pt x="40" y="46"/>
                  </a:lnTo>
                  <a:lnTo>
                    <a:pt x="44" y="36"/>
                  </a:lnTo>
                  <a:lnTo>
                    <a:pt x="46" y="30"/>
                  </a:lnTo>
                  <a:lnTo>
                    <a:pt x="44" y="18"/>
                  </a:lnTo>
                  <a:lnTo>
                    <a:pt x="40" y="10"/>
                  </a:lnTo>
                  <a:lnTo>
                    <a:pt x="34" y="6"/>
                  </a:lnTo>
                  <a:lnTo>
                    <a:pt x="30" y="0"/>
                  </a:lnTo>
                  <a:lnTo>
                    <a:pt x="20" y="2"/>
                  </a:lnTo>
                  <a:lnTo>
                    <a:pt x="20" y="0"/>
                  </a:lnTo>
                  <a:lnTo>
                    <a:pt x="20" y="6"/>
                  </a:lnTo>
                  <a:lnTo>
                    <a:pt x="20" y="8"/>
                  </a:lnTo>
                  <a:lnTo>
                    <a:pt x="20" y="10"/>
                  </a:lnTo>
                  <a:lnTo>
                    <a:pt x="12" y="14"/>
                  </a:lnTo>
                  <a:lnTo>
                    <a:pt x="6" y="16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10" y="44"/>
                  </a:lnTo>
                  <a:lnTo>
                    <a:pt x="10" y="48"/>
                  </a:lnTo>
                  <a:lnTo>
                    <a:pt x="10" y="62"/>
                  </a:lnTo>
                  <a:lnTo>
                    <a:pt x="12" y="74"/>
                  </a:lnTo>
                  <a:lnTo>
                    <a:pt x="12" y="86"/>
                  </a:lnTo>
                  <a:lnTo>
                    <a:pt x="14" y="106"/>
                  </a:lnTo>
                  <a:lnTo>
                    <a:pt x="16" y="1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5" name=""/>
            <p:cNvSpPr/>
            <p:nvPr/>
          </p:nvSpPr>
          <p:spPr>
            <a:xfrm>
              <a:off x="4749480" y="3710520"/>
              <a:ext cx="374400" cy="311760"/>
            </a:xfrm>
            <a:custGeom>
              <a:avLst/>
              <a:gdLst/>
              <a:ahLst/>
              <a:rect l="l" t="t" r="r" b="b"/>
              <a:pathLst>
                <a:path w="189" h="174">
                  <a:moveTo>
                    <a:pt x="90" y="168"/>
                  </a:moveTo>
                  <a:lnTo>
                    <a:pt x="74" y="170"/>
                  </a:lnTo>
                  <a:lnTo>
                    <a:pt x="58" y="174"/>
                  </a:lnTo>
                  <a:lnTo>
                    <a:pt x="52" y="172"/>
                  </a:lnTo>
                  <a:lnTo>
                    <a:pt x="46" y="166"/>
                  </a:lnTo>
                  <a:lnTo>
                    <a:pt x="40" y="152"/>
                  </a:lnTo>
                  <a:lnTo>
                    <a:pt x="36" y="146"/>
                  </a:lnTo>
                  <a:lnTo>
                    <a:pt x="32" y="138"/>
                  </a:lnTo>
                  <a:lnTo>
                    <a:pt x="24" y="134"/>
                  </a:lnTo>
                  <a:lnTo>
                    <a:pt x="18" y="132"/>
                  </a:lnTo>
                  <a:lnTo>
                    <a:pt x="0" y="134"/>
                  </a:lnTo>
                  <a:lnTo>
                    <a:pt x="0" y="90"/>
                  </a:lnTo>
                  <a:lnTo>
                    <a:pt x="10" y="76"/>
                  </a:lnTo>
                  <a:lnTo>
                    <a:pt x="14" y="66"/>
                  </a:lnTo>
                  <a:lnTo>
                    <a:pt x="16" y="60"/>
                  </a:lnTo>
                  <a:lnTo>
                    <a:pt x="14" y="48"/>
                  </a:lnTo>
                  <a:lnTo>
                    <a:pt x="10" y="40"/>
                  </a:lnTo>
                  <a:lnTo>
                    <a:pt x="14" y="26"/>
                  </a:lnTo>
                  <a:lnTo>
                    <a:pt x="18" y="12"/>
                  </a:lnTo>
                  <a:lnTo>
                    <a:pt x="22" y="8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50" y="2"/>
                  </a:lnTo>
                  <a:lnTo>
                    <a:pt x="56" y="8"/>
                  </a:lnTo>
                  <a:lnTo>
                    <a:pt x="62" y="12"/>
                  </a:lnTo>
                  <a:lnTo>
                    <a:pt x="64" y="14"/>
                  </a:lnTo>
                  <a:lnTo>
                    <a:pt x="68" y="16"/>
                  </a:lnTo>
                  <a:lnTo>
                    <a:pt x="72" y="14"/>
                  </a:lnTo>
                  <a:lnTo>
                    <a:pt x="72" y="12"/>
                  </a:lnTo>
                  <a:lnTo>
                    <a:pt x="74" y="10"/>
                  </a:lnTo>
                  <a:lnTo>
                    <a:pt x="78" y="10"/>
                  </a:lnTo>
                  <a:lnTo>
                    <a:pt x="86" y="10"/>
                  </a:lnTo>
                  <a:lnTo>
                    <a:pt x="90" y="14"/>
                  </a:lnTo>
                  <a:lnTo>
                    <a:pt x="94" y="16"/>
                  </a:lnTo>
                  <a:lnTo>
                    <a:pt x="100" y="18"/>
                  </a:lnTo>
                  <a:lnTo>
                    <a:pt x="108" y="16"/>
                  </a:lnTo>
                  <a:lnTo>
                    <a:pt x="114" y="12"/>
                  </a:lnTo>
                  <a:lnTo>
                    <a:pt x="120" y="10"/>
                  </a:lnTo>
                  <a:lnTo>
                    <a:pt x="128" y="8"/>
                  </a:lnTo>
                  <a:lnTo>
                    <a:pt x="134" y="8"/>
                  </a:lnTo>
                  <a:lnTo>
                    <a:pt x="138" y="10"/>
                  </a:lnTo>
                  <a:lnTo>
                    <a:pt x="142" y="10"/>
                  </a:lnTo>
                  <a:lnTo>
                    <a:pt x="151" y="12"/>
                  </a:lnTo>
                  <a:lnTo>
                    <a:pt x="155" y="10"/>
                  </a:lnTo>
                  <a:lnTo>
                    <a:pt x="161" y="8"/>
                  </a:lnTo>
                  <a:lnTo>
                    <a:pt x="171" y="0"/>
                  </a:lnTo>
                  <a:lnTo>
                    <a:pt x="175" y="6"/>
                  </a:lnTo>
                  <a:lnTo>
                    <a:pt x="179" y="10"/>
                  </a:lnTo>
                  <a:lnTo>
                    <a:pt x="183" y="22"/>
                  </a:lnTo>
                  <a:lnTo>
                    <a:pt x="185" y="26"/>
                  </a:lnTo>
                  <a:lnTo>
                    <a:pt x="189" y="30"/>
                  </a:lnTo>
                  <a:lnTo>
                    <a:pt x="187" y="46"/>
                  </a:lnTo>
                  <a:lnTo>
                    <a:pt x="183" y="46"/>
                  </a:lnTo>
                  <a:lnTo>
                    <a:pt x="179" y="46"/>
                  </a:lnTo>
                  <a:lnTo>
                    <a:pt x="175" y="60"/>
                  </a:lnTo>
                  <a:lnTo>
                    <a:pt x="171" y="70"/>
                  </a:lnTo>
                  <a:lnTo>
                    <a:pt x="165" y="82"/>
                  </a:lnTo>
                  <a:lnTo>
                    <a:pt x="161" y="92"/>
                  </a:lnTo>
                  <a:lnTo>
                    <a:pt x="159" y="94"/>
                  </a:lnTo>
                  <a:lnTo>
                    <a:pt x="157" y="96"/>
                  </a:lnTo>
                  <a:lnTo>
                    <a:pt x="155" y="98"/>
                  </a:lnTo>
                  <a:lnTo>
                    <a:pt x="153" y="98"/>
                  </a:lnTo>
                  <a:lnTo>
                    <a:pt x="151" y="108"/>
                  </a:lnTo>
                  <a:lnTo>
                    <a:pt x="146" y="120"/>
                  </a:lnTo>
                  <a:lnTo>
                    <a:pt x="142" y="130"/>
                  </a:lnTo>
                  <a:lnTo>
                    <a:pt x="138" y="134"/>
                  </a:lnTo>
                  <a:lnTo>
                    <a:pt x="134" y="136"/>
                  </a:lnTo>
                  <a:lnTo>
                    <a:pt x="132" y="134"/>
                  </a:lnTo>
                  <a:lnTo>
                    <a:pt x="130" y="132"/>
                  </a:lnTo>
                  <a:lnTo>
                    <a:pt x="128" y="124"/>
                  </a:lnTo>
                  <a:lnTo>
                    <a:pt x="122" y="126"/>
                  </a:lnTo>
                  <a:lnTo>
                    <a:pt x="116" y="130"/>
                  </a:lnTo>
                  <a:lnTo>
                    <a:pt x="110" y="134"/>
                  </a:lnTo>
                  <a:lnTo>
                    <a:pt x="104" y="138"/>
                  </a:lnTo>
                  <a:lnTo>
                    <a:pt x="100" y="146"/>
                  </a:lnTo>
                  <a:lnTo>
                    <a:pt x="98" y="150"/>
                  </a:lnTo>
                  <a:lnTo>
                    <a:pt x="96" y="158"/>
                  </a:lnTo>
                  <a:lnTo>
                    <a:pt x="96" y="168"/>
                  </a:lnTo>
                  <a:lnTo>
                    <a:pt x="94" y="168"/>
                  </a:lnTo>
                  <a:lnTo>
                    <a:pt x="90" y="16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6" name=""/>
            <p:cNvSpPr/>
            <p:nvPr/>
          </p:nvSpPr>
          <p:spPr>
            <a:xfrm>
              <a:off x="4929120" y="3728160"/>
              <a:ext cx="249480" cy="371520"/>
            </a:xfrm>
            <a:custGeom>
              <a:avLst/>
              <a:gdLst/>
              <a:ahLst/>
              <a:rect l="l" t="t" r="r" b="b"/>
              <a:pathLst>
                <a:path w="127" h="208">
                  <a:moveTo>
                    <a:pt x="6" y="158"/>
                  </a:moveTo>
                  <a:lnTo>
                    <a:pt x="6" y="148"/>
                  </a:lnTo>
                  <a:lnTo>
                    <a:pt x="8" y="140"/>
                  </a:lnTo>
                  <a:lnTo>
                    <a:pt x="10" y="136"/>
                  </a:lnTo>
                  <a:lnTo>
                    <a:pt x="14" y="128"/>
                  </a:lnTo>
                  <a:lnTo>
                    <a:pt x="20" y="124"/>
                  </a:lnTo>
                  <a:lnTo>
                    <a:pt x="26" y="120"/>
                  </a:lnTo>
                  <a:lnTo>
                    <a:pt x="32" y="116"/>
                  </a:lnTo>
                  <a:lnTo>
                    <a:pt x="38" y="114"/>
                  </a:lnTo>
                  <a:lnTo>
                    <a:pt x="40" y="122"/>
                  </a:lnTo>
                  <a:lnTo>
                    <a:pt x="42" y="124"/>
                  </a:lnTo>
                  <a:lnTo>
                    <a:pt x="44" y="126"/>
                  </a:lnTo>
                  <a:lnTo>
                    <a:pt x="48" y="124"/>
                  </a:lnTo>
                  <a:lnTo>
                    <a:pt x="52" y="120"/>
                  </a:lnTo>
                  <a:lnTo>
                    <a:pt x="56" y="110"/>
                  </a:lnTo>
                  <a:lnTo>
                    <a:pt x="61" y="98"/>
                  </a:lnTo>
                  <a:lnTo>
                    <a:pt x="63" y="88"/>
                  </a:lnTo>
                  <a:lnTo>
                    <a:pt x="65" y="88"/>
                  </a:lnTo>
                  <a:lnTo>
                    <a:pt x="67" y="86"/>
                  </a:lnTo>
                  <a:lnTo>
                    <a:pt x="69" y="84"/>
                  </a:lnTo>
                  <a:lnTo>
                    <a:pt x="71" y="82"/>
                  </a:lnTo>
                  <a:lnTo>
                    <a:pt x="75" y="72"/>
                  </a:lnTo>
                  <a:lnTo>
                    <a:pt x="81" y="60"/>
                  </a:lnTo>
                  <a:lnTo>
                    <a:pt x="85" y="50"/>
                  </a:lnTo>
                  <a:lnTo>
                    <a:pt x="89" y="36"/>
                  </a:lnTo>
                  <a:lnTo>
                    <a:pt x="93" y="36"/>
                  </a:lnTo>
                  <a:lnTo>
                    <a:pt x="97" y="36"/>
                  </a:lnTo>
                  <a:lnTo>
                    <a:pt x="99" y="20"/>
                  </a:lnTo>
                  <a:lnTo>
                    <a:pt x="95" y="16"/>
                  </a:lnTo>
                  <a:lnTo>
                    <a:pt x="93" y="12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0"/>
                  </a:lnTo>
                  <a:lnTo>
                    <a:pt x="97" y="6"/>
                  </a:lnTo>
                  <a:lnTo>
                    <a:pt x="103" y="14"/>
                  </a:lnTo>
                  <a:lnTo>
                    <a:pt x="107" y="20"/>
                  </a:lnTo>
                  <a:lnTo>
                    <a:pt x="109" y="26"/>
                  </a:lnTo>
                  <a:lnTo>
                    <a:pt x="107" y="44"/>
                  </a:lnTo>
                  <a:lnTo>
                    <a:pt x="109" y="50"/>
                  </a:lnTo>
                  <a:lnTo>
                    <a:pt x="109" y="54"/>
                  </a:lnTo>
                  <a:lnTo>
                    <a:pt x="117" y="60"/>
                  </a:lnTo>
                  <a:lnTo>
                    <a:pt x="99" y="60"/>
                  </a:lnTo>
                  <a:lnTo>
                    <a:pt x="93" y="62"/>
                  </a:lnTo>
                  <a:lnTo>
                    <a:pt x="91" y="64"/>
                  </a:lnTo>
                  <a:lnTo>
                    <a:pt x="89" y="66"/>
                  </a:lnTo>
                  <a:lnTo>
                    <a:pt x="93" y="70"/>
                  </a:lnTo>
                  <a:lnTo>
                    <a:pt x="101" y="78"/>
                  </a:lnTo>
                  <a:lnTo>
                    <a:pt x="111" y="88"/>
                  </a:lnTo>
                  <a:lnTo>
                    <a:pt x="115" y="96"/>
                  </a:lnTo>
                  <a:lnTo>
                    <a:pt x="117" y="106"/>
                  </a:lnTo>
                  <a:lnTo>
                    <a:pt x="113" y="110"/>
                  </a:lnTo>
                  <a:lnTo>
                    <a:pt x="107" y="116"/>
                  </a:lnTo>
                  <a:lnTo>
                    <a:pt x="101" y="126"/>
                  </a:lnTo>
                  <a:lnTo>
                    <a:pt x="99" y="136"/>
                  </a:lnTo>
                  <a:lnTo>
                    <a:pt x="99" y="144"/>
                  </a:lnTo>
                  <a:lnTo>
                    <a:pt x="101" y="154"/>
                  </a:lnTo>
                  <a:lnTo>
                    <a:pt x="109" y="168"/>
                  </a:lnTo>
                  <a:lnTo>
                    <a:pt x="119" y="182"/>
                  </a:lnTo>
                  <a:lnTo>
                    <a:pt x="127" y="194"/>
                  </a:lnTo>
                  <a:lnTo>
                    <a:pt x="127" y="208"/>
                  </a:lnTo>
                  <a:lnTo>
                    <a:pt x="121" y="208"/>
                  </a:lnTo>
                  <a:lnTo>
                    <a:pt x="111" y="208"/>
                  </a:lnTo>
                  <a:lnTo>
                    <a:pt x="107" y="206"/>
                  </a:lnTo>
                  <a:lnTo>
                    <a:pt x="103" y="204"/>
                  </a:lnTo>
                  <a:lnTo>
                    <a:pt x="81" y="204"/>
                  </a:lnTo>
                  <a:lnTo>
                    <a:pt x="81" y="202"/>
                  </a:lnTo>
                  <a:lnTo>
                    <a:pt x="46" y="200"/>
                  </a:lnTo>
                  <a:lnTo>
                    <a:pt x="46" y="204"/>
                  </a:lnTo>
                  <a:lnTo>
                    <a:pt x="22" y="202"/>
                  </a:lnTo>
                  <a:lnTo>
                    <a:pt x="24" y="198"/>
                  </a:lnTo>
                  <a:lnTo>
                    <a:pt x="24" y="188"/>
                  </a:lnTo>
                  <a:lnTo>
                    <a:pt x="22" y="182"/>
                  </a:lnTo>
                  <a:lnTo>
                    <a:pt x="22" y="174"/>
                  </a:lnTo>
                  <a:lnTo>
                    <a:pt x="24" y="168"/>
                  </a:lnTo>
                  <a:lnTo>
                    <a:pt x="14" y="166"/>
                  </a:lnTo>
                  <a:lnTo>
                    <a:pt x="10" y="164"/>
                  </a:lnTo>
                  <a:lnTo>
                    <a:pt x="6" y="160"/>
                  </a:lnTo>
                  <a:lnTo>
                    <a:pt x="0" y="158"/>
                  </a:lnTo>
                  <a:lnTo>
                    <a:pt x="6" y="15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7" name=""/>
            <p:cNvSpPr/>
            <p:nvPr/>
          </p:nvSpPr>
          <p:spPr>
            <a:xfrm>
              <a:off x="4947840" y="4085640"/>
              <a:ext cx="176400" cy="196200"/>
            </a:xfrm>
            <a:custGeom>
              <a:avLst/>
              <a:gdLst/>
              <a:ahLst/>
              <a:rect l="l" t="t" r="r" b="b"/>
              <a:pathLst>
                <a:path w="89" h="110">
                  <a:moveTo>
                    <a:pt x="36" y="24"/>
                  </a:moveTo>
                  <a:lnTo>
                    <a:pt x="26" y="24"/>
                  </a:lnTo>
                  <a:lnTo>
                    <a:pt x="20" y="24"/>
                  </a:lnTo>
                  <a:lnTo>
                    <a:pt x="8" y="22"/>
                  </a:lnTo>
                  <a:lnTo>
                    <a:pt x="2" y="44"/>
                  </a:lnTo>
                  <a:lnTo>
                    <a:pt x="2" y="50"/>
                  </a:lnTo>
                  <a:lnTo>
                    <a:pt x="0" y="58"/>
                  </a:lnTo>
                  <a:lnTo>
                    <a:pt x="0" y="70"/>
                  </a:lnTo>
                  <a:lnTo>
                    <a:pt x="4" y="76"/>
                  </a:lnTo>
                  <a:lnTo>
                    <a:pt x="8" y="82"/>
                  </a:lnTo>
                  <a:lnTo>
                    <a:pt x="14" y="88"/>
                  </a:lnTo>
                  <a:lnTo>
                    <a:pt x="30" y="100"/>
                  </a:lnTo>
                  <a:lnTo>
                    <a:pt x="34" y="104"/>
                  </a:lnTo>
                  <a:lnTo>
                    <a:pt x="38" y="110"/>
                  </a:lnTo>
                  <a:lnTo>
                    <a:pt x="42" y="108"/>
                  </a:lnTo>
                  <a:lnTo>
                    <a:pt x="44" y="106"/>
                  </a:lnTo>
                  <a:lnTo>
                    <a:pt x="46" y="104"/>
                  </a:lnTo>
                  <a:lnTo>
                    <a:pt x="44" y="100"/>
                  </a:lnTo>
                  <a:lnTo>
                    <a:pt x="42" y="98"/>
                  </a:lnTo>
                  <a:lnTo>
                    <a:pt x="42" y="96"/>
                  </a:lnTo>
                  <a:lnTo>
                    <a:pt x="44" y="90"/>
                  </a:lnTo>
                  <a:lnTo>
                    <a:pt x="46" y="88"/>
                  </a:lnTo>
                  <a:lnTo>
                    <a:pt x="55" y="84"/>
                  </a:lnTo>
                  <a:lnTo>
                    <a:pt x="55" y="80"/>
                  </a:lnTo>
                  <a:lnTo>
                    <a:pt x="59" y="76"/>
                  </a:lnTo>
                  <a:lnTo>
                    <a:pt x="63" y="78"/>
                  </a:lnTo>
                  <a:lnTo>
                    <a:pt x="65" y="82"/>
                  </a:lnTo>
                  <a:lnTo>
                    <a:pt x="67" y="86"/>
                  </a:lnTo>
                  <a:lnTo>
                    <a:pt x="71" y="88"/>
                  </a:lnTo>
                  <a:lnTo>
                    <a:pt x="75" y="86"/>
                  </a:lnTo>
                  <a:lnTo>
                    <a:pt x="79" y="84"/>
                  </a:lnTo>
                  <a:lnTo>
                    <a:pt x="81" y="86"/>
                  </a:lnTo>
                  <a:lnTo>
                    <a:pt x="83" y="86"/>
                  </a:lnTo>
                  <a:lnTo>
                    <a:pt x="85" y="84"/>
                  </a:lnTo>
                  <a:lnTo>
                    <a:pt x="85" y="80"/>
                  </a:lnTo>
                  <a:lnTo>
                    <a:pt x="87" y="74"/>
                  </a:lnTo>
                  <a:lnTo>
                    <a:pt x="87" y="52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1" y="44"/>
                  </a:lnTo>
                  <a:lnTo>
                    <a:pt x="81" y="40"/>
                  </a:lnTo>
                  <a:lnTo>
                    <a:pt x="83" y="36"/>
                  </a:lnTo>
                  <a:lnTo>
                    <a:pt x="83" y="32"/>
                  </a:lnTo>
                  <a:lnTo>
                    <a:pt x="87" y="30"/>
                  </a:lnTo>
                  <a:lnTo>
                    <a:pt x="89" y="26"/>
                  </a:lnTo>
                  <a:lnTo>
                    <a:pt x="87" y="20"/>
                  </a:lnTo>
                  <a:lnTo>
                    <a:pt x="83" y="18"/>
                  </a:lnTo>
                  <a:lnTo>
                    <a:pt x="77" y="18"/>
                  </a:lnTo>
                  <a:lnTo>
                    <a:pt x="69" y="18"/>
                  </a:lnTo>
                  <a:lnTo>
                    <a:pt x="71" y="2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8" name=""/>
            <p:cNvSpPr/>
            <p:nvPr/>
          </p:nvSpPr>
          <p:spPr>
            <a:xfrm>
              <a:off x="5023080" y="4046400"/>
              <a:ext cx="231120" cy="275400"/>
            </a:xfrm>
            <a:custGeom>
              <a:avLst/>
              <a:gdLst/>
              <a:ahLst/>
              <a:rect l="l" t="t" r="r" b="b"/>
              <a:pathLst>
                <a:path w="117" h="154">
                  <a:moveTo>
                    <a:pt x="27" y="150"/>
                  </a:moveTo>
                  <a:lnTo>
                    <a:pt x="27" y="148"/>
                  </a:lnTo>
                  <a:lnTo>
                    <a:pt x="25" y="146"/>
                  </a:lnTo>
                  <a:lnTo>
                    <a:pt x="21" y="148"/>
                  </a:lnTo>
                  <a:lnTo>
                    <a:pt x="17" y="150"/>
                  </a:lnTo>
                  <a:lnTo>
                    <a:pt x="13" y="154"/>
                  </a:lnTo>
                  <a:lnTo>
                    <a:pt x="4" y="136"/>
                  </a:lnTo>
                  <a:lnTo>
                    <a:pt x="0" y="132"/>
                  </a:lnTo>
                  <a:lnTo>
                    <a:pt x="4" y="130"/>
                  </a:lnTo>
                  <a:lnTo>
                    <a:pt x="6" y="128"/>
                  </a:lnTo>
                  <a:lnTo>
                    <a:pt x="8" y="126"/>
                  </a:lnTo>
                  <a:lnTo>
                    <a:pt x="6" y="122"/>
                  </a:lnTo>
                  <a:lnTo>
                    <a:pt x="4" y="120"/>
                  </a:lnTo>
                  <a:lnTo>
                    <a:pt x="4" y="118"/>
                  </a:lnTo>
                  <a:lnTo>
                    <a:pt x="6" y="112"/>
                  </a:lnTo>
                  <a:lnTo>
                    <a:pt x="8" y="110"/>
                  </a:lnTo>
                  <a:lnTo>
                    <a:pt x="17" y="106"/>
                  </a:lnTo>
                  <a:lnTo>
                    <a:pt x="17" y="102"/>
                  </a:lnTo>
                  <a:lnTo>
                    <a:pt x="21" y="98"/>
                  </a:lnTo>
                  <a:lnTo>
                    <a:pt x="25" y="100"/>
                  </a:lnTo>
                  <a:lnTo>
                    <a:pt x="27" y="104"/>
                  </a:lnTo>
                  <a:lnTo>
                    <a:pt x="29" y="108"/>
                  </a:lnTo>
                  <a:lnTo>
                    <a:pt x="33" y="110"/>
                  </a:lnTo>
                  <a:lnTo>
                    <a:pt x="37" y="108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5" y="108"/>
                  </a:lnTo>
                  <a:lnTo>
                    <a:pt x="47" y="106"/>
                  </a:lnTo>
                  <a:lnTo>
                    <a:pt x="47" y="102"/>
                  </a:lnTo>
                  <a:lnTo>
                    <a:pt x="49" y="96"/>
                  </a:lnTo>
                  <a:lnTo>
                    <a:pt x="49" y="74"/>
                  </a:lnTo>
                  <a:lnTo>
                    <a:pt x="45" y="72"/>
                  </a:lnTo>
                  <a:lnTo>
                    <a:pt x="45" y="68"/>
                  </a:lnTo>
                  <a:lnTo>
                    <a:pt x="43" y="66"/>
                  </a:lnTo>
                  <a:lnTo>
                    <a:pt x="43" y="62"/>
                  </a:lnTo>
                  <a:lnTo>
                    <a:pt x="45" y="58"/>
                  </a:lnTo>
                  <a:lnTo>
                    <a:pt x="45" y="54"/>
                  </a:lnTo>
                  <a:lnTo>
                    <a:pt x="49" y="52"/>
                  </a:lnTo>
                  <a:lnTo>
                    <a:pt x="51" y="48"/>
                  </a:lnTo>
                  <a:lnTo>
                    <a:pt x="49" y="42"/>
                  </a:lnTo>
                  <a:lnTo>
                    <a:pt x="45" y="40"/>
                  </a:lnTo>
                  <a:lnTo>
                    <a:pt x="39" y="40"/>
                  </a:lnTo>
                  <a:lnTo>
                    <a:pt x="31" y="40"/>
                  </a:lnTo>
                  <a:lnTo>
                    <a:pt x="33" y="26"/>
                  </a:lnTo>
                  <a:lnTo>
                    <a:pt x="55" y="26"/>
                  </a:lnTo>
                  <a:lnTo>
                    <a:pt x="59" y="28"/>
                  </a:lnTo>
                  <a:lnTo>
                    <a:pt x="63" y="30"/>
                  </a:lnTo>
                  <a:lnTo>
                    <a:pt x="73" y="30"/>
                  </a:lnTo>
                  <a:lnTo>
                    <a:pt x="79" y="30"/>
                  </a:lnTo>
                  <a:lnTo>
                    <a:pt x="79" y="16"/>
                  </a:lnTo>
                  <a:lnTo>
                    <a:pt x="83" y="10"/>
                  </a:lnTo>
                  <a:lnTo>
                    <a:pt x="87" y="4"/>
                  </a:lnTo>
                  <a:lnTo>
                    <a:pt x="93" y="0"/>
                  </a:lnTo>
                  <a:lnTo>
                    <a:pt x="103" y="0"/>
                  </a:lnTo>
                  <a:lnTo>
                    <a:pt x="113" y="0"/>
                  </a:lnTo>
                  <a:lnTo>
                    <a:pt x="113" y="2"/>
                  </a:lnTo>
                  <a:lnTo>
                    <a:pt x="115" y="4"/>
                  </a:lnTo>
                  <a:lnTo>
                    <a:pt x="115" y="6"/>
                  </a:lnTo>
                  <a:lnTo>
                    <a:pt x="117" y="10"/>
                  </a:lnTo>
                  <a:lnTo>
                    <a:pt x="115" y="20"/>
                  </a:lnTo>
                  <a:lnTo>
                    <a:pt x="111" y="34"/>
                  </a:lnTo>
                  <a:lnTo>
                    <a:pt x="99" y="64"/>
                  </a:lnTo>
                  <a:lnTo>
                    <a:pt x="99" y="68"/>
                  </a:lnTo>
                  <a:lnTo>
                    <a:pt x="99" y="70"/>
                  </a:lnTo>
                  <a:lnTo>
                    <a:pt x="101" y="74"/>
                  </a:lnTo>
                  <a:lnTo>
                    <a:pt x="99" y="78"/>
                  </a:lnTo>
                  <a:lnTo>
                    <a:pt x="97" y="82"/>
                  </a:lnTo>
                  <a:lnTo>
                    <a:pt x="93" y="84"/>
                  </a:lnTo>
                  <a:lnTo>
                    <a:pt x="89" y="88"/>
                  </a:lnTo>
                  <a:lnTo>
                    <a:pt x="85" y="92"/>
                  </a:lnTo>
                  <a:lnTo>
                    <a:pt x="83" y="102"/>
                  </a:lnTo>
                  <a:lnTo>
                    <a:pt x="79" y="106"/>
                  </a:lnTo>
                  <a:lnTo>
                    <a:pt x="75" y="108"/>
                  </a:lnTo>
                  <a:lnTo>
                    <a:pt x="75" y="122"/>
                  </a:lnTo>
                  <a:lnTo>
                    <a:pt x="71" y="134"/>
                  </a:lnTo>
                  <a:lnTo>
                    <a:pt x="69" y="142"/>
                  </a:lnTo>
                  <a:lnTo>
                    <a:pt x="65" y="148"/>
                  </a:lnTo>
                  <a:lnTo>
                    <a:pt x="61" y="150"/>
                  </a:lnTo>
                  <a:lnTo>
                    <a:pt x="55" y="150"/>
                  </a:lnTo>
                  <a:lnTo>
                    <a:pt x="51" y="150"/>
                  </a:lnTo>
                  <a:lnTo>
                    <a:pt x="49" y="150"/>
                  </a:lnTo>
                  <a:lnTo>
                    <a:pt x="49" y="146"/>
                  </a:lnTo>
                  <a:lnTo>
                    <a:pt x="45" y="146"/>
                  </a:lnTo>
                  <a:lnTo>
                    <a:pt x="43" y="146"/>
                  </a:lnTo>
                  <a:lnTo>
                    <a:pt x="41" y="148"/>
                  </a:lnTo>
                  <a:lnTo>
                    <a:pt x="39" y="150"/>
                  </a:lnTo>
                  <a:lnTo>
                    <a:pt x="35" y="150"/>
                  </a:lnTo>
                  <a:lnTo>
                    <a:pt x="33" y="150"/>
                  </a:lnTo>
                  <a:lnTo>
                    <a:pt x="27" y="1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9" name=""/>
            <p:cNvSpPr/>
            <p:nvPr/>
          </p:nvSpPr>
          <p:spPr>
            <a:xfrm>
              <a:off x="5034960" y="4721760"/>
              <a:ext cx="415440" cy="386280"/>
            </a:xfrm>
            <a:custGeom>
              <a:avLst/>
              <a:gdLst/>
              <a:ahLst/>
              <a:rect l="l" t="t" r="r" b="b"/>
              <a:pathLst>
                <a:path w="211" h="216">
                  <a:moveTo>
                    <a:pt x="181" y="8"/>
                  </a:moveTo>
                  <a:lnTo>
                    <a:pt x="159" y="16"/>
                  </a:lnTo>
                  <a:lnTo>
                    <a:pt x="117" y="16"/>
                  </a:lnTo>
                  <a:lnTo>
                    <a:pt x="107" y="12"/>
                  </a:lnTo>
                  <a:lnTo>
                    <a:pt x="105" y="10"/>
                  </a:lnTo>
                  <a:lnTo>
                    <a:pt x="101" y="6"/>
                  </a:lnTo>
                  <a:lnTo>
                    <a:pt x="33" y="6"/>
                  </a:lnTo>
                  <a:lnTo>
                    <a:pt x="27" y="2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1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2" y="16"/>
                  </a:lnTo>
                  <a:lnTo>
                    <a:pt x="7" y="30"/>
                  </a:lnTo>
                  <a:lnTo>
                    <a:pt x="13" y="42"/>
                  </a:lnTo>
                  <a:lnTo>
                    <a:pt x="21" y="54"/>
                  </a:lnTo>
                  <a:lnTo>
                    <a:pt x="29" y="66"/>
                  </a:lnTo>
                  <a:lnTo>
                    <a:pt x="37" y="76"/>
                  </a:lnTo>
                  <a:lnTo>
                    <a:pt x="39" y="90"/>
                  </a:lnTo>
                  <a:lnTo>
                    <a:pt x="41" y="104"/>
                  </a:lnTo>
                  <a:lnTo>
                    <a:pt x="41" y="126"/>
                  </a:lnTo>
                  <a:lnTo>
                    <a:pt x="43" y="152"/>
                  </a:lnTo>
                  <a:lnTo>
                    <a:pt x="45" y="174"/>
                  </a:lnTo>
                  <a:lnTo>
                    <a:pt x="49" y="184"/>
                  </a:lnTo>
                  <a:lnTo>
                    <a:pt x="53" y="194"/>
                  </a:lnTo>
                  <a:lnTo>
                    <a:pt x="61" y="204"/>
                  </a:lnTo>
                  <a:lnTo>
                    <a:pt x="69" y="212"/>
                  </a:lnTo>
                  <a:lnTo>
                    <a:pt x="73" y="208"/>
                  </a:lnTo>
                  <a:lnTo>
                    <a:pt x="75" y="204"/>
                  </a:lnTo>
                  <a:lnTo>
                    <a:pt x="79" y="204"/>
                  </a:lnTo>
                  <a:lnTo>
                    <a:pt x="83" y="210"/>
                  </a:lnTo>
                  <a:lnTo>
                    <a:pt x="89" y="214"/>
                  </a:lnTo>
                  <a:lnTo>
                    <a:pt x="93" y="216"/>
                  </a:lnTo>
                  <a:lnTo>
                    <a:pt x="101" y="216"/>
                  </a:lnTo>
                  <a:lnTo>
                    <a:pt x="111" y="216"/>
                  </a:lnTo>
                  <a:lnTo>
                    <a:pt x="117" y="212"/>
                  </a:lnTo>
                  <a:lnTo>
                    <a:pt x="121" y="208"/>
                  </a:lnTo>
                  <a:lnTo>
                    <a:pt x="125" y="206"/>
                  </a:lnTo>
                  <a:lnTo>
                    <a:pt x="123" y="144"/>
                  </a:lnTo>
                  <a:lnTo>
                    <a:pt x="123" y="90"/>
                  </a:lnTo>
                  <a:lnTo>
                    <a:pt x="143" y="90"/>
                  </a:lnTo>
                  <a:lnTo>
                    <a:pt x="143" y="22"/>
                  </a:lnTo>
                  <a:lnTo>
                    <a:pt x="165" y="20"/>
                  </a:lnTo>
                  <a:lnTo>
                    <a:pt x="183" y="18"/>
                  </a:lnTo>
                  <a:lnTo>
                    <a:pt x="187" y="24"/>
                  </a:lnTo>
                  <a:lnTo>
                    <a:pt x="201" y="18"/>
                  </a:lnTo>
                  <a:lnTo>
                    <a:pt x="205" y="14"/>
                  </a:lnTo>
                  <a:lnTo>
                    <a:pt x="211" y="12"/>
                  </a:lnTo>
                  <a:lnTo>
                    <a:pt x="205" y="8"/>
                  </a:lnTo>
                  <a:lnTo>
                    <a:pt x="201" y="6"/>
                  </a:lnTo>
                  <a:lnTo>
                    <a:pt x="193" y="8"/>
                  </a:lnTo>
                  <a:lnTo>
                    <a:pt x="187" y="10"/>
                  </a:lnTo>
                  <a:lnTo>
                    <a:pt x="183" y="8"/>
                  </a:lnTo>
                  <a:lnTo>
                    <a:pt x="181" y="6"/>
                  </a:lnTo>
                  <a:lnTo>
                    <a:pt x="181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0" name=""/>
            <p:cNvSpPr/>
            <p:nvPr/>
          </p:nvSpPr>
          <p:spPr>
            <a:xfrm>
              <a:off x="5811480" y="3575880"/>
              <a:ext cx="210240" cy="173520"/>
            </a:xfrm>
            <a:custGeom>
              <a:avLst/>
              <a:gdLst/>
              <a:ahLst/>
              <a:rect l="l" t="t" r="r" b="b"/>
              <a:pathLst>
                <a:path w="106" h="98">
                  <a:moveTo>
                    <a:pt x="32" y="0"/>
                  </a:moveTo>
                  <a:lnTo>
                    <a:pt x="28" y="4"/>
                  </a:lnTo>
                  <a:lnTo>
                    <a:pt x="22" y="10"/>
                  </a:lnTo>
                  <a:lnTo>
                    <a:pt x="14" y="14"/>
                  </a:lnTo>
                  <a:lnTo>
                    <a:pt x="6" y="16"/>
                  </a:lnTo>
                  <a:lnTo>
                    <a:pt x="6" y="26"/>
                  </a:lnTo>
                  <a:lnTo>
                    <a:pt x="4" y="34"/>
                  </a:lnTo>
                  <a:lnTo>
                    <a:pt x="0" y="46"/>
                  </a:lnTo>
                  <a:lnTo>
                    <a:pt x="0" y="62"/>
                  </a:lnTo>
                  <a:lnTo>
                    <a:pt x="18" y="62"/>
                  </a:lnTo>
                  <a:lnTo>
                    <a:pt x="24" y="64"/>
                  </a:lnTo>
                  <a:lnTo>
                    <a:pt x="28" y="54"/>
                  </a:lnTo>
                  <a:lnTo>
                    <a:pt x="38" y="58"/>
                  </a:lnTo>
                  <a:lnTo>
                    <a:pt x="54" y="58"/>
                  </a:lnTo>
                  <a:lnTo>
                    <a:pt x="68" y="62"/>
                  </a:lnTo>
                  <a:lnTo>
                    <a:pt x="82" y="76"/>
                  </a:lnTo>
                  <a:lnTo>
                    <a:pt x="96" y="92"/>
                  </a:lnTo>
                  <a:lnTo>
                    <a:pt x="102" y="98"/>
                  </a:lnTo>
                  <a:lnTo>
                    <a:pt x="106" y="94"/>
                  </a:lnTo>
                  <a:lnTo>
                    <a:pt x="96" y="80"/>
                  </a:lnTo>
                  <a:lnTo>
                    <a:pt x="86" y="68"/>
                  </a:lnTo>
                  <a:lnTo>
                    <a:pt x="74" y="56"/>
                  </a:lnTo>
                  <a:lnTo>
                    <a:pt x="62" y="48"/>
                  </a:lnTo>
                  <a:lnTo>
                    <a:pt x="52" y="42"/>
                  </a:lnTo>
                  <a:lnTo>
                    <a:pt x="46" y="30"/>
                  </a:lnTo>
                  <a:lnTo>
                    <a:pt x="40" y="1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1" name=""/>
            <p:cNvSpPr/>
            <p:nvPr/>
          </p:nvSpPr>
          <p:spPr>
            <a:xfrm>
              <a:off x="4149360" y="3710520"/>
              <a:ext cx="92160" cy="20880"/>
            </a:xfrm>
            <a:custGeom>
              <a:avLst/>
              <a:gdLst/>
              <a:ahLst/>
              <a:rect l="l" t="t" r="r" b="b"/>
              <a:pathLst>
                <a:path w="46" h="12">
                  <a:moveTo>
                    <a:pt x="4" y="6"/>
                  </a:moveTo>
                  <a:lnTo>
                    <a:pt x="14" y="8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6" y="0"/>
                  </a:lnTo>
                  <a:lnTo>
                    <a:pt x="28" y="4"/>
                  </a:lnTo>
                  <a:lnTo>
                    <a:pt x="34" y="6"/>
                  </a:lnTo>
                  <a:lnTo>
                    <a:pt x="46" y="8"/>
                  </a:lnTo>
                  <a:lnTo>
                    <a:pt x="42" y="10"/>
                  </a:lnTo>
                  <a:lnTo>
                    <a:pt x="38" y="12"/>
                  </a:lnTo>
                  <a:lnTo>
                    <a:pt x="30" y="10"/>
                  </a:lnTo>
                  <a:lnTo>
                    <a:pt x="24" y="8"/>
                  </a:lnTo>
                  <a:lnTo>
                    <a:pt x="24" y="10"/>
                  </a:lnTo>
                  <a:lnTo>
                    <a:pt x="12" y="12"/>
                  </a:lnTo>
                  <a:lnTo>
                    <a:pt x="0" y="12"/>
                  </a:lnTo>
                  <a:lnTo>
                    <a:pt x="2" y="8"/>
                  </a:lnTo>
                  <a:lnTo>
                    <a:pt x="2" y="6"/>
                  </a:lnTo>
                  <a:lnTo>
                    <a:pt x="4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2" name=""/>
            <p:cNvSpPr/>
            <p:nvPr/>
          </p:nvSpPr>
          <p:spPr>
            <a:xfrm>
              <a:off x="5049000" y="4307760"/>
              <a:ext cx="27000" cy="38880"/>
            </a:xfrm>
            <a:custGeom>
              <a:avLst/>
              <a:gdLst/>
              <a:ahLst/>
              <a:rect l="l" t="t" r="r" b="b"/>
              <a:pathLst>
                <a:path w="14" h="22">
                  <a:moveTo>
                    <a:pt x="6" y="22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0" y="6"/>
                  </a:lnTo>
                  <a:lnTo>
                    <a:pt x="8" y="10"/>
                  </a:lnTo>
                  <a:lnTo>
                    <a:pt x="8" y="20"/>
                  </a:lnTo>
                  <a:lnTo>
                    <a:pt x="6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920" bIns="-7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3" name=""/>
            <p:cNvSpPr/>
            <p:nvPr/>
          </p:nvSpPr>
          <p:spPr>
            <a:xfrm>
              <a:off x="3208680" y="1600200"/>
              <a:ext cx="1241280" cy="613440"/>
            </a:xfrm>
            <a:custGeom>
              <a:avLst/>
              <a:gdLst/>
              <a:ahLst/>
              <a:rect l="l" t="t" r="r" b="b"/>
              <a:pathLst>
                <a:path w="628" h="344">
                  <a:moveTo>
                    <a:pt x="488" y="180"/>
                  </a:moveTo>
                  <a:lnTo>
                    <a:pt x="464" y="192"/>
                  </a:lnTo>
                  <a:lnTo>
                    <a:pt x="436" y="202"/>
                  </a:lnTo>
                  <a:lnTo>
                    <a:pt x="406" y="208"/>
                  </a:lnTo>
                  <a:lnTo>
                    <a:pt x="390" y="210"/>
                  </a:lnTo>
                  <a:lnTo>
                    <a:pt x="376" y="210"/>
                  </a:lnTo>
                  <a:lnTo>
                    <a:pt x="372" y="210"/>
                  </a:lnTo>
                  <a:lnTo>
                    <a:pt x="370" y="208"/>
                  </a:lnTo>
                  <a:lnTo>
                    <a:pt x="364" y="206"/>
                  </a:lnTo>
                  <a:lnTo>
                    <a:pt x="360" y="212"/>
                  </a:lnTo>
                  <a:lnTo>
                    <a:pt x="356" y="220"/>
                  </a:lnTo>
                  <a:lnTo>
                    <a:pt x="350" y="226"/>
                  </a:lnTo>
                  <a:lnTo>
                    <a:pt x="340" y="232"/>
                  </a:lnTo>
                  <a:lnTo>
                    <a:pt x="334" y="236"/>
                  </a:lnTo>
                  <a:lnTo>
                    <a:pt x="324" y="240"/>
                  </a:lnTo>
                  <a:lnTo>
                    <a:pt x="314" y="242"/>
                  </a:lnTo>
                  <a:lnTo>
                    <a:pt x="306" y="244"/>
                  </a:lnTo>
                  <a:lnTo>
                    <a:pt x="300" y="244"/>
                  </a:lnTo>
                  <a:lnTo>
                    <a:pt x="296" y="246"/>
                  </a:lnTo>
                  <a:lnTo>
                    <a:pt x="292" y="250"/>
                  </a:lnTo>
                  <a:lnTo>
                    <a:pt x="286" y="250"/>
                  </a:lnTo>
                  <a:lnTo>
                    <a:pt x="274" y="250"/>
                  </a:lnTo>
                  <a:lnTo>
                    <a:pt x="260" y="252"/>
                  </a:lnTo>
                  <a:lnTo>
                    <a:pt x="252" y="256"/>
                  </a:lnTo>
                  <a:lnTo>
                    <a:pt x="252" y="258"/>
                  </a:lnTo>
                  <a:lnTo>
                    <a:pt x="252" y="260"/>
                  </a:lnTo>
                  <a:lnTo>
                    <a:pt x="252" y="262"/>
                  </a:lnTo>
                  <a:lnTo>
                    <a:pt x="256" y="266"/>
                  </a:lnTo>
                  <a:lnTo>
                    <a:pt x="252" y="270"/>
                  </a:lnTo>
                  <a:lnTo>
                    <a:pt x="248" y="266"/>
                  </a:lnTo>
                  <a:lnTo>
                    <a:pt x="248" y="278"/>
                  </a:lnTo>
                  <a:lnTo>
                    <a:pt x="244" y="282"/>
                  </a:lnTo>
                  <a:lnTo>
                    <a:pt x="240" y="286"/>
                  </a:lnTo>
                  <a:lnTo>
                    <a:pt x="230" y="290"/>
                  </a:lnTo>
                  <a:lnTo>
                    <a:pt x="222" y="298"/>
                  </a:lnTo>
                  <a:lnTo>
                    <a:pt x="218" y="302"/>
                  </a:lnTo>
                  <a:lnTo>
                    <a:pt x="214" y="308"/>
                  </a:lnTo>
                  <a:lnTo>
                    <a:pt x="212" y="312"/>
                  </a:lnTo>
                  <a:lnTo>
                    <a:pt x="208" y="316"/>
                  </a:lnTo>
                  <a:lnTo>
                    <a:pt x="206" y="316"/>
                  </a:lnTo>
                  <a:lnTo>
                    <a:pt x="202" y="318"/>
                  </a:lnTo>
                  <a:lnTo>
                    <a:pt x="198" y="326"/>
                  </a:lnTo>
                  <a:lnTo>
                    <a:pt x="196" y="336"/>
                  </a:lnTo>
                  <a:lnTo>
                    <a:pt x="194" y="340"/>
                  </a:lnTo>
                  <a:lnTo>
                    <a:pt x="190" y="344"/>
                  </a:lnTo>
                  <a:lnTo>
                    <a:pt x="184" y="344"/>
                  </a:lnTo>
                  <a:lnTo>
                    <a:pt x="178" y="344"/>
                  </a:lnTo>
                  <a:lnTo>
                    <a:pt x="172" y="344"/>
                  </a:lnTo>
                  <a:lnTo>
                    <a:pt x="170" y="344"/>
                  </a:lnTo>
                  <a:lnTo>
                    <a:pt x="162" y="338"/>
                  </a:lnTo>
                  <a:lnTo>
                    <a:pt x="156" y="332"/>
                  </a:lnTo>
                  <a:lnTo>
                    <a:pt x="152" y="330"/>
                  </a:lnTo>
                  <a:lnTo>
                    <a:pt x="144" y="330"/>
                  </a:lnTo>
                  <a:lnTo>
                    <a:pt x="140" y="328"/>
                  </a:lnTo>
                  <a:lnTo>
                    <a:pt x="136" y="326"/>
                  </a:lnTo>
                  <a:lnTo>
                    <a:pt x="132" y="320"/>
                  </a:lnTo>
                  <a:lnTo>
                    <a:pt x="132" y="318"/>
                  </a:lnTo>
                  <a:lnTo>
                    <a:pt x="130" y="314"/>
                  </a:lnTo>
                  <a:lnTo>
                    <a:pt x="126" y="310"/>
                  </a:lnTo>
                  <a:lnTo>
                    <a:pt x="124" y="304"/>
                  </a:lnTo>
                  <a:lnTo>
                    <a:pt x="122" y="298"/>
                  </a:lnTo>
                  <a:lnTo>
                    <a:pt x="116" y="296"/>
                  </a:lnTo>
                  <a:lnTo>
                    <a:pt x="114" y="290"/>
                  </a:lnTo>
                  <a:lnTo>
                    <a:pt x="112" y="284"/>
                  </a:lnTo>
                  <a:lnTo>
                    <a:pt x="112" y="278"/>
                  </a:lnTo>
                  <a:lnTo>
                    <a:pt x="118" y="276"/>
                  </a:lnTo>
                  <a:lnTo>
                    <a:pt x="124" y="272"/>
                  </a:lnTo>
                  <a:lnTo>
                    <a:pt x="114" y="272"/>
                  </a:lnTo>
                  <a:lnTo>
                    <a:pt x="110" y="270"/>
                  </a:lnTo>
                  <a:lnTo>
                    <a:pt x="108" y="266"/>
                  </a:lnTo>
                  <a:lnTo>
                    <a:pt x="110" y="262"/>
                  </a:lnTo>
                  <a:lnTo>
                    <a:pt x="110" y="260"/>
                  </a:lnTo>
                  <a:lnTo>
                    <a:pt x="108" y="256"/>
                  </a:lnTo>
                  <a:lnTo>
                    <a:pt x="116" y="256"/>
                  </a:lnTo>
                  <a:lnTo>
                    <a:pt x="122" y="252"/>
                  </a:lnTo>
                  <a:lnTo>
                    <a:pt x="116" y="250"/>
                  </a:lnTo>
                  <a:lnTo>
                    <a:pt x="112" y="248"/>
                  </a:lnTo>
                  <a:lnTo>
                    <a:pt x="100" y="244"/>
                  </a:lnTo>
                  <a:lnTo>
                    <a:pt x="114" y="240"/>
                  </a:lnTo>
                  <a:lnTo>
                    <a:pt x="124" y="236"/>
                  </a:lnTo>
                  <a:lnTo>
                    <a:pt x="114" y="236"/>
                  </a:lnTo>
                  <a:lnTo>
                    <a:pt x="106" y="236"/>
                  </a:lnTo>
                  <a:lnTo>
                    <a:pt x="108" y="230"/>
                  </a:lnTo>
                  <a:lnTo>
                    <a:pt x="110" y="226"/>
                  </a:lnTo>
                  <a:lnTo>
                    <a:pt x="114" y="222"/>
                  </a:lnTo>
                  <a:lnTo>
                    <a:pt x="120" y="218"/>
                  </a:lnTo>
                  <a:lnTo>
                    <a:pt x="132" y="212"/>
                  </a:lnTo>
                  <a:lnTo>
                    <a:pt x="142" y="208"/>
                  </a:lnTo>
                  <a:lnTo>
                    <a:pt x="146" y="204"/>
                  </a:lnTo>
                  <a:lnTo>
                    <a:pt x="152" y="198"/>
                  </a:lnTo>
                  <a:lnTo>
                    <a:pt x="158" y="182"/>
                  </a:lnTo>
                  <a:lnTo>
                    <a:pt x="152" y="180"/>
                  </a:lnTo>
                  <a:lnTo>
                    <a:pt x="142" y="180"/>
                  </a:lnTo>
                  <a:lnTo>
                    <a:pt x="138" y="180"/>
                  </a:lnTo>
                  <a:lnTo>
                    <a:pt x="132" y="180"/>
                  </a:lnTo>
                  <a:lnTo>
                    <a:pt x="142" y="182"/>
                  </a:lnTo>
                  <a:lnTo>
                    <a:pt x="140" y="188"/>
                  </a:lnTo>
                  <a:lnTo>
                    <a:pt x="136" y="190"/>
                  </a:lnTo>
                  <a:lnTo>
                    <a:pt x="132" y="192"/>
                  </a:lnTo>
                  <a:lnTo>
                    <a:pt x="126" y="192"/>
                  </a:lnTo>
                  <a:lnTo>
                    <a:pt x="120" y="192"/>
                  </a:lnTo>
                  <a:lnTo>
                    <a:pt x="116" y="190"/>
                  </a:lnTo>
                  <a:lnTo>
                    <a:pt x="114" y="188"/>
                  </a:lnTo>
                  <a:lnTo>
                    <a:pt x="114" y="182"/>
                  </a:lnTo>
                  <a:lnTo>
                    <a:pt x="114" y="180"/>
                  </a:lnTo>
                  <a:lnTo>
                    <a:pt x="118" y="176"/>
                  </a:lnTo>
                  <a:lnTo>
                    <a:pt x="124" y="174"/>
                  </a:lnTo>
                  <a:lnTo>
                    <a:pt x="132" y="172"/>
                  </a:lnTo>
                  <a:lnTo>
                    <a:pt x="146" y="172"/>
                  </a:lnTo>
                  <a:lnTo>
                    <a:pt x="156" y="170"/>
                  </a:lnTo>
                  <a:lnTo>
                    <a:pt x="148" y="162"/>
                  </a:lnTo>
                  <a:lnTo>
                    <a:pt x="144" y="156"/>
                  </a:lnTo>
                  <a:lnTo>
                    <a:pt x="142" y="154"/>
                  </a:lnTo>
                  <a:lnTo>
                    <a:pt x="136" y="154"/>
                  </a:lnTo>
                  <a:lnTo>
                    <a:pt x="134" y="156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0" y="158"/>
                  </a:lnTo>
                  <a:lnTo>
                    <a:pt x="118" y="154"/>
                  </a:lnTo>
                  <a:lnTo>
                    <a:pt x="134" y="126"/>
                  </a:lnTo>
                  <a:lnTo>
                    <a:pt x="130" y="126"/>
                  </a:lnTo>
                  <a:lnTo>
                    <a:pt x="128" y="120"/>
                  </a:lnTo>
                  <a:lnTo>
                    <a:pt x="130" y="114"/>
                  </a:lnTo>
                  <a:lnTo>
                    <a:pt x="132" y="110"/>
                  </a:lnTo>
                  <a:lnTo>
                    <a:pt x="126" y="110"/>
                  </a:lnTo>
                  <a:lnTo>
                    <a:pt x="122" y="108"/>
                  </a:lnTo>
                  <a:lnTo>
                    <a:pt x="118" y="104"/>
                  </a:lnTo>
                  <a:lnTo>
                    <a:pt x="116" y="98"/>
                  </a:lnTo>
                  <a:lnTo>
                    <a:pt x="108" y="98"/>
                  </a:lnTo>
                  <a:lnTo>
                    <a:pt x="98" y="96"/>
                  </a:lnTo>
                  <a:lnTo>
                    <a:pt x="88" y="92"/>
                  </a:lnTo>
                  <a:lnTo>
                    <a:pt x="78" y="90"/>
                  </a:lnTo>
                  <a:lnTo>
                    <a:pt x="62" y="92"/>
                  </a:lnTo>
                  <a:lnTo>
                    <a:pt x="50" y="94"/>
                  </a:lnTo>
                  <a:lnTo>
                    <a:pt x="38" y="96"/>
                  </a:lnTo>
                  <a:lnTo>
                    <a:pt x="28" y="96"/>
                  </a:lnTo>
                  <a:lnTo>
                    <a:pt x="24" y="96"/>
                  </a:lnTo>
                  <a:lnTo>
                    <a:pt x="22" y="92"/>
                  </a:lnTo>
                  <a:lnTo>
                    <a:pt x="16" y="88"/>
                  </a:lnTo>
                  <a:lnTo>
                    <a:pt x="18" y="88"/>
                  </a:lnTo>
                  <a:lnTo>
                    <a:pt x="10" y="86"/>
                  </a:lnTo>
                  <a:lnTo>
                    <a:pt x="8" y="84"/>
                  </a:lnTo>
                  <a:lnTo>
                    <a:pt x="6" y="80"/>
                  </a:lnTo>
                  <a:lnTo>
                    <a:pt x="8" y="78"/>
                  </a:lnTo>
                  <a:lnTo>
                    <a:pt x="12" y="76"/>
                  </a:lnTo>
                  <a:lnTo>
                    <a:pt x="18" y="74"/>
                  </a:lnTo>
                  <a:lnTo>
                    <a:pt x="36" y="76"/>
                  </a:lnTo>
                  <a:lnTo>
                    <a:pt x="46" y="74"/>
                  </a:lnTo>
                  <a:lnTo>
                    <a:pt x="50" y="72"/>
                  </a:lnTo>
                  <a:lnTo>
                    <a:pt x="54" y="70"/>
                  </a:lnTo>
                  <a:lnTo>
                    <a:pt x="22" y="70"/>
                  </a:lnTo>
                  <a:lnTo>
                    <a:pt x="8" y="72"/>
                  </a:lnTo>
                  <a:lnTo>
                    <a:pt x="6" y="72"/>
                  </a:lnTo>
                  <a:lnTo>
                    <a:pt x="2" y="72"/>
                  </a:lnTo>
                  <a:lnTo>
                    <a:pt x="0" y="68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4" y="58"/>
                  </a:lnTo>
                  <a:lnTo>
                    <a:pt x="10" y="56"/>
                  </a:lnTo>
                  <a:lnTo>
                    <a:pt x="24" y="56"/>
                  </a:lnTo>
                  <a:lnTo>
                    <a:pt x="42" y="56"/>
                  </a:lnTo>
                  <a:lnTo>
                    <a:pt x="66" y="54"/>
                  </a:lnTo>
                  <a:lnTo>
                    <a:pt x="88" y="50"/>
                  </a:lnTo>
                  <a:lnTo>
                    <a:pt x="98" y="48"/>
                  </a:lnTo>
                  <a:lnTo>
                    <a:pt x="104" y="44"/>
                  </a:lnTo>
                  <a:lnTo>
                    <a:pt x="92" y="42"/>
                  </a:lnTo>
                  <a:lnTo>
                    <a:pt x="100" y="38"/>
                  </a:lnTo>
                  <a:lnTo>
                    <a:pt x="110" y="36"/>
                  </a:lnTo>
                  <a:lnTo>
                    <a:pt x="130" y="34"/>
                  </a:lnTo>
                  <a:lnTo>
                    <a:pt x="138" y="34"/>
                  </a:lnTo>
                  <a:lnTo>
                    <a:pt x="144" y="32"/>
                  </a:lnTo>
                  <a:lnTo>
                    <a:pt x="158" y="28"/>
                  </a:lnTo>
                  <a:lnTo>
                    <a:pt x="170" y="22"/>
                  </a:lnTo>
                  <a:lnTo>
                    <a:pt x="176" y="20"/>
                  </a:lnTo>
                  <a:lnTo>
                    <a:pt x="184" y="20"/>
                  </a:lnTo>
                  <a:lnTo>
                    <a:pt x="208" y="16"/>
                  </a:lnTo>
                  <a:lnTo>
                    <a:pt x="234" y="16"/>
                  </a:lnTo>
                  <a:lnTo>
                    <a:pt x="232" y="22"/>
                  </a:lnTo>
                  <a:lnTo>
                    <a:pt x="244" y="22"/>
                  </a:lnTo>
                  <a:lnTo>
                    <a:pt x="256" y="20"/>
                  </a:lnTo>
                  <a:lnTo>
                    <a:pt x="270" y="16"/>
                  </a:lnTo>
                  <a:lnTo>
                    <a:pt x="282" y="16"/>
                  </a:lnTo>
                  <a:lnTo>
                    <a:pt x="288" y="16"/>
                  </a:lnTo>
                  <a:lnTo>
                    <a:pt x="294" y="14"/>
                  </a:lnTo>
                  <a:lnTo>
                    <a:pt x="308" y="6"/>
                  </a:lnTo>
                  <a:lnTo>
                    <a:pt x="360" y="6"/>
                  </a:lnTo>
                  <a:lnTo>
                    <a:pt x="364" y="8"/>
                  </a:lnTo>
                  <a:lnTo>
                    <a:pt x="368" y="10"/>
                  </a:lnTo>
                  <a:lnTo>
                    <a:pt x="380" y="8"/>
                  </a:lnTo>
                  <a:lnTo>
                    <a:pt x="392" y="4"/>
                  </a:lnTo>
                  <a:lnTo>
                    <a:pt x="408" y="2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32" y="2"/>
                  </a:lnTo>
                  <a:lnTo>
                    <a:pt x="438" y="6"/>
                  </a:lnTo>
                  <a:lnTo>
                    <a:pt x="440" y="12"/>
                  </a:lnTo>
                  <a:lnTo>
                    <a:pt x="482" y="12"/>
                  </a:lnTo>
                  <a:lnTo>
                    <a:pt x="486" y="8"/>
                  </a:lnTo>
                  <a:lnTo>
                    <a:pt x="492" y="6"/>
                  </a:lnTo>
                  <a:lnTo>
                    <a:pt x="500" y="6"/>
                  </a:lnTo>
                  <a:lnTo>
                    <a:pt x="520" y="8"/>
                  </a:lnTo>
                  <a:lnTo>
                    <a:pt x="538" y="12"/>
                  </a:lnTo>
                  <a:lnTo>
                    <a:pt x="538" y="16"/>
                  </a:lnTo>
                  <a:lnTo>
                    <a:pt x="492" y="16"/>
                  </a:lnTo>
                  <a:lnTo>
                    <a:pt x="492" y="18"/>
                  </a:lnTo>
                  <a:lnTo>
                    <a:pt x="524" y="18"/>
                  </a:lnTo>
                  <a:lnTo>
                    <a:pt x="524" y="16"/>
                  </a:lnTo>
                  <a:lnTo>
                    <a:pt x="532" y="16"/>
                  </a:lnTo>
                  <a:lnTo>
                    <a:pt x="528" y="20"/>
                  </a:lnTo>
                  <a:lnTo>
                    <a:pt x="524" y="22"/>
                  </a:lnTo>
                  <a:lnTo>
                    <a:pt x="628" y="22"/>
                  </a:lnTo>
                  <a:lnTo>
                    <a:pt x="626" y="26"/>
                  </a:lnTo>
                  <a:lnTo>
                    <a:pt x="624" y="28"/>
                  </a:lnTo>
                  <a:lnTo>
                    <a:pt x="622" y="30"/>
                  </a:lnTo>
                  <a:lnTo>
                    <a:pt x="618" y="30"/>
                  </a:lnTo>
                  <a:lnTo>
                    <a:pt x="602" y="32"/>
                  </a:lnTo>
                  <a:lnTo>
                    <a:pt x="590" y="32"/>
                  </a:lnTo>
                  <a:lnTo>
                    <a:pt x="580" y="34"/>
                  </a:lnTo>
                  <a:lnTo>
                    <a:pt x="570" y="36"/>
                  </a:lnTo>
                  <a:lnTo>
                    <a:pt x="556" y="40"/>
                  </a:lnTo>
                  <a:lnTo>
                    <a:pt x="564" y="40"/>
                  </a:lnTo>
                  <a:lnTo>
                    <a:pt x="554" y="42"/>
                  </a:lnTo>
                  <a:lnTo>
                    <a:pt x="550" y="44"/>
                  </a:lnTo>
                  <a:lnTo>
                    <a:pt x="552" y="46"/>
                  </a:lnTo>
                  <a:lnTo>
                    <a:pt x="534" y="54"/>
                  </a:lnTo>
                  <a:lnTo>
                    <a:pt x="526" y="60"/>
                  </a:lnTo>
                  <a:lnTo>
                    <a:pt x="522" y="68"/>
                  </a:lnTo>
                  <a:lnTo>
                    <a:pt x="532" y="66"/>
                  </a:lnTo>
                  <a:lnTo>
                    <a:pt x="544" y="64"/>
                  </a:lnTo>
                  <a:lnTo>
                    <a:pt x="546" y="68"/>
                  </a:lnTo>
                  <a:lnTo>
                    <a:pt x="546" y="72"/>
                  </a:lnTo>
                  <a:lnTo>
                    <a:pt x="552" y="72"/>
                  </a:lnTo>
                  <a:lnTo>
                    <a:pt x="554" y="74"/>
                  </a:lnTo>
                  <a:lnTo>
                    <a:pt x="558" y="76"/>
                  </a:lnTo>
                  <a:lnTo>
                    <a:pt x="552" y="80"/>
                  </a:lnTo>
                  <a:lnTo>
                    <a:pt x="548" y="80"/>
                  </a:lnTo>
                  <a:lnTo>
                    <a:pt x="532" y="82"/>
                  </a:lnTo>
                  <a:lnTo>
                    <a:pt x="520" y="82"/>
                  </a:lnTo>
                  <a:lnTo>
                    <a:pt x="516" y="84"/>
                  </a:lnTo>
                  <a:lnTo>
                    <a:pt x="514" y="88"/>
                  </a:lnTo>
                  <a:lnTo>
                    <a:pt x="524" y="90"/>
                  </a:lnTo>
                  <a:lnTo>
                    <a:pt x="534" y="90"/>
                  </a:lnTo>
                  <a:lnTo>
                    <a:pt x="536" y="96"/>
                  </a:lnTo>
                  <a:lnTo>
                    <a:pt x="540" y="98"/>
                  </a:lnTo>
                  <a:lnTo>
                    <a:pt x="544" y="100"/>
                  </a:lnTo>
                  <a:lnTo>
                    <a:pt x="550" y="102"/>
                  </a:lnTo>
                  <a:lnTo>
                    <a:pt x="542" y="106"/>
                  </a:lnTo>
                  <a:lnTo>
                    <a:pt x="536" y="108"/>
                  </a:lnTo>
                  <a:lnTo>
                    <a:pt x="532" y="106"/>
                  </a:lnTo>
                  <a:lnTo>
                    <a:pt x="522" y="106"/>
                  </a:lnTo>
                  <a:lnTo>
                    <a:pt x="526" y="108"/>
                  </a:lnTo>
                  <a:lnTo>
                    <a:pt x="530" y="110"/>
                  </a:lnTo>
                  <a:lnTo>
                    <a:pt x="524" y="114"/>
                  </a:lnTo>
                  <a:lnTo>
                    <a:pt x="520" y="116"/>
                  </a:lnTo>
                  <a:lnTo>
                    <a:pt x="504" y="116"/>
                  </a:lnTo>
                  <a:lnTo>
                    <a:pt x="514" y="120"/>
                  </a:lnTo>
                  <a:lnTo>
                    <a:pt x="516" y="124"/>
                  </a:lnTo>
                  <a:lnTo>
                    <a:pt x="520" y="126"/>
                  </a:lnTo>
                  <a:lnTo>
                    <a:pt x="476" y="126"/>
                  </a:lnTo>
                  <a:lnTo>
                    <a:pt x="480" y="128"/>
                  </a:lnTo>
                  <a:lnTo>
                    <a:pt x="484" y="130"/>
                  </a:lnTo>
                  <a:lnTo>
                    <a:pt x="492" y="134"/>
                  </a:lnTo>
                  <a:lnTo>
                    <a:pt x="498" y="138"/>
                  </a:lnTo>
                  <a:lnTo>
                    <a:pt x="500" y="140"/>
                  </a:lnTo>
                  <a:lnTo>
                    <a:pt x="502" y="144"/>
                  </a:lnTo>
                  <a:lnTo>
                    <a:pt x="500" y="148"/>
                  </a:lnTo>
                  <a:lnTo>
                    <a:pt x="498" y="150"/>
                  </a:lnTo>
                  <a:lnTo>
                    <a:pt x="490" y="148"/>
                  </a:lnTo>
                  <a:lnTo>
                    <a:pt x="482" y="144"/>
                  </a:lnTo>
                  <a:lnTo>
                    <a:pt x="474" y="138"/>
                  </a:lnTo>
                  <a:lnTo>
                    <a:pt x="470" y="138"/>
                  </a:lnTo>
                  <a:lnTo>
                    <a:pt x="466" y="138"/>
                  </a:lnTo>
                  <a:lnTo>
                    <a:pt x="472" y="142"/>
                  </a:lnTo>
                  <a:lnTo>
                    <a:pt x="486" y="148"/>
                  </a:lnTo>
                  <a:lnTo>
                    <a:pt x="498" y="154"/>
                  </a:lnTo>
                  <a:lnTo>
                    <a:pt x="500" y="156"/>
                  </a:lnTo>
                  <a:lnTo>
                    <a:pt x="502" y="160"/>
                  </a:lnTo>
                  <a:lnTo>
                    <a:pt x="500" y="168"/>
                  </a:lnTo>
                  <a:lnTo>
                    <a:pt x="498" y="172"/>
                  </a:lnTo>
                  <a:lnTo>
                    <a:pt x="492" y="174"/>
                  </a:lnTo>
                  <a:lnTo>
                    <a:pt x="484" y="176"/>
                  </a:lnTo>
                  <a:lnTo>
                    <a:pt x="476" y="174"/>
                  </a:lnTo>
                  <a:lnTo>
                    <a:pt x="470" y="172"/>
                  </a:lnTo>
                  <a:lnTo>
                    <a:pt x="468" y="168"/>
                  </a:lnTo>
                  <a:lnTo>
                    <a:pt x="466" y="160"/>
                  </a:lnTo>
                  <a:lnTo>
                    <a:pt x="448" y="158"/>
                  </a:lnTo>
                  <a:lnTo>
                    <a:pt x="434" y="154"/>
                  </a:lnTo>
                  <a:lnTo>
                    <a:pt x="444" y="158"/>
                  </a:lnTo>
                  <a:lnTo>
                    <a:pt x="454" y="162"/>
                  </a:lnTo>
                  <a:lnTo>
                    <a:pt x="450" y="166"/>
                  </a:lnTo>
                  <a:lnTo>
                    <a:pt x="444" y="170"/>
                  </a:lnTo>
                  <a:lnTo>
                    <a:pt x="446" y="174"/>
                  </a:lnTo>
                  <a:lnTo>
                    <a:pt x="450" y="178"/>
                  </a:lnTo>
                  <a:lnTo>
                    <a:pt x="462" y="180"/>
                  </a:lnTo>
                  <a:lnTo>
                    <a:pt x="474" y="180"/>
                  </a:lnTo>
                  <a:lnTo>
                    <a:pt x="490" y="180"/>
                  </a:lnTo>
                  <a:lnTo>
                    <a:pt x="488" y="18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4" name=""/>
            <p:cNvSpPr/>
            <p:nvPr/>
          </p:nvSpPr>
          <p:spPr>
            <a:xfrm>
              <a:off x="4113000" y="2028600"/>
              <a:ext cx="249480" cy="95760"/>
            </a:xfrm>
            <a:custGeom>
              <a:avLst/>
              <a:gdLst/>
              <a:ahLst/>
              <a:rect l="l" t="t" r="r" b="b"/>
              <a:pathLst>
                <a:path w="126" h="54">
                  <a:moveTo>
                    <a:pt x="0" y="16"/>
                  </a:moveTo>
                  <a:lnTo>
                    <a:pt x="6" y="12"/>
                  </a:lnTo>
                  <a:lnTo>
                    <a:pt x="10" y="8"/>
                  </a:lnTo>
                  <a:lnTo>
                    <a:pt x="12" y="4"/>
                  </a:lnTo>
                  <a:lnTo>
                    <a:pt x="18" y="2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30" y="6"/>
                  </a:lnTo>
                  <a:lnTo>
                    <a:pt x="34" y="8"/>
                  </a:lnTo>
                  <a:lnTo>
                    <a:pt x="32" y="14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40" y="14"/>
                  </a:lnTo>
                  <a:lnTo>
                    <a:pt x="48" y="6"/>
                  </a:lnTo>
                  <a:lnTo>
                    <a:pt x="52" y="12"/>
                  </a:lnTo>
                  <a:lnTo>
                    <a:pt x="64" y="10"/>
                  </a:lnTo>
                  <a:lnTo>
                    <a:pt x="76" y="6"/>
                  </a:lnTo>
                  <a:lnTo>
                    <a:pt x="90" y="2"/>
                  </a:lnTo>
                  <a:lnTo>
                    <a:pt x="96" y="0"/>
                  </a:lnTo>
                  <a:lnTo>
                    <a:pt x="106" y="2"/>
                  </a:lnTo>
                  <a:lnTo>
                    <a:pt x="114" y="8"/>
                  </a:lnTo>
                  <a:lnTo>
                    <a:pt x="126" y="22"/>
                  </a:lnTo>
                  <a:lnTo>
                    <a:pt x="126" y="26"/>
                  </a:lnTo>
                  <a:lnTo>
                    <a:pt x="120" y="28"/>
                  </a:lnTo>
                  <a:lnTo>
                    <a:pt x="112" y="30"/>
                  </a:lnTo>
                  <a:lnTo>
                    <a:pt x="102" y="36"/>
                  </a:lnTo>
                  <a:lnTo>
                    <a:pt x="92" y="44"/>
                  </a:lnTo>
                  <a:lnTo>
                    <a:pt x="86" y="46"/>
                  </a:lnTo>
                  <a:lnTo>
                    <a:pt x="78" y="46"/>
                  </a:lnTo>
                  <a:lnTo>
                    <a:pt x="72" y="46"/>
                  </a:lnTo>
                  <a:lnTo>
                    <a:pt x="66" y="44"/>
                  </a:lnTo>
                  <a:lnTo>
                    <a:pt x="74" y="50"/>
                  </a:lnTo>
                  <a:lnTo>
                    <a:pt x="66" y="52"/>
                  </a:lnTo>
                  <a:lnTo>
                    <a:pt x="62" y="54"/>
                  </a:lnTo>
                  <a:lnTo>
                    <a:pt x="52" y="54"/>
                  </a:lnTo>
                  <a:lnTo>
                    <a:pt x="44" y="54"/>
                  </a:lnTo>
                  <a:lnTo>
                    <a:pt x="26" y="50"/>
                  </a:lnTo>
                  <a:lnTo>
                    <a:pt x="10" y="48"/>
                  </a:lnTo>
                  <a:lnTo>
                    <a:pt x="16" y="44"/>
                  </a:lnTo>
                  <a:lnTo>
                    <a:pt x="24" y="40"/>
                  </a:lnTo>
                  <a:lnTo>
                    <a:pt x="16" y="36"/>
                  </a:lnTo>
                  <a:lnTo>
                    <a:pt x="12" y="34"/>
                  </a:lnTo>
                  <a:lnTo>
                    <a:pt x="0" y="28"/>
                  </a:lnTo>
                  <a:lnTo>
                    <a:pt x="8" y="24"/>
                  </a:lnTo>
                  <a:lnTo>
                    <a:pt x="12" y="22"/>
                  </a:lnTo>
                  <a:lnTo>
                    <a:pt x="6" y="2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5" name=""/>
            <p:cNvSpPr/>
            <p:nvPr/>
          </p:nvSpPr>
          <p:spPr>
            <a:xfrm>
              <a:off x="4880880" y="1674720"/>
              <a:ext cx="282240" cy="89280"/>
            </a:xfrm>
            <a:custGeom>
              <a:avLst/>
              <a:gdLst/>
              <a:ahLst/>
              <a:rect l="l" t="t" r="r" b="b"/>
              <a:pathLst>
                <a:path w="143" h="50">
                  <a:moveTo>
                    <a:pt x="8" y="20"/>
                  </a:moveTo>
                  <a:lnTo>
                    <a:pt x="6" y="20"/>
                  </a:lnTo>
                  <a:lnTo>
                    <a:pt x="2" y="16"/>
                  </a:lnTo>
                  <a:lnTo>
                    <a:pt x="0" y="8"/>
                  </a:lnTo>
                  <a:lnTo>
                    <a:pt x="0" y="2"/>
                  </a:lnTo>
                  <a:lnTo>
                    <a:pt x="4" y="2"/>
                  </a:lnTo>
                  <a:lnTo>
                    <a:pt x="12" y="2"/>
                  </a:lnTo>
                  <a:lnTo>
                    <a:pt x="26" y="2"/>
                  </a:lnTo>
                  <a:lnTo>
                    <a:pt x="36" y="4"/>
                  </a:lnTo>
                  <a:lnTo>
                    <a:pt x="54" y="10"/>
                  </a:lnTo>
                  <a:lnTo>
                    <a:pt x="50" y="4"/>
                  </a:lnTo>
                  <a:lnTo>
                    <a:pt x="54" y="2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6" y="2"/>
                  </a:lnTo>
                  <a:lnTo>
                    <a:pt x="70" y="2"/>
                  </a:lnTo>
                  <a:lnTo>
                    <a:pt x="74" y="2"/>
                  </a:lnTo>
                  <a:lnTo>
                    <a:pt x="78" y="10"/>
                  </a:lnTo>
                  <a:lnTo>
                    <a:pt x="82" y="12"/>
                  </a:lnTo>
                  <a:lnTo>
                    <a:pt x="93" y="12"/>
                  </a:lnTo>
                  <a:lnTo>
                    <a:pt x="119" y="20"/>
                  </a:lnTo>
                  <a:lnTo>
                    <a:pt x="133" y="26"/>
                  </a:lnTo>
                  <a:lnTo>
                    <a:pt x="143" y="30"/>
                  </a:lnTo>
                  <a:lnTo>
                    <a:pt x="135" y="36"/>
                  </a:lnTo>
                  <a:lnTo>
                    <a:pt x="127" y="38"/>
                  </a:lnTo>
                  <a:lnTo>
                    <a:pt x="119" y="38"/>
                  </a:lnTo>
                  <a:lnTo>
                    <a:pt x="115" y="34"/>
                  </a:lnTo>
                  <a:lnTo>
                    <a:pt x="107" y="28"/>
                  </a:lnTo>
                  <a:lnTo>
                    <a:pt x="97" y="20"/>
                  </a:lnTo>
                  <a:lnTo>
                    <a:pt x="93" y="18"/>
                  </a:lnTo>
                  <a:lnTo>
                    <a:pt x="89" y="16"/>
                  </a:lnTo>
                  <a:lnTo>
                    <a:pt x="82" y="18"/>
                  </a:lnTo>
                  <a:lnTo>
                    <a:pt x="80" y="22"/>
                  </a:lnTo>
                  <a:lnTo>
                    <a:pt x="80" y="34"/>
                  </a:lnTo>
                  <a:lnTo>
                    <a:pt x="76" y="34"/>
                  </a:lnTo>
                  <a:lnTo>
                    <a:pt x="74" y="36"/>
                  </a:lnTo>
                  <a:lnTo>
                    <a:pt x="70" y="42"/>
                  </a:lnTo>
                  <a:lnTo>
                    <a:pt x="68" y="48"/>
                  </a:lnTo>
                  <a:lnTo>
                    <a:pt x="66" y="50"/>
                  </a:lnTo>
                  <a:lnTo>
                    <a:pt x="62" y="50"/>
                  </a:lnTo>
                  <a:lnTo>
                    <a:pt x="56" y="48"/>
                  </a:lnTo>
                  <a:lnTo>
                    <a:pt x="48" y="46"/>
                  </a:lnTo>
                  <a:lnTo>
                    <a:pt x="34" y="34"/>
                  </a:lnTo>
                  <a:lnTo>
                    <a:pt x="24" y="26"/>
                  </a:lnTo>
                  <a:lnTo>
                    <a:pt x="16" y="22"/>
                  </a:lnTo>
                  <a:lnTo>
                    <a:pt x="8" y="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480" bIns="42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6" name=""/>
            <p:cNvSpPr/>
            <p:nvPr/>
          </p:nvSpPr>
          <p:spPr>
            <a:xfrm>
              <a:off x="5031720" y="1659960"/>
              <a:ext cx="167400" cy="32760"/>
            </a:xfrm>
            <a:custGeom>
              <a:avLst/>
              <a:gdLst/>
              <a:ahLst/>
              <a:rect l="l" t="t" r="r" b="b"/>
              <a:pathLst>
                <a:path w="85" h="18">
                  <a:moveTo>
                    <a:pt x="31" y="18"/>
                  </a:moveTo>
                  <a:lnTo>
                    <a:pt x="23" y="16"/>
                  </a:lnTo>
                  <a:lnTo>
                    <a:pt x="15" y="14"/>
                  </a:lnTo>
                  <a:lnTo>
                    <a:pt x="6" y="10"/>
                  </a:lnTo>
                  <a:lnTo>
                    <a:pt x="0" y="6"/>
                  </a:lnTo>
                  <a:lnTo>
                    <a:pt x="6" y="4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7" y="2"/>
                  </a:lnTo>
                  <a:lnTo>
                    <a:pt x="41" y="4"/>
                  </a:lnTo>
                  <a:lnTo>
                    <a:pt x="55" y="4"/>
                  </a:lnTo>
                  <a:lnTo>
                    <a:pt x="71" y="6"/>
                  </a:lnTo>
                  <a:lnTo>
                    <a:pt x="85" y="8"/>
                  </a:lnTo>
                  <a:lnTo>
                    <a:pt x="79" y="12"/>
                  </a:lnTo>
                  <a:lnTo>
                    <a:pt x="73" y="14"/>
                  </a:lnTo>
                  <a:lnTo>
                    <a:pt x="67" y="18"/>
                  </a:lnTo>
                  <a:lnTo>
                    <a:pt x="63" y="18"/>
                  </a:lnTo>
                  <a:lnTo>
                    <a:pt x="47" y="18"/>
                  </a:lnTo>
                  <a:lnTo>
                    <a:pt x="31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7" name=""/>
            <p:cNvSpPr/>
            <p:nvPr/>
          </p:nvSpPr>
          <p:spPr>
            <a:xfrm>
              <a:off x="5106960" y="2689200"/>
              <a:ext cx="107280" cy="68040"/>
            </a:xfrm>
            <a:custGeom>
              <a:avLst/>
              <a:gdLst/>
              <a:ahLst/>
              <a:rect l="l" t="t" r="r" b="b"/>
              <a:pathLst>
                <a:path w="54" h="38">
                  <a:moveTo>
                    <a:pt x="46" y="6"/>
                  </a:moveTo>
                  <a:lnTo>
                    <a:pt x="48" y="16"/>
                  </a:lnTo>
                  <a:lnTo>
                    <a:pt x="54" y="22"/>
                  </a:lnTo>
                  <a:lnTo>
                    <a:pt x="52" y="28"/>
                  </a:lnTo>
                  <a:lnTo>
                    <a:pt x="44" y="30"/>
                  </a:lnTo>
                  <a:lnTo>
                    <a:pt x="40" y="38"/>
                  </a:lnTo>
                  <a:lnTo>
                    <a:pt x="30" y="32"/>
                  </a:lnTo>
                  <a:lnTo>
                    <a:pt x="28" y="30"/>
                  </a:lnTo>
                  <a:lnTo>
                    <a:pt x="16" y="26"/>
                  </a:lnTo>
                  <a:lnTo>
                    <a:pt x="10" y="20"/>
                  </a:lnTo>
                  <a:lnTo>
                    <a:pt x="6" y="14"/>
                  </a:lnTo>
                  <a:lnTo>
                    <a:pt x="0" y="6"/>
                  </a:lnTo>
                  <a:lnTo>
                    <a:pt x="0" y="2"/>
                  </a:lnTo>
                  <a:lnTo>
                    <a:pt x="6" y="2"/>
                  </a:lnTo>
                  <a:lnTo>
                    <a:pt x="12" y="0"/>
                  </a:lnTo>
                  <a:lnTo>
                    <a:pt x="20" y="0"/>
                  </a:lnTo>
                  <a:lnTo>
                    <a:pt x="36" y="0"/>
                  </a:lnTo>
                  <a:lnTo>
                    <a:pt x="40" y="6"/>
                  </a:lnTo>
                  <a:lnTo>
                    <a:pt x="46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240" bIns="21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8" name=""/>
            <p:cNvSpPr/>
            <p:nvPr/>
          </p:nvSpPr>
          <p:spPr>
            <a:xfrm>
              <a:off x="5076000" y="2647440"/>
              <a:ext cx="126360" cy="92160"/>
            </a:xfrm>
            <a:custGeom>
              <a:avLst/>
              <a:gdLst/>
              <a:ahLst/>
              <a:rect l="l" t="t" r="r" b="b"/>
              <a:pathLst>
                <a:path w="64" h="52">
                  <a:moveTo>
                    <a:pt x="28" y="0"/>
                  </a:moveTo>
                  <a:lnTo>
                    <a:pt x="38" y="10"/>
                  </a:lnTo>
                  <a:lnTo>
                    <a:pt x="44" y="12"/>
                  </a:lnTo>
                  <a:lnTo>
                    <a:pt x="48" y="12"/>
                  </a:lnTo>
                  <a:lnTo>
                    <a:pt x="58" y="10"/>
                  </a:lnTo>
                  <a:lnTo>
                    <a:pt x="64" y="24"/>
                  </a:lnTo>
                  <a:lnTo>
                    <a:pt x="62" y="30"/>
                  </a:lnTo>
                  <a:lnTo>
                    <a:pt x="56" y="30"/>
                  </a:lnTo>
                  <a:lnTo>
                    <a:pt x="52" y="24"/>
                  </a:lnTo>
                  <a:lnTo>
                    <a:pt x="36" y="24"/>
                  </a:lnTo>
                  <a:lnTo>
                    <a:pt x="28" y="24"/>
                  </a:lnTo>
                  <a:lnTo>
                    <a:pt x="22" y="26"/>
                  </a:lnTo>
                  <a:lnTo>
                    <a:pt x="16" y="26"/>
                  </a:lnTo>
                  <a:lnTo>
                    <a:pt x="16" y="30"/>
                  </a:lnTo>
                  <a:lnTo>
                    <a:pt x="22" y="38"/>
                  </a:lnTo>
                  <a:lnTo>
                    <a:pt x="26" y="44"/>
                  </a:lnTo>
                  <a:lnTo>
                    <a:pt x="32" y="50"/>
                  </a:lnTo>
                  <a:lnTo>
                    <a:pt x="18" y="52"/>
                  </a:lnTo>
                  <a:lnTo>
                    <a:pt x="8" y="36"/>
                  </a:lnTo>
                  <a:lnTo>
                    <a:pt x="0" y="18"/>
                  </a:lnTo>
                  <a:lnTo>
                    <a:pt x="8" y="18"/>
                  </a:lnTo>
                  <a:lnTo>
                    <a:pt x="12" y="10"/>
                  </a:lnTo>
                  <a:lnTo>
                    <a:pt x="14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360" bIns="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9" name=""/>
            <p:cNvSpPr/>
            <p:nvPr/>
          </p:nvSpPr>
          <p:spPr>
            <a:xfrm>
              <a:off x="5146200" y="1924560"/>
              <a:ext cx="290520" cy="300240"/>
            </a:xfrm>
            <a:custGeom>
              <a:avLst/>
              <a:gdLst/>
              <a:ahLst/>
              <a:rect l="l" t="t" r="r" b="b"/>
              <a:pathLst>
                <a:path w="146" h="168">
                  <a:moveTo>
                    <a:pt x="98" y="16"/>
                  </a:moveTo>
                  <a:lnTo>
                    <a:pt x="92" y="20"/>
                  </a:lnTo>
                  <a:lnTo>
                    <a:pt x="90" y="24"/>
                  </a:lnTo>
                  <a:lnTo>
                    <a:pt x="90" y="26"/>
                  </a:lnTo>
                  <a:lnTo>
                    <a:pt x="90" y="30"/>
                  </a:lnTo>
                  <a:lnTo>
                    <a:pt x="92" y="32"/>
                  </a:lnTo>
                  <a:lnTo>
                    <a:pt x="100" y="34"/>
                  </a:lnTo>
                  <a:lnTo>
                    <a:pt x="108" y="36"/>
                  </a:lnTo>
                  <a:lnTo>
                    <a:pt x="110" y="38"/>
                  </a:lnTo>
                  <a:lnTo>
                    <a:pt x="110" y="40"/>
                  </a:lnTo>
                  <a:lnTo>
                    <a:pt x="110" y="44"/>
                  </a:lnTo>
                  <a:lnTo>
                    <a:pt x="108" y="48"/>
                  </a:lnTo>
                  <a:lnTo>
                    <a:pt x="104" y="50"/>
                  </a:lnTo>
                  <a:lnTo>
                    <a:pt x="104" y="54"/>
                  </a:lnTo>
                  <a:lnTo>
                    <a:pt x="106" y="56"/>
                  </a:lnTo>
                  <a:lnTo>
                    <a:pt x="108" y="54"/>
                  </a:lnTo>
                  <a:lnTo>
                    <a:pt x="114" y="54"/>
                  </a:lnTo>
                  <a:lnTo>
                    <a:pt x="114" y="64"/>
                  </a:lnTo>
                  <a:lnTo>
                    <a:pt x="118" y="76"/>
                  </a:lnTo>
                  <a:lnTo>
                    <a:pt x="120" y="82"/>
                  </a:lnTo>
                  <a:lnTo>
                    <a:pt x="122" y="86"/>
                  </a:lnTo>
                  <a:lnTo>
                    <a:pt x="126" y="88"/>
                  </a:lnTo>
                  <a:lnTo>
                    <a:pt x="126" y="92"/>
                  </a:lnTo>
                  <a:lnTo>
                    <a:pt x="128" y="98"/>
                  </a:lnTo>
                  <a:lnTo>
                    <a:pt x="130" y="102"/>
                  </a:lnTo>
                  <a:lnTo>
                    <a:pt x="130" y="108"/>
                  </a:lnTo>
                  <a:lnTo>
                    <a:pt x="140" y="112"/>
                  </a:lnTo>
                  <a:lnTo>
                    <a:pt x="146" y="118"/>
                  </a:lnTo>
                  <a:lnTo>
                    <a:pt x="146" y="130"/>
                  </a:lnTo>
                  <a:lnTo>
                    <a:pt x="136" y="132"/>
                  </a:lnTo>
                  <a:lnTo>
                    <a:pt x="128" y="138"/>
                  </a:lnTo>
                  <a:lnTo>
                    <a:pt x="122" y="144"/>
                  </a:lnTo>
                  <a:lnTo>
                    <a:pt x="118" y="150"/>
                  </a:lnTo>
                  <a:lnTo>
                    <a:pt x="112" y="154"/>
                  </a:lnTo>
                  <a:lnTo>
                    <a:pt x="106" y="158"/>
                  </a:lnTo>
                  <a:lnTo>
                    <a:pt x="96" y="158"/>
                  </a:lnTo>
                  <a:lnTo>
                    <a:pt x="90" y="160"/>
                  </a:lnTo>
                  <a:lnTo>
                    <a:pt x="88" y="162"/>
                  </a:lnTo>
                  <a:lnTo>
                    <a:pt x="86" y="162"/>
                  </a:lnTo>
                  <a:lnTo>
                    <a:pt x="78" y="162"/>
                  </a:lnTo>
                  <a:lnTo>
                    <a:pt x="70" y="164"/>
                  </a:lnTo>
                  <a:lnTo>
                    <a:pt x="64" y="164"/>
                  </a:lnTo>
                  <a:lnTo>
                    <a:pt x="50" y="168"/>
                  </a:lnTo>
                  <a:lnTo>
                    <a:pt x="44" y="166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4" y="158"/>
                  </a:lnTo>
                  <a:lnTo>
                    <a:pt x="32" y="156"/>
                  </a:lnTo>
                  <a:lnTo>
                    <a:pt x="28" y="152"/>
                  </a:lnTo>
                  <a:lnTo>
                    <a:pt x="24" y="138"/>
                  </a:lnTo>
                  <a:lnTo>
                    <a:pt x="20" y="118"/>
                  </a:lnTo>
                  <a:lnTo>
                    <a:pt x="22" y="108"/>
                  </a:lnTo>
                  <a:lnTo>
                    <a:pt x="26" y="104"/>
                  </a:lnTo>
                  <a:lnTo>
                    <a:pt x="34" y="100"/>
                  </a:lnTo>
                  <a:lnTo>
                    <a:pt x="40" y="94"/>
                  </a:lnTo>
                  <a:lnTo>
                    <a:pt x="50" y="90"/>
                  </a:lnTo>
                  <a:lnTo>
                    <a:pt x="58" y="86"/>
                  </a:lnTo>
                  <a:lnTo>
                    <a:pt x="62" y="80"/>
                  </a:lnTo>
                  <a:lnTo>
                    <a:pt x="64" y="74"/>
                  </a:lnTo>
                  <a:lnTo>
                    <a:pt x="54" y="74"/>
                  </a:lnTo>
                  <a:lnTo>
                    <a:pt x="44" y="74"/>
                  </a:lnTo>
                  <a:lnTo>
                    <a:pt x="40" y="62"/>
                  </a:lnTo>
                  <a:lnTo>
                    <a:pt x="38" y="54"/>
                  </a:lnTo>
                  <a:lnTo>
                    <a:pt x="36" y="46"/>
                  </a:lnTo>
                  <a:lnTo>
                    <a:pt x="32" y="34"/>
                  </a:lnTo>
                  <a:lnTo>
                    <a:pt x="26" y="28"/>
                  </a:lnTo>
                  <a:lnTo>
                    <a:pt x="16" y="26"/>
                  </a:lnTo>
                  <a:lnTo>
                    <a:pt x="8" y="22"/>
                  </a:lnTo>
                  <a:lnTo>
                    <a:pt x="0" y="18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8" y="16"/>
                  </a:lnTo>
                  <a:lnTo>
                    <a:pt x="16" y="18"/>
                  </a:lnTo>
                  <a:lnTo>
                    <a:pt x="26" y="20"/>
                  </a:lnTo>
                  <a:lnTo>
                    <a:pt x="36" y="24"/>
                  </a:lnTo>
                  <a:lnTo>
                    <a:pt x="46" y="26"/>
                  </a:lnTo>
                  <a:lnTo>
                    <a:pt x="52" y="26"/>
                  </a:lnTo>
                  <a:lnTo>
                    <a:pt x="56" y="22"/>
                  </a:lnTo>
                  <a:lnTo>
                    <a:pt x="58" y="18"/>
                  </a:lnTo>
                  <a:lnTo>
                    <a:pt x="60" y="14"/>
                  </a:lnTo>
                  <a:lnTo>
                    <a:pt x="60" y="8"/>
                  </a:lnTo>
                  <a:lnTo>
                    <a:pt x="62" y="4"/>
                  </a:lnTo>
                  <a:lnTo>
                    <a:pt x="64" y="2"/>
                  </a:lnTo>
                  <a:lnTo>
                    <a:pt x="70" y="0"/>
                  </a:lnTo>
                  <a:lnTo>
                    <a:pt x="82" y="2"/>
                  </a:lnTo>
                  <a:lnTo>
                    <a:pt x="90" y="6"/>
                  </a:lnTo>
                  <a:lnTo>
                    <a:pt x="96" y="10"/>
                  </a:lnTo>
                  <a:lnTo>
                    <a:pt x="104" y="14"/>
                  </a:lnTo>
                  <a:lnTo>
                    <a:pt x="98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0" name=""/>
            <p:cNvSpPr/>
            <p:nvPr/>
          </p:nvSpPr>
          <p:spPr>
            <a:xfrm>
              <a:off x="5365080" y="2999520"/>
              <a:ext cx="82080" cy="14040"/>
            </a:xfrm>
            <a:custGeom>
              <a:avLst/>
              <a:gdLst/>
              <a:ahLst/>
              <a:rect l="l" t="t" r="r" b="b"/>
              <a:pathLst>
                <a:path w="42" h="8">
                  <a:moveTo>
                    <a:pt x="20" y="2"/>
                  </a:moveTo>
                  <a:lnTo>
                    <a:pt x="8" y="2"/>
                  </a:lnTo>
                  <a:lnTo>
                    <a:pt x="0" y="0"/>
                  </a:lnTo>
                  <a:lnTo>
                    <a:pt x="4" y="2"/>
                  </a:lnTo>
                  <a:lnTo>
                    <a:pt x="8" y="6"/>
                  </a:lnTo>
                  <a:lnTo>
                    <a:pt x="22" y="8"/>
                  </a:lnTo>
                  <a:lnTo>
                    <a:pt x="34" y="8"/>
                  </a:lnTo>
                  <a:lnTo>
                    <a:pt x="42" y="6"/>
                  </a:lnTo>
                  <a:lnTo>
                    <a:pt x="36" y="2"/>
                  </a:lnTo>
                  <a:lnTo>
                    <a:pt x="32" y="0"/>
                  </a:lnTo>
                  <a:lnTo>
                    <a:pt x="20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1" name=""/>
            <p:cNvSpPr/>
            <p:nvPr/>
          </p:nvSpPr>
          <p:spPr>
            <a:xfrm>
              <a:off x="4730400" y="2853360"/>
              <a:ext cx="32400" cy="17640"/>
            </a:xfrm>
            <a:custGeom>
              <a:avLst/>
              <a:gdLst/>
              <a:ahLst/>
              <a:rect l="l" t="t" r="r" b="b"/>
              <a:pathLst>
                <a:path w="16" h="10">
                  <a:moveTo>
                    <a:pt x="16" y="6"/>
                  </a:moveTo>
                  <a:lnTo>
                    <a:pt x="12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10"/>
                  </a:lnTo>
                  <a:lnTo>
                    <a:pt x="16" y="10"/>
                  </a:lnTo>
                  <a:lnTo>
                    <a:pt x="14" y="4"/>
                  </a:lnTo>
                  <a:lnTo>
                    <a:pt x="16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160" bIns="-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2" name=""/>
            <p:cNvSpPr/>
            <p:nvPr/>
          </p:nvSpPr>
          <p:spPr>
            <a:xfrm>
              <a:off x="4489560" y="2249280"/>
              <a:ext cx="217080" cy="275760"/>
            </a:xfrm>
            <a:custGeom>
              <a:avLst/>
              <a:gdLst/>
              <a:ahLst/>
              <a:rect l="l" t="t" r="r" b="b"/>
              <a:pathLst>
                <a:path w="110" h="154">
                  <a:moveTo>
                    <a:pt x="76" y="82"/>
                  </a:moveTo>
                  <a:lnTo>
                    <a:pt x="82" y="86"/>
                  </a:lnTo>
                  <a:lnTo>
                    <a:pt x="88" y="90"/>
                  </a:lnTo>
                  <a:lnTo>
                    <a:pt x="90" y="94"/>
                  </a:lnTo>
                  <a:lnTo>
                    <a:pt x="90" y="100"/>
                  </a:lnTo>
                  <a:lnTo>
                    <a:pt x="90" y="104"/>
                  </a:lnTo>
                  <a:lnTo>
                    <a:pt x="90" y="108"/>
                  </a:lnTo>
                  <a:lnTo>
                    <a:pt x="94" y="106"/>
                  </a:lnTo>
                  <a:lnTo>
                    <a:pt x="104" y="104"/>
                  </a:lnTo>
                  <a:lnTo>
                    <a:pt x="108" y="110"/>
                  </a:lnTo>
                  <a:lnTo>
                    <a:pt x="110" y="114"/>
                  </a:lnTo>
                  <a:lnTo>
                    <a:pt x="108" y="118"/>
                  </a:lnTo>
                  <a:lnTo>
                    <a:pt x="104" y="122"/>
                  </a:lnTo>
                  <a:lnTo>
                    <a:pt x="94" y="128"/>
                  </a:lnTo>
                  <a:lnTo>
                    <a:pt x="94" y="130"/>
                  </a:lnTo>
                  <a:lnTo>
                    <a:pt x="98" y="132"/>
                  </a:lnTo>
                  <a:lnTo>
                    <a:pt x="104" y="134"/>
                  </a:lnTo>
                  <a:lnTo>
                    <a:pt x="102" y="138"/>
                  </a:lnTo>
                  <a:lnTo>
                    <a:pt x="98" y="142"/>
                  </a:lnTo>
                  <a:lnTo>
                    <a:pt x="92" y="144"/>
                  </a:lnTo>
                  <a:lnTo>
                    <a:pt x="82" y="144"/>
                  </a:lnTo>
                  <a:lnTo>
                    <a:pt x="66" y="144"/>
                  </a:lnTo>
                  <a:lnTo>
                    <a:pt x="5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2"/>
                  </a:lnTo>
                  <a:lnTo>
                    <a:pt x="34" y="152"/>
                  </a:lnTo>
                  <a:lnTo>
                    <a:pt x="26" y="154"/>
                  </a:lnTo>
                  <a:lnTo>
                    <a:pt x="18" y="154"/>
                  </a:lnTo>
                  <a:lnTo>
                    <a:pt x="12" y="154"/>
                  </a:lnTo>
                  <a:lnTo>
                    <a:pt x="14" y="148"/>
                  </a:lnTo>
                  <a:lnTo>
                    <a:pt x="18" y="144"/>
                  </a:lnTo>
                  <a:lnTo>
                    <a:pt x="24" y="142"/>
                  </a:lnTo>
                  <a:lnTo>
                    <a:pt x="30" y="140"/>
                  </a:lnTo>
                  <a:lnTo>
                    <a:pt x="42" y="136"/>
                  </a:lnTo>
                  <a:lnTo>
                    <a:pt x="46" y="132"/>
                  </a:lnTo>
                  <a:lnTo>
                    <a:pt x="50" y="128"/>
                  </a:lnTo>
                  <a:lnTo>
                    <a:pt x="32" y="126"/>
                  </a:lnTo>
                  <a:lnTo>
                    <a:pt x="24" y="124"/>
                  </a:lnTo>
                  <a:lnTo>
                    <a:pt x="18" y="122"/>
                  </a:lnTo>
                  <a:lnTo>
                    <a:pt x="26" y="114"/>
                  </a:lnTo>
                  <a:lnTo>
                    <a:pt x="36" y="108"/>
                  </a:lnTo>
                  <a:lnTo>
                    <a:pt x="36" y="104"/>
                  </a:lnTo>
                  <a:lnTo>
                    <a:pt x="36" y="100"/>
                  </a:lnTo>
                  <a:lnTo>
                    <a:pt x="38" y="98"/>
                  </a:lnTo>
                  <a:lnTo>
                    <a:pt x="40" y="94"/>
                  </a:lnTo>
                  <a:lnTo>
                    <a:pt x="48" y="90"/>
                  </a:lnTo>
                  <a:lnTo>
                    <a:pt x="42" y="84"/>
                  </a:lnTo>
                  <a:lnTo>
                    <a:pt x="40" y="80"/>
                  </a:lnTo>
                  <a:lnTo>
                    <a:pt x="40" y="76"/>
                  </a:lnTo>
                  <a:lnTo>
                    <a:pt x="40" y="70"/>
                  </a:lnTo>
                  <a:lnTo>
                    <a:pt x="42" y="68"/>
                  </a:lnTo>
                  <a:lnTo>
                    <a:pt x="40" y="62"/>
                  </a:lnTo>
                  <a:lnTo>
                    <a:pt x="38" y="58"/>
                  </a:lnTo>
                  <a:lnTo>
                    <a:pt x="14" y="58"/>
                  </a:lnTo>
                  <a:lnTo>
                    <a:pt x="12" y="56"/>
                  </a:lnTo>
                  <a:lnTo>
                    <a:pt x="12" y="50"/>
                  </a:lnTo>
                  <a:lnTo>
                    <a:pt x="10" y="48"/>
                  </a:lnTo>
                  <a:lnTo>
                    <a:pt x="6" y="46"/>
                  </a:lnTo>
                  <a:lnTo>
                    <a:pt x="12" y="36"/>
                  </a:lnTo>
                  <a:lnTo>
                    <a:pt x="6" y="32"/>
                  </a:lnTo>
                  <a:lnTo>
                    <a:pt x="0" y="28"/>
                  </a:lnTo>
                  <a:lnTo>
                    <a:pt x="10" y="20"/>
                  </a:lnTo>
                  <a:lnTo>
                    <a:pt x="22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48" y="8"/>
                  </a:lnTo>
                  <a:lnTo>
                    <a:pt x="46" y="12"/>
                  </a:lnTo>
                  <a:lnTo>
                    <a:pt x="42" y="16"/>
                  </a:lnTo>
                  <a:lnTo>
                    <a:pt x="38" y="20"/>
                  </a:lnTo>
                  <a:lnTo>
                    <a:pt x="46" y="22"/>
                  </a:lnTo>
                  <a:lnTo>
                    <a:pt x="54" y="22"/>
                  </a:lnTo>
                  <a:lnTo>
                    <a:pt x="60" y="24"/>
                  </a:lnTo>
                  <a:lnTo>
                    <a:pt x="66" y="26"/>
                  </a:lnTo>
                  <a:lnTo>
                    <a:pt x="58" y="36"/>
                  </a:lnTo>
                  <a:lnTo>
                    <a:pt x="54" y="40"/>
                  </a:lnTo>
                  <a:lnTo>
                    <a:pt x="54" y="46"/>
                  </a:lnTo>
                  <a:lnTo>
                    <a:pt x="56" y="56"/>
                  </a:lnTo>
                  <a:lnTo>
                    <a:pt x="62" y="64"/>
                  </a:lnTo>
                  <a:lnTo>
                    <a:pt x="74" y="82"/>
                  </a:lnTo>
                  <a:lnTo>
                    <a:pt x="76" y="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3" name=""/>
            <p:cNvSpPr/>
            <p:nvPr/>
          </p:nvSpPr>
          <p:spPr>
            <a:xfrm>
              <a:off x="4393800" y="2368080"/>
              <a:ext cx="117720" cy="113400"/>
            </a:xfrm>
            <a:custGeom>
              <a:avLst/>
              <a:gdLst/>
              <a:ahLst/>
              <a:rect l="l" t="t" r="r" b="b"/>
              <a:pathLst>
                <a:path w="60" h="64">
                  <a:moveTo>
                    <a:pt x="32" y="20"/>
                  </a:moveTo>
                  <a:lnTo>
                    <a:pt x="32" y="4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0" y="2"/>
                  </a:lnTo>
                  <a:lnTo>
                    <a:pt x="60" y="6"/>
                  </a:lnTo>
                  <a:lnTo>
                    <a:pt x="58" y="14"/>
                  </a:lnTo>
                  <a:lnTo>
                    <a:pt x="54" y="18"/>
                  </a:lnTo>
                  <a:lnTo>
                    <a:pt x="50" y="20"/>
                  </a:lnTo>
                  <a:lnTo>
                    <a:pt x="48" y="24"/>
                  </a:lnTo>
                  <a:lnTo>
                    <a:pt x="50" y="26"/>
                  </a:lnTo>
                  <a:lnTo>
                    <a:pt x="52" y="30"/>
                  </a:lnTo>
                  <a:lnTo>
                    <a:pt x="54" y="32"/>
                  </a:lnTo>
                  <a:lnTo>
                    <a:pt x="56" y="36"/>
                  </a:lnTo>
                  <a:lnTo>
                    <a:pt x="54" y="42"/>
                  </a:lnTo>
                  <a:lnTo>
                    <a:pt x="50" y="46"/>
                  </a:lnTo>
                  <a:lnTo>
                    <a:pt x="38" y="54"/>
                  </a:lnTo>
                  <a:lnTo>
                    <a:pt x="24" y="62"/>
                  </a:lnTo>
                  <a:lnTo>
                    <a:pt x="16" y="64"/>
                  </a:lnTo>
                  <a:lnTo>
                    <a:pt x="10" y="64"/>
                  </a:lnTo>
                  <a:lnTo>
                    <a:pt x="6" y="64"/>
                  </a:lnTo>
                  <a:lnTo>
                    <a:pt x="4" y="62"/>
                  </a:lnTo>
                  <a:lnTo>
                    <a:pt x="0" y="56"/>
                  </a:lnTo>
                  <a:lnTo>
                    <a:pt x="2" y="52"/>
                  </a:lnTo>
                  <a:lnTo>
                    <a:pt x="6" y="48"/>
                  </a:lnTo>
                  <a:lnTo>
                    <a:pt x="14" y="40"/>
                  </a:lnTo>
                  <a:lnTo>
                    <a:pt x="6" y="34"/>
                  </a:lnTo>
                  <a:lnTo>
                    <a:pt x="2" y="30"/>
                  </a:lnTo>
                  <a:lnTo>
                    <a:pt x="6" y="26"/>
                  </a:lnTo>
                  <a:lnTo>
                    <a:pt x="4" y="20"/>
                  </a:lnTo>
                  <a:lnTo>
                    <a:pt x="10" y="18"/>
                  </a:lnTo>
                  <a:lnTo>
                    <a:pt x="20" y="16"/>
                  </a:lnTo>
                  <a:lnTo>
                    <a:pt x="26" y="18"/>
                  </a:lnTo>
                  <a:lnTo>
                    <a:pt x="32" y="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4" name=""/>
            <p:cNvSpPr/>
            <p:nvPr/>
          </p:nvSpPr>
          <p:spPr>
            <a:xfrm>
              <a:off x="4920480" y="2757240"/>
              <a:ext cx="18360" cy="50400"/>
            </a:xfrm>
            <a:custGeom>
              <a:avLst/>
              <a:gdLst/>
              <a:ahLst/>
              <a:rect l="l" t="t" r="r" b="b"/>
              <a:pathLst>
                <a:path w="10" h="28">
                  <a:moveTo>
                    <a:pt x="0" y="28"/>
                  </a:moveTo>
                  <a:lnTo>
                    <a:pt x="0" y="12"/>
                  </a:lnTo>
                  <a:lnTo>
                    <a:pt x="2" y="6"/>
                  </a:lnTo>
                  <a:lnTo>
                    <a:pt x="6" y="0"/>
                  </a:lnTo>
                  <a:lnTo>
                    <a:pt x="8" y="6"/>
                  </a:lnTo>
                  <a:lnTo>
                    <a:pt x="10" y="10"/>
                  </a:lnTo>
                  <a:lnTo>
                    <a:pt x="1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5" name=""/>
            <p:cNvSpPr/>
            <p:nvPr/>
          </p:nvSpPr>
          <p:spPr>
            <a:xfrm>
              <a:off x="4893120" y="2814480"/>
              <a:ext cx="54360" cy="71280"/>
            </a:xfrm>
            <a:custGeom>
              <a:avLst/>
              <a:gdLst/>
              <a:ahLst/>
              <a:rect l="l" t="t" r="r" b="b"/>
              <a:pathLst>
                <a:path w="28" h="40">
                  <a:moveTo>
                    <a:pt x="12" y="8"/>
                  </a:moveTo>
                  <a:lnTo>
                    <a:pt x="16" y="4"/>
                  </a:lnTo>
                  <a:lnTo>
                    <a:pt x="20" y="0"/>
                  </a:lnTo>
                  <a:lnTo>
                    <a:pt x="24" y="4"/>
                  </a:lnTo>
                  <a:lnTo>
                    <a:pt x="28" y="8"/>
                  </a:lnTo>
                  <a:lnTo>
                    <a:pt x="28" y="34"/>
                  </a:lnTo>
                  <a:lnTo>
                    <a:pt x="24" y="36"/>
                  </a:lnTo>
                  <a:lnTo>
                    <a:pt x="20" y="38"/>
                  </a:lnTo>
                  <a:lnTo>
                    <a:pt x="14" y="40"/>
                  </a:lnTo>
                  <a:lnTo>
                    <a:pt x="10" y="36"/>
                  </a:lnTo>
                  <a:lnTo>
                    <a:pt x="10" y="34"/>
                  </a:lnTo>
                  <a:lnTo>
                    <a:pt x="10" y="30"/>
                  </a:lnTo>
                  <a:lnTo>
                    <a:pt x="10" y="1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6"/>
                  </a:lnTo>
                  <a:lnTo>
                    <a:pt x="8" y="6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6" name=""/>
            <p:cNvSpPr/>
            <p:nvPr/>
          </p:nvSpPr>
          <p:spPr>
            <a:xfrm>
              <a:off x="5034960" y="2914920"/>
              <a:ext cx="82080" cy="42120"/>
            </a:xfrm>
            <a:custGeom>
              <a:avLst/>
              <a:gdLst/>
              <a:ahLst/>
              <a:rect l="l" t="t" r="r" b="b"/>
              <a:pathLst>
                <a:path w="41" h="24">
                  <a:moveTo>
                    <a:pt x="41" y="12"/>
                  </a:moveTo>
                  <a:lnTo>
                    <a:pt x="39" y="16"/>
                  </a:lnTo>
                  <a:lnTo>
                    <a:pt x="39" y="18"/>
                  </a:lnTo>
                  <a:lnTo>
                    <a:pt x="39" y="22"/>
                  </a:lnTo>
                  <a:lnTo>
                    <a:pt x="39" y="24"/>
                  </a:lnTo>
                  <a:lnTo>
                    <a:pt x="31" y="22"/>
                  </a:lnTo>
                  <a:lnTo>
                    <a:pt x="17" y="16"/>
                  </a:lnTo>
                  <a:lnTo>
                    <a:pt x="4" y="10"/>
                  </a:lnTo>
                  <a:lnTo>
                    <a:pt x="0" y="6"/>
                  </a:lnTo>
                  <a:lnTo>
                    <a:pt x="0" y="2"/>
                  </a:lnTo>
                  <a:lnTo>
                    <a:pt x="2" y="0"/>
                  </a:lnTo>
                  <a:lnTo>
                    <a:pt x="9" y="0"/>
                  </a:lnTo>
                  <a:lnTo>
                    <a:pt x="19" y="2"/>
                  </a:lnTo>
                  <a:lnTo>
                    <a:pt x="27" y="4"/>
                  </a:lnTo>
                  <a:lnTo>
                    <a:pt x="33" y="2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1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7" name=""/>
            <p:cNvSpPr/>
            <p:nvPr/>
          </p:nvSpPr>
          <p:spPr>
            <a:xfrm>
              <a:off x="4939200" y="2332080"/>
              <a:ext cx="47880" cy="53640"/>
            </a:xfrm>
            <a:custGeom>
              <a:avLst/>
              <a:gdLst/>
              <a:ahLst/>
              <a:rect l="l" t="t" r="r" b="b"/>
              <a:pathLst>
                <a:path w="24" h="30">
                  <a:moveTo>
                    <a:pt x="12" y="4"/>
                  </a:moveTo>
                  <a:lnTo>
                    <a:pt x="12" y="12"/>
                  </a:lnTo>
                  <a:lnTo>
                    <a:pt x="18" y="8"/>
                  </a:lnTo>
                  <a:lnTo>
                    <a:pt x="24" y="4"/>
                  </a:lnTo>
                  <a:lnTo>
                    <a:pt x="24" y="16"/>
                  </a:lnTo>
                  <a:lnTo>
                    <a:pt x="22" y="20"/>
                  </a:lnTo>
                  <a:lnTo>
                    <a:pt x="18" y="26"/>
                  </a:lnTo>
                  <a:lnTo>
                    <a:pt x="16" y="30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2" y="24"/>
                  </a:lnTo>
                  <a:lnTo>
                    <a:pt x="10" y="20"/>
                  </a:lnTo>
                  <a:lnTo>
                    <a:pt x="6" y="14"/>
                  </a:lnTo>
                  <a:lnTo>
                    <a:pt x="2" y="10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8" name=""/>
            <p:cNvSpPr/>
            <p:nvPr/>
          </p:nvSpPr>
          <p:spPr>
            <a:xfrm>
              <a:off x="4939200" y="1956960"/>
              <a:ext cx="295560" cy="399240"/>
            </a:xfrm>
            <a:custGeom>
              <a:avLst/>
              <a:gdLst/>
              <a:ahLst/>
              <a:rect l="l" t="t" r="r" b="b"/>
              <a:pathLst>
                <a:path w="149" h="224">
                  <a:moveTo>
                    <a:pt x="149" y="56"/>
                  </a:moveTo>
                  <a:lnTo>
                    <a:pt x="145" y="44"/>
                  </a:lnTo>
                  <a:lnTo>
                    <a:pt x="143" y="36"/>
                  </a:lnTo>
                  <a:lnTo>
                    <a:pt x="141" y="28"/>
                  </a:lnTo>
                  <a:lnTo>
                    <a:pt x="137" y="16"/>
                  </a:lnTo>
                  <a:lnTo>
                    <a:pt x="131" y="10"/>
                  </a:lnTo>
                  <a:lnTo>
                    <a:pt x="121" y="8"/>
                  </a:lnTo>
                  <a:lnTo>
                    <a:pt x="113" y="4"/>
                  </a:lnTo>
                  <a:lnTo>
                    <a:pt x="105" y="0"/>
                  </a:lnTo>
                  <a:lnTo>
                    <a:pt x="97" y="4"/>
                  </a:lnTo>
                  <a:lnTo>
                    <a:pt x="89" y="6"/>
                  </a:lnTo>
                  <a:lnTo>
                    <a:pt x="77" y="6"/>
                  </a:lnTo>
                  <a:lnTo>
                    <a:pt x="65" y="8"/>
                  </a:lnTo>
                  <a:lnTo>
                    <a:pt x="59" y="12"/>
                  </a:lnTo>
                  <a:lnTo>
                    <a:pt x="50" y="22"/>
                  </a:lnTo>
                  <a:lnTo>
                    <a:pt x="42" y="32"/>
                  </a:lnTo>
                  <a:lnTo>
                    <a:pt x="36" y="42"/>
                  </a:lnTo>
                  <a:lnTo>
                    <a:pt x="32" y="54"/>
                  </a:lnTo>
                  <a:lnTo>
                    <a:pt x="30" y="64"/>
                  </a:lnTo>
                  <a:lnTo>
                    <a:pt x="30" y="76"/>
                  </a:lnTo>
                  <a:lnTo>
                    <a:pt x="22" y="76"/>
                  </a:lnTo>
                  <a:lnTo>
                    <a:pt x="12" y="76"/>
                  </a:lnTo>
                  <a:lnTo>
                    <a:pt x="8" y="78"/>
                  </a:lnTo>
                  <a:lnTo>
                    <a:pt x="6" y="82"/>
                  </a:lnTo>
                  <a:lnTo>
                    <a:pt x="4" y="86"/>
                  </a:lnTo>
                  <a:lnTo>
                    <a:pt x="4" y="90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2" y="122"/>
                  </a:lnTo>
                  <a:lnTo>
                    <a:pt x="12" y="130"/>
                  </a:lnTo>
                  <a:lnTo>
                    <a:pt x="12" y="132"/>
                  </a:lnTo>
                  <a:lnTo>
                    <a:pt x="14" y="134"/>
                  </a:lnTo>
                  <a:lnTo>
                    <a:pt x="20" y="138"/>
                  </a:lnTo>
                  <a:lnTo>
                    <a:pt x="0" y="168"/>
                  </a:lnTo>
                  <a:lnTo>
                    <a:pt x="4" y="172"/>
                  </a:lnTo>
                  <a:lnTo>
                    <a:pt x="14" y="182"/>
                  </a:lnTo>
                  <a:lnTo>
                    <a:pt x="28" y="202"/>
                  </a:lnTo>
                  <a:lnTo>
                    <a:pt x="30" y="204"/>
                  </a:lnTo>
                  <a:lnTo>
                    <a:pt x="30" y="208"/>
                  </a:lnTo>
                  <a:lnTo>
                    <a:pt x="28" y="216"/>
                  </a:lnTo>
                  <a:lnTo>
                    <a:pt x="30" y="218"/>
                  </a:lnTo>
                  <a:lnTo>
                    <a:pt x="30" y="222"/>
                  </a:lnTo>
                  <a:lnTo>
                    <a:pt x="32" y="224"/>
                  </a:lnTo>
                  <a:lnTo>
                    <a:pt x="38" y="224"/>
                  </a:lnTo>
                  <a:lnTo>
                    <a:pt x="50" y="224"/>
                  </a:lnTo>
                  <a:lnTo>
                    <a:pt x="52" y="216"/>
                  </a:lnTo>
                  <a:lnTo>
                    <a:pt x="57" y="214"/>
                  </a:lnTo>
                  <a:lnTo>
                    <a:pt x="63" y="212"/>
                  </a:lnTo>
                  <a:lnTo>
                    <a:pt x="73" y="212"/>
                  </a:lnTo>
                  <a:lnTo>
                    <a:pt x="73" y="208"/>
                  </a:lnTo>
                  <a:lnTo>
                    <a:pt x="79" y="208"/>
                  </a:lnTo>
                  <a:lnTo>
                    <a:pt x="81" y="204"/>
                  </a:lnTo>
                  <a:lnTo>
                    <a:pt x="81" y="200"/>
                  </a:lnTo>
                  <a:lnTo>
                    <a:pt x="83" y="200"/>
                  </a:lnTo>
                  <a:lnTo>
                    <a:pt x="79" y="196"/>
                  </a:lnTo>
                  <a:lnTo>
                    <a:pt x="79" y="170"/>
                  </a:lnTo>
                  <a:lnTo>
                    <a:pt x="85" y="166"/>
                  </a:lnTo>
                  <a:lnTo>
                    <a:pt x="89" y="164"/>
                  </a:lnTo>
                  <a:lnTo>
                    <a:pt x="95" y="160"/>
                  </a:lnTo>
                  <a:lnTo>
                    <a:pt x="99" y="156"/>
                  </a:lnTo>
                  <a:lnTo>
                    <a:pt x="79" y="156"/>
                  </a:lnTo>
                  <a:lnTo>
                    <a:pt x="95" y="154"/>
                  </a:lnTo>
                  <a:lnTo>
                    <a:pt x="101" y="152"/>
                  </a:lnTo>
                  <a:lnTo>
                    <a:pt x="105" y="150"/>
                  </a:lnTo>
                  <a:lnTo>
                    <a:pt x="105" y="146"/>
                  </a:lnTo>
                  <a:lnTo>
                    <a:pt x="87" y="140"/>
                  </a:lnTo>
                  <a:lnTo>
                    <a:pt x="81" y="134"/>
                  </a:lnTo>
                  <a:lnTo>
                    <a:pt x="79" y="130"/>
                  </a:lnTo>
                  <a:lnTo>
                    <a:pt x="77" y="124"/>
                  </a:lnTo>
                  <a:lnTo>
                    <a:pt x="79" y="114"/>
                  </a:lnTo>
                  <a:lnTo>
                    <a:pt x="85" y="104"/>
                  </a:lnTo>
                  <a:lnTo>
                    <a:pt x="91" y="98"/>
                  </a:lnTo>
                  <a:lnTo>
                    <a:pt x="99" y="92"/>
                  </a:lnTo>
                  <a:lnTo>
                    <a:pt x="113" y="84"/>
                  </a:lnTo>
                  <a:lnTo>
                    <a:pt x="119" y="78"/>
                  </a:lnTo>
                  <a:lnTo>
                    <a:pt x="121" y="72"/>
                  </a:lnTo>
                  <a:lnTo>
                    <a:pt x="121" y="66"/>
                  </a:lnTo>
                  <a:lnTo>
                    <a:pt x="121" y="62"/>
                  </a:lnTo>
                  <a:lnTo>
                    <a:pt x="123" y="60"/>
                  </a:lnTo>
                  <a:lnTo>
                    <a:pt x="129" y="58"/>
                  </a:lnTo>
                  <a:lnTo>
                    <a:pt x="137" y="56"/>
                  </a:lnTo>
                  <a:lnTo>
                    <a:pt x="141" y="56"/>
                  </a:lnTo>
                  <a:lnTo>
                    <a:pt x="149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9" name=""/>
            <p:cNvSpPr/>
            <p:nvPr/>
          </p:nvSpPr>
          <p:spPr>
            <a:xfrm>
              <a:off x="4788720" y="1900440"/>
              <a:ext cx="583200" cy="381240"/>
            </a:xfrm>
            <a:custGeom>
              <a:avLst/>
              <a:gdLst/>
              <a:ahLst/>
              <a:rect l="l" t="t" r="r" b="b"/>
              <a:pathLst>
                <a:path w="295" h="214">
                  <a:moveTo>
                    <a:pt x="285" y="28"/>
                  </a:moveTo>
                  <a:lnTo>
                    <a:pt x="277" y="24"/>
                  </a:lnTo>
                  <a:lnTo>
                    <a:pt x="271" y="20"/>
                  </a:lnTo>
                  <a:lnTo>
                    <a:pt x="263" y="16"/>
                  </a:lnTo>
                  <a:lnTo>
                    <a:pt x="251" y="14"/>
                  </a:lnTo>
                  <a:lnTo>
                    <a:pt x="245" y="16"/>
                  </a:lnTo>
                  <a:lnTo>
                    <a:pt x="243" y="18"/>
                  </a:lnTo>
                  <a:lnTo>
                    <a:pt x="241" y="22"/>
                  </a:lnTo>
                  <a:lnTo>
                    <a:pt x="241" y="28"/>
                  </a:lnTo>
                  <a:lnTo>
                    <a:pt x="239" y="32"/>
                  </a:lnTo>
                  <a:lnTo>
                    <a:pt x="237" y="36"/>
                  </a:lnTo>
                  <a:lnTo>
                    <a:pt x="233" y="40"/>
                  </a:lnTo>
                  <a:lnTo>
                    <a:pt x="227" y="40"/>
                  </a:lnTo>
                  <a:lnTo>
                    <a:pt x="217" y="38"/>
                  </a:lnTo>
                  <a:lnTo>
                    <a:pt x="207" y="34"/>
                  </a:lnTo>
                  <a:lnTo>
                    <a:pt x="197" y="32"/>
                  </a:lnTo>
                  <a:lnTo>
                    <a:pt x="189" y="30"/>
                  </a:lnTo>
                  <a:lnTo>
                    <a:pt x="187" y="30"/>
                  </a:lnTo>
                  <a:lnTo>
                    <a:pt x="185" y="30"/>
                  </a:lnTo>
                  <a:lnTo>
                    <a:pt x="181" y="32"/>
                  </a:lnTo>
                  <a:lnTo>
                    <a:pt x="173" y="36"/>
                  </a:lnTo>
                  <a:lnTo>
                    <a:pt x="165" y="38"/>
                  </a:lnTo>
                  <a:lnTo>
                    <a:pt x="153" y="38"/>
                  </a:lnTo>
                  <a:lnTo>
                    <a:pt x="141" y="40"/>
                  </a:lnTo>
                  <a:lnTo>
                    <a:pt x="135" y="44"/>
                  </a:lnTo>
                  <a:lnTo>
                    <a:pt x="126" y="54"/>
                  </a:lnTo>
                  <a:lnTo>
                    <a:pt x="118" y="64"/>
                  </a:lnTo>
                  <a:lnTo>
                    <a:pt x="112" y="74"/>
                  </a:lnTo>
                  <a:lnTo>
                    <a:pt x="108" y="86"/>
                  </a:lnTo>
                  <a:lnTo>
                    <a:pt x="106" y="96"/>
                  </a:lnTo>
                  <a:lnTo>
                    <a:pt x="106" y="108"/>
                  </a:lnTo>
                  <a:lnTo>
                    <a:pt x="98" y="108"/>
                  </a:lnTo>
                  <a:lnTo>
                    <a:pt x="88" y="108"/>
                  </a:lnTo>
                  <a:lnTo>
                    <a:pt x="84" y="110"/>
                  </a:lnTo>
                  <a:lnTo>
                    <a:pt x="82" y="114"/>
                  </a:lnTo>
                  <a:lnTo>
                    <a:pt x="80" y="118"/>
                  </a:lnTo>
                  <a:lnTo>
                    <a:pt x="80" y="122"/>
                  </a:lnTo>
                  <a:lnTo>
                    <a:pt x="80" y="130"/>
                  </a:lnTo>
                  <a:lnTo>
                    <a:pt x="84" y="140"/>
                  </a:lnTo>
                  <a:lnTo>
                    <a:pt x="88" y="154"/>
                  </a:lnTo>
                  <a:lnTo>
                    <a:pt x="88" y="162"/>
                  </a:lnTo>
                  <a:lnTo>
                    <a:pt x="88" y="164"/>
                  </a:lnTo>
                  <a:lnTo>
                    <a:pt x="90" y="166"/>
                  </a:lnTo>
                  <a:lnTo>
                    <a:pt x="96" y="170"/>
                  </a:lnTo>
                  <a:lnTo>
                    <a:pt x="76" y="200"/>
                  </a:lnTo>
                  <a:lnTo>
                    <a:pt x="70" y="198"/>
                  </a:lnTo>
                  <a:lnTo>
                    <a:pt x="68" y="196"/>
                  </a:lnTo>
                  <a:lnTo>
                    <a:pt x="64" y="188"/>
                  </a:lnTo>
                  <a:lnTo>
                    <a:pt x="62" y="192"/>
                  </a:lnTo>
                  <a:lnTo>
                    <a:pt x="62" y="196"/>
                  </a:lnTo>
                  <a:lnTo>
                    <a:pt x="50" y="206"/>
                  </a:lnTo>
                  <a:lnTo>
                    <a:pt x="42" y="210"/>
                  </a:lnTo>
                  <a:lnTo>
                    <a:pt x="36" y="214"/>
                  </a:lnTo>
                  <a:lnTo>
                    <a:pt x="26" y="212"/>
                  </a:lnTo>
                  <a:lnTo>
                    <a:pt x="18" y="208"/>
                  </a:lnTo>
                  <a:lnTo>
                    <a:pt x="10" y="204"/>
                  </a:lnTo>
                  <a:lnTo>
                    <a:pt x="8" y="202"/>
                  </a:lnTo>
                  <a:lnTo>
                    <a:pt x="8" y="200"/>
                  </a:lnTo>
                  <a:lnTo>
                    <a:pt x="10" y="196"/>
                  </a:lnTo>
                  <a:lnTo>
                    <a:pt x="12" y="194"/>
                  </a:lnTo>
                  <a:lnTo>
                    <a:pt x="6" y="192"/>
                  </a:lnTo>
                  <a:lnTo>
                    <a:pt x="2" y="190"/>
                  </a:lnTo>
                  <a:lnTo>
                    <a:pt x="2" y="188"/>
                  </a:lnTo>
                  <a:lnTo>
                    <a:pt x="2" y="184"/>
                  </a:lnTo>
                  <a:lnTo>
                    <a:pt x="4" y="178"/>
                  </a:lnTo>
                  <a:lnTo>
                    <a:pt x="8" y="174"/>
                  </a:lnTo>
                  <a:lnTo>
                    <a:pt x="4" y="168"/>
                  </a:lnTo>
                  <a:lnTo>
                    <a:pt x="2" y="160"/>
                  </a:lnTo>
                  <a:lnTo>
                    <a:pt x="0" y="144"/>
                  </a:lnTo>
                  <a:lnTo>
                    <a:pt x="10" y="144"/>
                  </a:lnTo>
                  <a:lnTo>
                    <a:pt x="16" y="140"/>
                  </a:lnTo>
                  <a:lnTo>
                    <a:pt x="22" y="136"/>
                  </a:lnTo>
                  <a:lnTo>
                    <a:pt x="24" y="128"/>
                  </a:lnTo>
                  <a:lnTo>
                    <a:pt x="32" y="128"/>
                  </a:lnTo>
                  <a:lnTo>
                    <a:pt x="38" y="124"/>
                  </a:lnTo>
                  <a:lnTo>
                    <a:pt x="44" y="122"/>
                  </a:lnTo>
                  <a:lnTo>
                    <a:pt x="52" y="122"/>
                  </a:lnTo>
                  <a:lnTo>
                    <a:pt x="54" y="120"/>
                  </a:lnTo>
                  <a:lnTo>
                    <a:pt x="58" y="116"/>
                  </a:lnTo>
                  <a:lnTo>
                    <a:pt x="60" y="118"/>
                  </a:lnTo>
                  <a:lnTo>
                    <a:pt x="64" y="118"/>
                  </a:lnTo>
                  <a:lnTo>
                    <a:pt x="70" y="118"/>
                  </a:lnTo>
                  <a:lnTo>
                    <a:pt x="72" y="116"/>
                  </a:lnTo>
                  <a:lnTo>
                    <a:pt x="62" y="116"/>
                  </a:lnTo>
                  <a:lnTo>
                    <a:pt x="60" y="114"/>
                  </a:lnTo>
                  <a:lnTo>
                    <a:pt x="58" y="110"/>
                  </a:lnTo>
                  <a:lnTo>
                    <a:pt x="60" y="106"/>
                  </a:lnTo>
                  <a:lnTo>
                    <a:pt x="66" y="102"/>
                  </a:lnTo>
                  <a:lnTo>
                    <a:pt x="76" y="98"/>
                  </a:lnTo>
                  <a:lnTo>
                    <a:pt x="80" y="94"/>
                  </a:lnTo>
                  <a:lnTo>
                    <a:pt x="86" y="86"/>
                  </a:lnTo>
                  <a:lnTo>
                    <a:pt x="92" y="70"/>
                  </a:lnTo>
                  <a:lnTo>
                    <a:pt x="94" y="68"/>
                  </a:lnTo>
                  <a:lnTo>
                    <a:pt x="96" y="68"/>
                  </a:lnTo>
                  <a:lnTo>
                    <a:pt x="102" y="64"/>
                  </a:lnTo>
                  <a:lnTo>
                    <a:pt x="106" y="60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12" y="50"/>
                  </a:lnTo>
                  <a:lnTo>
                    <a:pt x="116" y="48"/>
                  </a:lnTo>
                  <a:lnTo>
                    <a:pt x="116" y="40"/>
                  </a:lnTo>
                  <a:lnTo>
                    <a:pt x="106" y="44"/>
                  </a:lnTo>
                  <a:lnTo>
                    <a:pt x="104" y="44"/>
                  </a:lnTo>
                  <a:lnTo>
                    <a:pt x="100" y="42"/>
                  </a:lnTo>
                  <a:lnTo>
                    <a:pt x="106" y="42"/>
                  </a:lnTo>
                  <a:lnTo>
                    <a:pt x="106" y="40"/>
                  </a:lnTo>
                  <a:lnTo>
                    <a:pt x="112" y="38"/>
                  </a:lnTo>
                  <a:lnTo>
                    <a:pt x="114" y="34"/>
                  </a:lnTo>
                  <a:lnTo>
                    <a:pt x="116" y="34"/>
                  </a:lnTo>
                  <a:lnTo>
                    <a:pt x="120" y="36"/>
                  </a:lnTo>
                  <a:lnTo>
                    <a:pt x="135" y="36"/>
                  </a:lnTo>
                  <a:lnTo>
                    <a:pt x="135" y="28"/>
                  </a:lnTo>
                  <a:lnTo>
                    <a:pt x="135" y="26"/>
                  </a:lnTo>
                  <a:lnTo>
                    <a:pt x="139" y="26"/>
                  </a:lnTo>
                  <a:lnTo>
                    <a:pt x="145" y="28"/>
                  </a:lnTo>
                  <a:lnTo>
                    <a:pt x="155" y="22"/>
                  </a:lnTo>
                  <a:lnTo>
                    <a:pt x="161" y="16"/>
                  </a:lnTo>
                  <a:lnTo>
                    <a:pt x="165" y="12"/>
                  </a:lnTo>
                  <a:lnTo>
                    <a:pt x="167" y="14"/>
                  </a:lnTo>
                  <a:lnTo>
                    <a:pt x="169" y="16"/>
                  </a:lnTo>
                  <a:lnTo>
                    <a:pt x="175" y="18"/>
                  </a:lnTo>
                  <a:lnTo>
                    <a:pt x="181" y="16"/>
                  </a:lnTo>
                  <a:lnTo>
                    <a:pt x="185" y="12"/>
                  </a:lnTo>
                  <a:lnTo>
                    <a:pt x="189" y="8"/>
                  </a:lnTo>
                  <a:lnTo>
                    <a:pt x="209" y="4"/>
                  </a:lnTo>
                  <a:lnTo>
                    <a:pt x="227" y="0"/>
                  </a:lnTo>
                  <a:lnTo>
                    <a:pt x="233" y="2"/>
                  </a:lnTo>
                  <a:lnTo>
                    <a:pt x="239" y="4"/>
                  </a:lnTo>
                  <a:lnTo>
                    <a:pt x="243" y="8"/>
                  </a:lnTo>
                  <a:lnTo>
                    <a:pt x="245" y="12"/>
                  </a:lnTo>
                  <a:lnTo>
                    <a:pt x="249" y="6"/>
                  </a:lnTo>
                  <a:lnTo>
                    <a:pt x="251" y="2"/>
                  </a:lnTo>
                  <a:lnTo>
                    <a:pt x="257" y="2"/>
                  </a:lnTo>
                  <a:lnTo>
                    <a:pt x="265" y="2"/>
                  </a:lnTo>
                  <a:lnTo>
                    <a:pt x="271" y="4"/>
                  </a:lnTo>
                  <a:lnTo>
                    <a:pt x="279" y="6"/>
                  </a:lnTo>
                  <a:lnTo>
                    <a:pt x="289" y="6"/>
                  </a:lnTo>
                  <a:lnTo>
                    <a:pt x="289" y="14"/>
                  </a:lnTo>
                  <a:lnTo>
                    <a:pt x="277" y="14"/>
                  </a:lnTo>
                  <a:lnTo>
                    <a:pt x="281" y="16"/>
                  </a:lnTo>
                  <a:lnTo>
                    <a:pt x="287" y="18"/>
                  </a:lnTo>
                  <a:lnTo>
                    <a:pt x="291" y="18"/>
                  </a:lnTo>
                  <a:lnTo>
                    <a:pt x="295" y="14"/>
                  </a:lnTo>
                  <a:lnTo>
                    <a:pt x="295" y="26"/>
                  </a:lnTo>
                  <a:lnTo>
                    <a:pt x="279" y="30"/>
                  </a:lnTo>
                  <a:lnTo>
                    <a:pt x="285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0" name=""/>
            <p:cNvSpPr/>
            <p:nvPr/>
          </p:nvSpPr>
          <p:spPr>
            <a:xfrm>
              <a:off x="5257440" y="2228400"/>
              <a:ext cx="114120" cy="61200"/>
            </a:xfrm>
            <a:custGeom>
              <a:avLst/>
              <a:gdLst/>
              <a:ahLst/>
              <a:rect l="l" t="t" r="r" b="b"/>
              <a:pathLst>
                <a:path w="58" h="34">
                  <a:moveTo>
                    <a:pt x="58" y="34"/>
                  </a:moveTo>
                  <a:lnTo>
                    <a:pt x="52" y="24"/>
                  </a:lnTo>
                  <a:lnTo>
                    <a:pt x="48" y="16"/>
                  </a:lnTo>
                  <a:lnTo>
                    <a:pt x="52" y="16"/>
                  </a:lnTo>
                  <a:lnTo>
                    <a:pt x="54" y="14"/>
                  </a:lnTo>
                  <a:lnTo>
                    <a:pt x="54" y="4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0" y="4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2"/>
                  </a:lnTo>
                  <a:lnTo>
                    <a:pt x="6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2" y="16"/>
                  </a:lnTo>
                  <a:lnTo>
                    <a:pt x="6" y="20"/>
                  </a:lnTo>
                  <a:lnTo>
                    <a:pt x="10" y="22"/>
                  </a:lnTo>
                  <a:lnTo>
                    <a:pt x="18" y="24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4" y="24"/>
                  </a:lnTo>
                  <a:lnTo>
                    <a:pt x="36" y="28"/>
                  </a:lnTo>
                  <a:lnTo>
                    <a:pt x="38" y="32"/>
                  </a:lnTo>
                  <a:lnTo>
                    <a:pt x="42" y="34"/>
                  </a:lnTo>
                  <a:lnTo>
                    <a:pt x="44" y="34"/>
                  </a:lnTo>
                  <a:lnTo>
                    <a:pt x="46" y="30"/>
                  </a:lnTo>
                  <a:lnTo>
                    <a:pt x="50" y="30"/>
                  </a:lnTo>
                  <a:lnTo>
                    <a:pt x="54" y="32"/>
                  </a:lnTo>
                  <a:lnTo>
                    <a:pt x="58" y="3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1" name=""/>
            <p:cNvSpPr/>
            <p:nvPr/>
          </p:nvSpPr>
          <p:spPr>
            <a:xfrm>
              <a:off x="5214600" y="2267280"/>
              <a:ext cx="169200" cy="88920"/>
            </a:xfrm>
            <a:custGeom>
              <a:avLst/>
              <a:gdLst/>
              <a:ahLst/>
              <a:rect l="l" t="t" r="r" b="b"/>
              <a:pathLst>
                <a:path w="86" h="50">
                  <a:moveTo>
                    <a:pt x="68" y="50"/>
                  </a:moveTo>
                  <a:lnTo>
                    <a:pt x="74" y="50"/>
                  </a:lnTo>
                  <a:lnTo>
                    <a:pt x="80" y="48"/>
                  </a:lnTo>
                  <a:lnTo>
                    <a:pt x="84" y="46"/>
                  </a:lnTo>
                  <a:lnTo>
                    <a:pt x="86" y="42"/>
                  </a:lnTo>
                  <a:lnTo>
                    <a:pt x="86" y="38"/>
                  </a:lnTo>
                  <a:lnTo>
                    <a:pt x="84" y="30"/>
                  </a:lnTo>
                  <a:lnTo>
                    <a:pt x="84" y="26"/>
                  </a:lnTo>
                  <a:lnTo>
                    <a:pt x="80" y="12"/>
                  </a:lnTo>
                  <a:lnTo>
                    <a:pt x="76" y="10"/>
                  </a:lnTo>
                  <a:lnTo>
                    <a:pt x="72" y="8"/>
                  </a:lnTo>
                  <a:lnTo>
                    <a:pt x="68" y="8"/>
                  </a:lnTo>
                  <a:lnTo>
                    <a:pt x="66" y="12"/>
                  </a:lnTo>
                  <a:lnTo>
                    <a:pt x="64" y="12"/>
                  </a:lnTo>
                  <a:lnTo>
                    <a:pt x="60" y="10"/>
                  </a:lnTo>
                  <a:lnTo>
                    <a:pt x="58" y="6"/>
                  </a:lnTo>
                  <a:lnTo>
                    <a:pt x="56" y="2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0" y="2"/>
                  </a:lnTo>
                  <a:lnTo>
                    <a:pt x="42" y="4"/>
                  </a:lnTo>
                  <a:lnTo>
                    <a:pt x="44" y="12"/>
                  </a:lnTo>
                  <a:lnTo>
                    <a:pt x="42" y="16"/>
                  </a:lnTo>
                  <a:lnTo>
                    <a:pt x="42" y="18"/>
                  </a:lnTo>
                  <a:lnTo>
                    <a:pt x="38" y="22"/>
                  </a:lnTo>
                  <a:lnTo>
                    <a:pt x="32" y="24"/>
                  </a:lnTo>
                  <a:lnTo>
                    <a:pt x="30" y="24"/>
                  </a:lnTo>
                  <a:lnTo>
                    <a:pt x="28" y="22"/>
                  </a:lnTo>
                  <a:lnTo>
                    <a:pt x="24" y="18"/>
                  </a:lnTo>
                  <a:lnTo>
                    <a:pt x="18" y="12"/>
                  </a:lnTo>
                  <a:lnTo>
                    <a:pt x="16" y="10"/>
                  </a:lnTo>
                  <a:lnTo>
                    <a:pt x="12" y="10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12" y="34"/>
                  </a:lnTo>
                  <a:lnTo>
                    <a:pt x="24" y="34"/>
                  </a:lnTo>
                  <a:lnTo>
                    <a:pt x="28" y="36"/>
                  </a:lnTo>
                  <a:lnTo>
                    <a:pt x="34" y="38"/>
                  </a:lnTo>
                  <a:lnTo>
                    <a:pt x="42" y="36"/>
                  </a:lnTo>
                  <a:lnTo>
                    <a:pt x="50" y="32"/>
                  </a:lnTo>
                  <a:lnTo>
                    <a:pt x="54" y="38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60" y="48"/>
                  </a:lnTo>
                  <a:lnTo>
                    <a:pt x="66" y="50"/>
                  </a:lnTo>
                  <a:lnTo>
                    <a:pt x="68" y="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2" name=""/>
            <p:cNvSpPr/>
            <p:nvPr/>
          </p:nvSpPr>
          <p:spPr>
            <a:xfrm>
              <a:off x="5214600" y="2325600"/>
              <a:ext cx="124560" cy="84600"/>
            </a:xfrm>
            <a:custGeom>
              <a:avLst/>
              <a:gdLst/>
              <a:ahLst/>
              <a:rect l="l" t="t" r="r" b="b"/>
              <a:pathLst>
                <a:path w="64" h="48">
                  <a:moveTo>
                    <a:pt x="64" y="18"/>
                  </a:moveTo>
                  <a:lnTo>
                    <a:pt x="60" y="16"/>
                  </a:lnTo>
                  <a:lnTo>
                    <a:pt x="58" y="12"/>
                  </a:lnTo>
                  <a:lnTo>
                    <a:pt x="58" y="8"/>
                  </a:lnTo>
                  <a:lnTo>
                    <a:pt x="54" y="6"/>
                  </a:lnTo>
                  <a:lnTo>
                    <a:pt x="50" y="0"/>
                  </a:lnTo>
                  <a:lnTo>
                    <a:pt x="42" y="4"/>
                  </a:lnTo>
                  <a:lnTo>
                    <a:pt x="34" y="6"/>
                  </a:lnTo>
                  <a:lnTo>
                    <a:pt x="28" y="4"/>
                  </a:lnTo>
                  <a:lnTo>
                    <a:pt x="24" y="2"/>
                  </a:lnTo>
                  <a:lnTo>
                    <a:pt x="12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20"/>
                  </a:lnTo>
                  <a:lnTo>
                    <a:pt x="8" y="20"/>
                  </a:lnTo>
                  <a:lnTo>
                    <a:pt x="16" y="20"/>
                  </a:lnTo>
                  <a:lnTo>
                    <a:pt x="22" y="22"/>
                  </a:lnTo>
                  <a:lnTo>
                    <a:pt x="28" y="24"/>
                  </a:lnTo>
                  <a:lnTo>
                    <a:pt x="26" y="36"/>
                  </a:lnTo>
                  <a:lnTo>
                    <a:pt x="30" y="40"/>
                  </a:lnTo>
                  <a:lnTo>
                    <a:pt x="32" y="40"/>
                  </a:lnTo>
                  <a:lnTo>
                    <a:pt x="34" y="42"/>
                  </a:lnTo>
                  <a:lnTo>
                    <a:pt x="38" y="46"/>
                  </a:lnTo>
                  <a:lnTo>
                    <a:pt x="40" y="48"/>
                  </a:lnTo>
                  <a:lnTo>
                    <a:pt x="44" y="46"/>
                  </a:lnTo>
                  <a:lnTo>
                    <a:pt x="50" y="46"/>
                  </a:lnTo>
                  <a:lnTo>
                    <a:pt x="56" y="34"/>
                  </a:lnTo>
                  <a:lnTo>
                    <a:pt x="58" y="30"/>
                  </a:lnTo>
                  <a:lnTo>
                    <a:pt x="64" y="24"/>
                  </a:lnTo>
                  <a:lnTo>
                    <a:pt x="64" y="20"/>
                  </a:lnTo>
                  <a:lnTo>
                    <a:pt x="64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800" bIns="37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3" name=""/>
            <p:cNvSpPr/>
            <p:nvPr/>
          </p:nvSpPr>
          <p:spPr>
            <a:xfrm>
              <a:off x="5192280" y="2361240"/>
              <a:ext cx="78480" cy="27360"/>
            </a:xfrm>
            <a:custGeom>
              <a:avLst/>
              <a:gdLst/>
              <a:ahLst/>
              <a:rect l="l" t="t" r="r" b="b"/>
              <a:pathLst>
                <a:path w="40" h="16">
                  <a:moveTo>
                    <a:pt x="38" y="16"/>
                  </a:moveTo>
                  <a:lnTo>
                    <a:pt x="40" y="4"/>
                  </a:lnTo>
                  <a:lnTo>
                    <a:pt x="34" y="2"/>
                  </a:lnTo>
                  <a:lnTo>
                    <a:pt x="28" y="0"/>
                  </a:lnTo>
                  <a:lnTo>
                    <a:pt x="20" y="0"/>
                  </a:lnTo>
                  <a:lnTo>
                    <a:pt x="14" y="0"/>
                  </a:lnTo>
                  <a:lnTo>
                    <a:pt x="12" y="6"/>
                  </a:lnTo>
                  <a:lnTo>
                    <a:pt x="8" y="6"/>
                  </a:lnTo>
                  <a:lnTo>
                    <a:pt x="4" y="8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38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4" name=""/>
            <p:cNvSpPr/>
            <p:nvPr/>
          </p:nvSpPr>
          <p:spPr>
            <a:xfrm>
              <a:off x="4393800" y="2784960"/>
              <a:ext cx="78480" cy="160560"/>
            </a:xfrm>
            <a:custGeom>
              <a:avLst/>
              <a:gdLst/>
              <a:ahLst/>
              <a:rect l="l" t="t" r="r" b="b"/>
              <a:pathLst>
                <a:path w="40" h="90">
                  <a:moveTo>
                    <a:pt x="24" y="90"/>
                  </a:moveTo>
                  <a:lnTo>
                    <a:pt x="16" y="90"/>
                  </a:lnTo>
                  <a:lnTo>
                    <a:pt x="12" y="90"/>
                  </a:lnTo>
                  <a:lnTo>
                    <a:pt x="8" y="90"/>
                  </a:lnTo>
                  <a:lnTo>
                    <a:pt x="6" y="76"/>
                  </a:lnTo>
                  <a:lnTo>
                    <a:pt x="8" y="66"/>
                  </a:lnTo>
                  <a:lnTo>
                    <a:pt x="6" y="64"/>
                  </a:lnTo>
                  <a:lnTo>
                    <a:pt x="4" y="64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2" y="48"/>
                  </a:lnTo>
                  <a:lnTo>
                    <a:pt x="6" y="38"/>
                  </a:lnTo>
                  <a:lnTo>
                    <a:pt x="10" y="32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6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10" y="6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22" y="6"/>
                  </a:lnTo>
                  <a:lnTo>
                    <a:pt x="36" y="6"/>
                  </a:lnTo>
                  <a:lnTo>
                    <a:pt x="38" y="8"/>
                  </a:lnTo>
                  <a:lnTo>
                    <a:pt x="40" y="12"/>
                  </a:lnTo>
                  <a:lnTo>
                    <a:pt x="38" y="24"/>
                  </a:lnTo>
                  <a:lnTo>
                    <a:pt x="34" y="34"/>
                  </a:lnTo>
                  <a:lnTo>
                    <a:pt x="30" y="40"/>
                  </a:lnTo>
                  <a:lnTo>
                    <a:pt x="28" y="50"/>
                  </a:lnTo>
                  <a:lnTo>
                    <a:pt x="30" y="54"/>
                  </a:lnTo>
                  <a:lnTo>
                    <a:pt x="30" y="60"/>
                  </a:lnTo>
                  <a:lnTo>
                    <a:pt x="30" y="64"/>
                  </a:lnTo>
                  <a:lnTo>
                    <a:pt x="28" y="68"/>
                  </a:lnTo>
                  <a:lnTo>
                    <a:pt x="30" y="70"/>
                  </a:lnTo>
                  <a:lnTo>
                    <a:pt x="32" y="74"/>
                  </a:lnTo>
                  <a:lnTo>
                    <a:pt x="30" y="78"/>
                  </a:lnTo>
                  <a:lnTo>
                    <a:pt x="28" y="80"/>
                  </a:lnTo>
                  <a:lnTo>
                    <a:pt x="26" y="84"/>
                  </a:lnTo>
                  <a:lnTo>
                    <a:pt x="24" y="86"/>
                  </a:lnTo>
                  <a:lnTo>
                    <a:pt x="24" y="9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5" name=""/>
            <p:cNvSpPr/>
            <p:nvPr/>
          </p:nvSpPr>
          <p:spPr>
            <a:xfrm>
              <a:off x="4407480" y="2731680"/>
              <a:ext cx="342000" cy="249840"/>
            </a:xfrm>
            <a:custGeom>
              <a:avLst/>
              <a:gdLst/>
              <a:ahLst/>
              <a:rect l="l" t="t" r="r" b="b"/>
              <a:pathLst>
                <a:path w="174" h="140">
                  <a:moveTo>
                    <a:pt x="174" y="32"/>
                  </a:moveTo>
                  <a:lnTo>
                    <a:pt x="174" y="34"/>
                  </a:lnTo>
                  <a:lnTo>
                    <a:pt x="168" y="38"/>
                  </a:lnTo>
                  <a:lnTo>
                    <a:pt x="164" y="44"/>
                  </a:lnTo>
                  <a:lnTo>
                    <a:pt x="146" y="52"/>
                  </a:lnTo>
                  <a:lnTo>
                    <a:pt x="138" y="56"/>
                  </a:lnTo>
                  <a:lnTo>
                    <a:pt x="134" y="62"/>
                  </a:lnTo>
                  <a:lnTo>
                    <a:pt x="128" y="68"/>
                  </a:lnTo>
                  <a:lnTo>
                    <a:pt x="126" y="80"/>
                  </a:lnTo>
                  <a:lnTo>
                    <a:pt x="128" y="86"/>
                  </a:lnTo>
                  <a:lnTo>
                    <a:pt x="132" y="90"/>
                  </a:lnTo>
                  <a:lnTo>
                    <a:pt x="124" y="96"/>
                  </a:lnTo>
                  <a:lnTo>
                    <a:pt x="112" y="108"/>
                  </a:lnTo>
                  <a:lnTo>
                    <a:pt x="106" y="118"/>
                  </a:lnTo>
                  <a:lnTo>
                    <a:pt x="102" y="122"/>
                  </a:lnTo>
                  <a:lnTo>
                    <a:pt x="102" y="126"/>
                  </a:lnTo>
                  <a:lnTo>
                    <a:pt x="70" y="126"/>
                  </a:lnTo>
                  <a:lnTo>
                    <a:pt x="64" y="128"/>
                  </a:lnTo>
                  <a:lnTo>
                    <a:pt x="62" y="132"/>
                  </a:lnTo>
                  <a:lnTo>
                    <a:pt x="56" y="134"/>
                  </a:lnTo>
                  <a:lnTo>
                    <a:pt x="54" y="136"/>
                  </a:lnTo>
                  <a:lnTo>
                    <a:pt x="50" y="140"/>
                  </a:lnTo>
                  <a:lnTo>
                    <a:pt x="48" y="140"/>
                  </a:lnTo>
                  <a:lnTo>
                    <a:pt x="42" y="140"/>
                  </a:lnTo>
                  <a:lnTo>
                    <a:pt x="38" y="136"/>
                  </a:lnTo>
                  <a:lnTo>
                    <a:pt x="36" y="130"/>
                  </a:lnTo>
                  <a:lnTo>
                    <a:pt x="36" y="124"/>
                  </a:lnTo>
                  <a:lnTo>
                    <a:pt x="34" y="122"/>
                  </a:lnTo>
                  <a:lnTo>
                    <a:pt x="30" y="120"/>
                  </a:lnTo>
                  <a:lnTo>
                    <a:pt x="24" y="120"/>
                  </a:lnTo>
                  <a:lnTo>
                    <a:pt x="18" y="120"/>
                  </a:lnTo>
                  <a:lnTo>
                    <a:pt x="20" y="116"/>
                  </a:lnTo>
                  <a:lnTo>
                    <a:pt x="22" y="112"/>
                  </a:lnTo>
                  <a:lnTo>
                    <a:pt x="24" y="108"/>
                  </a:lnTo>
                  <a:lnTo>
                    <a:pt x="26" y="104"/>
                  </a:lnTo>
                  <a:lnTo>
                    <a:pt x="24" y="100"/>
                  </a:lnTo>
                  <a:lnTo>
                    <a:pt x="22" y="98"/>
                  </a:lnTo>
                  <a:lnTo>
                    <a:pt x="24" y="94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22" y="80"/>
                  </a:lnTo>
                  <a:lnTo>
                    <a:pt x="24" y="70"/>
                  </a:lnTo>
                  <a:lnTo>
                    <a:pt x="28" y="64"/>
                  </a:lnTo>
                  <a:lnTo>
                    <a:pt x="32" y="54"/>
                  </a:lnTo>
                  <a:lnTo>
                    <a:pt x="34" y="42"/>
                  </a:lnTo>
                  <a:lnTo>
                    <a:pt x="32" y="38"/>
                  </a:lnTo>
                  <a:lnTo>
                    <a:pt x="30" y="36"/>
                  </a:lnTo>
                  <a:lnTo>
                    <a:pt x="16" y="36"/>
                  </a:lnTo>
                  <a:lnTo>
                    <a:pt x="10" y="34"/>
                  </a:lnTo>
                  <a:lnTo>
                    <a:pt x="6" y="30"/>
                  </a:lnTo>
                  <a:lnTo>
                    <a:pt x="6" y="26"/>
                  </a:lnTo>
                  <a:lnTo>
                    <a:pt x="4" y="22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4" y="8"/>
                  </a:lnTo>
                  <a:lnTo>
                    <a:pt x="12" y="6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40" y="2"/>
                  </a:lnTo>
                  <a:lnTo>
                    <a:pt x="60" y="4"/>
                  </a:lnTo>
                  <a:lnTo>
                    <a:pt x="80" y="8"/>
                  </a:lnTo>
                  <a:lnTo>
                    <a:pt x="102" y="10"/>
                  </a:lnTo>
                  <a:lnTo>
                    <a:pt x="124" y="16"/>
                  </a:lnTo>
                  <a:lnTo>
                    <a:pt x="136" y="18"/>
                  </a:lnTo>
                  <a:lnTo>
                    <a:pt x="150" y="20"/>
                  </a:lnTo>
                  <a:lnTo>
                    <a:pt x="152" y="20"/>
                  </a:lnTo>
                  <a:lnTo>
                    <a:pt x="154" y="22"/>
                  </a:lnTo>
                  <a:lnTo>
                    <a:pt x="160" y="26"/>
                  </a:lnTo>
                  <a:lnTo>
                    <a:pt x="174" y="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6" name=""/>
            <p:cNvSpPr/>
            <p:nvPr/>
          </p:nvSpPr>
          <p:spPr>
            <a:xfrm>
              <a:off x="4533840" y="2499480"/>
              <a:ext cx="350280" cy="290520"/>
            </a:xfrm>
            <a:custGeom>
              <a:avLst/>
              <a:gdLst/>
              <a:ahLst/>
              <a:rect l="l" t="t" r="r" b="b"/>
              <a:pathLst>
                <a:path w="178" h="162">
                  <a:moveTo>
                    <a:pt x="178" y="128"/>
                  </a:moveTo>
                  <a:lnTo>
                    <a:pt x="174" y="128"/>
                  </a:lnTo>
                  <a:lnTo>
                    <a:pt x="168" y="132"/>
                  </a:lnTo>
                  <a:lnTo>
                    <a:pt x="162" y="136"/>
                  </a:lnTo>
                  <a:lnTo>
                    <a:pt x="158" y="140"/>
                  </a:lnTo>
                  <a:lnTo>
                    <a:pt x="154" y="142"/>
                  </a:lnTo>
                  <a:lnTo>
                    <a:pt x="146" y="140"/>
                  </a:lnTo>
                  <a:lnTo>
                    <a:pt x="138" y="138"/>
                  </a:lnTo>
                  <a:lnTo>
                    <a:pt x="132" y="134"/>
                  </a:lnTo>
                  <a:lnTo>
                    <a:pt x="126" y="134"/>
                  </a:lnTo>
                  <a:lnTo>
                    <a:pt x="120" y="134"/>
                  </a:lnTo>
                  <a:lnTo>
                    <a:pt x="114" y="138"/>
                  </a:lnTo>
                  <a:lnTo>
                    <a:pt x="110" y="142"/>
                  </a:lnTo>
                  <a:lnTo>
                    <a:pt x="110" y="150"/>
                  </a:lnTo>
                  <a:lnTo>
                    <a:pt x="110" y="162"/>
                  </a:lnTo>
                  <a:lnTo>
                    <a:pt x="96" y="156"/>
                  </a:lnTo>
                  <a:lnTo>
                    <a:pt x="90" y="152"/>
                  </a:lnTo>
                  <a:lnTo>
                    <a:pt x="88" y="150"/>
                  </a:lnTo>
                  <a:lnTo>
                    <a:pt x="86" y="150"/>
                  </a:lnTo>
                  <a:lnTo>
                    <a:pt x="72" y="148"/>
                  </a:lnTo>
                  <a:lnTo>
                    <a:pt x="60" y="146"/>
                  </a:lnTo>
                  <a:lnTo>
                    <a:pt x="38" y="140"/>
                  </a:lnTo>
                  <a:lnTo>
                    <a:pt x="42" y="138"/>
                  </a:lnTo>
                  <a:lnTo>
                    <a:pt x="44" y="136"/>
                  </a:lnTo>
                  <a:lnTo>
                    <a:pt x="46" y="126"/>
                  </a:lnTo>
                  <a:lnTo>
                    <a:pt x="48" y="114"/>
                  </a:lnTo>
                  <a:lnTo>
                    <a:pt x="48" y="106"/>
                  </a:lnTo>
                  <a:lnTo>
                    <a:pt x="48" y="92"/>
                  </a:lnTo>
                  <a:lnTo>
                    <a:pt x="44" y="80"/>
                  </a:lnTo>
                  <a:lnTo>
                    <a:pt x="38" y="68"/>
                  </a:lnTo>
                  <a:lnTo>
                    <a:pt x="34" y="64"/>
                  </a:lnTo>
                  <a:lnTo>
                    <a:pt x="30" y="62"/>
                  </a:lnTo>
                  <a:lnTo>
                    <a:pt x="12" y="60"/>
                  </a:lnTo>
                  <a:lnTo>
                    <a:pt x="8" y="58"/>
                  </a:lnTo>
                  <a:lnTo>
                    <a:pt x="4" y="54"/>
                  </a:lnTo>
                  <a:lnTo>
                    <a:pt x="2" y="50"/>
                  </a:lnTo>
                  <a:lnTo>
                    <a:pt x="0" y="44"/>
                  </a:lnTo>
                  <a:lnTo>
                    <a:pt x="6" y="42"/>
                  </a:lnTo>
                  <a:lnTo>
                    <a:pt x="12" y="40"/>
                  </a:lnTo>
                  <a:lnTo>
                    <a:pt x="16" y="36"/>
                  </a:lnTo>
                  <a:lnTo>
                    <a:pt x="20" y="36"/>
                  </a:lnTo>
                  <a:lnTo>
                    <a:pt x="24" y="36"/>
                  </a:lnTo>
                  <a:lnTo>
                    <a:pt x="28" y="38"/>
                  </a:lnTo>
                  <a:lnTo>
                    <a:pt x="32" y="40"/>
                  </a:lnTo>
                  <a:lnTo>
                    <a:pt x="38" y="42"/>
                  </a:lnTo>
                  <a:lnTo>
                    <a:pt x="42" y="42"/>
                  </a:lnTo>
                  <a:lnTo>
                    <a:pt x="44" y="40"/>
                  </a:lnTo>
                  <a:lnTo>
                    <a:pt x="44" y="36"/>
                  </a:lnTo>
                  <a:lnTo>
                    <a:pt x="44" y="34"/>
                  </a:lnTo>
                  <a:lnTo>
                    <a:pt x="40" y="32"/>
                  </a:lnTo>
                  <a:lnTo>
                    <a:pt x="40" y="26"/>
                  </a:lnTo>
                  <a:lnTo>
                    <a:pt x="46" y="26"/>
                  </a:lnTo>
                  <a:lnTo>
                    <a:pt x="50" y="28"/>
                  </a:lnTo>
                  <a:lnTo>
                    <a:pt x="56" y="30"/>
                  </a:lnTo>
                  <a:lnTo>
                    <a:pt x="62" y="30"/>
                  </a:lnTo>
                  <a:lnTo>
                    <a:pt x="66" y="30"/>
                  </a:lnTo>
                  <a:lnTo>
                    <a:pt x="66" y="28"/>
                  </a:lnTo>
                  <a:lnTo>
                    <a:pt x="68" y="22"/>
                  </a:lnTo>
                  <a:lnTo>
                    <a:pt x="72" y="18"/>
                  </a:lnTo>
                  <a:lnTo>
                    <a:pt x="80" y="14"/>
                  </a:lnTo>
                  <a:lnTo>
                    <a:pt x="86" y="10"/>
                  </a:lnTo>
                  <a:lnTo>
                    <a:pt x="86" y="6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0" y="4"/>
                  </a:lnTo>
                  <a:lnTo>
                    <a:pt x="106" y="8"/>
                  </a:lnTo>
                  <a:lnTo>
                    <a:pt x="112" y="10"/>
                  </a:lnTo>
                  <a:lnTo>
                    <a:pt x="120" y="12"/>
                  </a:lnTo>
                  <a:lnTo>
                    <a:pt x="120" y="16"/>
                  </a:lnTo>
                  <a:lnTo>
                    <a:pt x="122" y="18"/>
                  </a:lnTo>
                  <a:lnTo>
                    <a:pt x="126" y="20"/>
                  </a:lnTo>
                  <a:lnTo>
                    <a:pt x="130" y="20"/>
                  </a:lnTo>
                  <a:lnTo>
                    <a:pt x="130" y="22"/>
                  </a:lnTo>
                  <a:lnTo>
                    <a:pt x="132" y="22"/>
                  </a:lnTo>
                  <a:lnTo>
                    <a:pt x="136" y="26"/>
                  </a:lnTo>
                  <a:lnTo>
                    <a:pt x="140" y="28"/>
                  </a:lnTo>
                  <a:lnTo>
                    <a:pt x="150" y="28"/>
                  </a:lnTo>
                  <a:lnTo>
                    <a:pt x="154" y="30"/>
                  </a:lnTo>
                  <a:lnTo>
                    <a:pt x="160" y="32"/>
                  </a:lnTo>
                  <a:lnTo>
                    <a:pt x="168" y="34"/>
                  </a:lnTo>
                  <a:lnTo>
                    <a:pt x="176" y="36"/>
                  </a:lnTo>
                  <a:lnTo>
                    <a:pt x="174" y="44"/>
                  </a:lnTo>
                  <a:lnTo>
                    <a:pt x="172" y="54"/>
                  </a:lnTo>
                  <a:lnTo>
                    <a:pt x="168" y="60"/>
                  </a:lnTo>
                  <a:lnTo>
                    <a:pt x="166" y="62"/>
                  </a:lnTo>
                  <a:lnTo>
                    <a:pt x="164" y="64"/>
                  </a:lnTo>
                  <a:lnTo>
                    <a:pt x="162" y="68"/>
                  </a:lnTo>
                  <a:lnTo>
                    <a:pt x="158" y="70"/>
                  </a:lnTo>
                  <a:lnTo>
                    <a:pt x="154" y="74"/>
                  </a:lnTo>
                  <a:lnTo>
                    <a:pt x="150" y="82"/>
                  </a:lnTo>
                  <a:lnTo>
                    <a:pt x="150" y="88"/>
                  </a:lnTo>
                  <a:lnTo>
                    <a:pt x="154" y="88"/>
                  </a:lnTo>
                  <a:lnTo>
                    <a:pt x="154" y="86"/>
                  </a:lnTo>
                  <a:lnTo>
                    <a:pt x="154" y="84"/>
                  </a:lnTo>
                  <a:lnTo>
                    <a:pt x="158" y="86"/>
                  </a:lnTo>
                  <a:lnTo>
                    <a:pt x="160" y="84"/>
                  </a:lnTo>
                  <a:lnTo>
                    <a:pt x="162" y="94"/>
                  </a:lnTo>
                  <a:lnTo>
                    <a:pt x="162" y="96"/>
                  </a:lnTo>
                  <a:lnTo>
                    <a:pt x="164" y="98"/>
                  </a:lnTo>
                  <a:lnTo>
                    <a:pt x="166" y="100"/>
                  </a:lnTo>
                  <a:lnTo>
                    <a:pt x="166" y="102"/>
                  </a:lnTo>
                  <a:lnTo>
                    <a:pt x="158" y="108"/>
                  </a:lnTo>
                  <a:lnTo>
                    <a:pt x="166" y="118"/>
                  </a:lnTo>
                  <a:lnTo>
                    <a:pt x="170" y="124"/>
                  </a:lnTo>
                  <a:lnTo>
                    <a:pt x="176" y="128"/>
                  </a:lnTo>
                  <a:lnTo>
                    <a:pt x="178" y="1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7" name=""/>
            <p:cNvSpPr/>
            <p:nvPr/>
          </p:nvSpPr>
          <p:spPr>
            <a:xfrm>
              <a:off x="4727520" y="2489760"/>
              <a:ext cx="107280" cy="59760"/>
            </a:xfrm>
            <a:custGeom>
              <a:avLst/>
              <a:gdLst/>
              <a:ahLst/>
              <a:rect l="l" t="t" r="r" b="b"/>
              <a:pathLst>
                <a:path w="54" h="34">
                  <a:moveTo>
                    <a:pt x="46" y="34"/>
                  </a:moveTo>
                  <a:lnTo>
                    <a:pt x="46" y="32"/>
                  </a:lnTo>
                  <a:lnTo>
                    <a:pt x="46" y="30"/>
                  </a:lnTo>
                  <a:lnTo>
                    <a:pt x="44" y="28"/>
                  </a:lnTo>
                  <a:lnTo>
                    <a:pt x="46" y="26"/>
                  </a:lnTo>
                  <a:lnTo>
                    <a:pt x="48" y="22"/>
                  </a:lnTo>
                  <a:lnTo>
                    <a:pt x="52" y="20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0" y="10"/>
                  </a:lnTo>
                  <a:lnTo>
                    <a:pt x="44" y="6"/>
                  </a:lnTo>
                  <a:lnTo>
                    <a:pt x="30" y="0"/>
                  </a:lnTo>
                  <a:lnTo>
                    <a:pt x="16" y="4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0" y="6"/>
                  </a:lnTo>
                  <a:lnTo>
                    <a:pt x="2" y="10"/>
                  </a:lnTo>
                  <a:lnTo>
                    <a:pt x="8" y="14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22" y="22"/>
                  </a:lnTo>
                  <a:lnTo>
                    <a:pt x="24" y="24"/>
                  </a:lnTo>
                  <a:lnTo>
                    <a:pt x="28" y="26"/>
                  </a:lnTo>
                  <a:lnTo>
                    <a:pt x="32" y="26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8" y="32"/>
                  </a:lnTo>
                  <a:lnTo>
                    <a:pt x="42" y="34"/>
                  </a:lnTo>
                  <a:lnTo>
                    <a:pt x="46" y="3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8" name=""/>
            <p:cNvSpPr/>
            <p:nvPr/>
          </p:nvSpPr>
          <p:spPr>
            <a:xfrm>
              <a:off x="4746240" y="2414880"/>
              <a:ext cx="99000" cy="89280"/>
            </a:xfrm>
            <a:custGeom>
              <a:avLst/>
              <a:gdLst/>
              <a:ahLst/>
              <a:rect l="l" t="t" r="r" b="b"/>
              <a:pathLst>
                <a:path w="50" h="50">
                  <a:moveTo>
                    <a:pt x="50" y="0"/>
                  </a:moveTo>
                  <a:lnTo>
                    <a:pt x="50" y="10"/>
                  </a:lnTo>
                  <a:lnTo>
                    <a:pt x="48" y="18"/>
                  </a:lnTo>
                  <a:lnTo>
                    <a:pt x="48" y="24"/>
                  </a:lnTo>
                  <a:lnTo>
                    <a:pt x="50" y="24"/>
                  </a:lnTo>
                  <a:lnTo>
                    <a:pt x="46" y="30"/>
                  </a:lnTo>
                  <a:lnTo>
                    <a:pt x="44" y="34"/>
                  </a:lnTo>
                  <a:lnTo>
                    <a:pt x="42" y="38"/>
                  </a:lnTo>
                  <a:lnTo>
                    <a:pt x="40" y="44"/>
                  </a:lnTo>
                  <a:lnTo>
                    <a:pt x="38" y="48"/>
                  </a:lnTo>
                  <a:lnTo>
                    <a:pt x="36" y="50"/>
                  </a:lnTo>
                  <a:lnTo>
                    <a:pt x="26" y="46"/>
                  </a:lnTo>
                  <a:lnTo>
                    <a:pt x="20" y="42"/>
                  </a:lnTo>
                  <a:lnTo>
                    <a:pt x="6" y="46"/>
                  </a:lnTo>
                  <a:lnTo>
                    <a:pt x="2" y="44"/>
                  </a:lnTo>
                  <a:lnTo>
                    <a:pt x="0" y="42"/>
                  </a:lnTo>
                  <a:lnTo>
                    <a:pt x="10" y="36"/>
                  </a:lnTo>
                  <a:lnTo>
                    <a:pt x="14" y="30"/>
                  </a:lnTo>
                  <a:lnTo>
                    <a:pt x="18" y="24"/>
                  </a:lnTo>
                  <a:lnTo>
                    <a:pt x="20" y="18"/>
                  </a:lnTo>
                  <a:lnTo>
                    <a:pt x="22" y="14"/>
                  </a:lnTo>
                  <a:lnTo>
                    <a:pt x="28" y="14"/>
                  </a:lnTo>
                  <a:lnTo>
                    <a:pt x="32" y="6"/>
                  </a:lnTo>
                  <a:lnTo>
                    <a:pt x="38" y="4"/>
                  </a:lnTo>
                  <a:lnTo>
                    <a:pt x="42" y="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480" bIns="42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9" name=""/>
            <p:cNvSpPr/>
            <p:nvPr/>
          </p:nvSpPr>
          <p:spPr>
            <a:xfrm>
              <a:off x="4878000" y="2289960"/>
              <a:ext cx="61200" cy="92520"/>
            </a:xfrm>
            <a:custGeom>
              <a:avLst/>
              <a:gdLst/>
              <a:ahLst/>
              <a:rect l="l" t="t" r="r" b="b"/>
              <a:pathLst>
                <a:path w="32" h="52">
                  <a:moveTo>
                    <a:pt x="22" y="52"/>
                  </a:moveTo>
                  <a:lnTo>
                    <a:pt x="8" y="52"/>
                  </a:lnTo>
                  <a:lnTo>
                    <a:pt x="10" y="52"/>
                  </a:lnTo>
                  <a:lnTo>
                    <a:pt x="12" y="50"/>
                  </a:lnTo>
                  <a:lnTo>
                    <a:pt x="6" y="50"/>
                  </a:lnTo>
                  <a:lnTo>
                    <a:pt x="6" y="42"/>
                  </a:lnTo>
                  <a:lnTo>
                    <a:pt x="4" y="38"/>
                  </a:lnTo>
                  <a:lnTo>
                    <a:pt x="2" y="32"/>
                  </a:lnTo>
                  <a:lnTo>
                    <a:pt x="0" y="26"/>
                  </a:lnTo>
                  <a:lnTo>
                    <a:pt x="2" y="22"/>
                  </a:lnTo>
                  <a:lnTo>
                    <a:pt x="4" y="18"/>
                  </a:lnTo>
                  <a:lnTo>
                    <a:pt x="12" y="12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26" y="16"/>
                  </a:lnTo>
                  <a:lnTo>
                    <a:pt x="28" y="18"/>
                  </a:lnTo>
                  <a:lnTo>
                    <a:pt x="32" y="20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28"/>
                  </a:lnTo>
                  <a:lnTo>
                    <a:pt x="22" y="30"/>
                  </a:lnTo>
                  <a:lnTo>
                    <a:pt x="24" y="36"/>
                  </a:lnTo>
                  <a:lnTo>
                    <a:pt x="28" y="40"/>
                  </a:lnTo>
                  <a:lnTo>
                    <a:pt x="22" y="40"/>
                  </a:lnTo>
                  <a:lnTo>
                    <a:pt x="22" y="5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0" name=""/>
            <p:cNvSpPr/>
            <p:nvPr/>
          </p:nvSpPr>
          <p:spPr>
            <a:xfrm>
              <a:off x="4817880" y="2382480"/>
              <a:ext cx="249480" cy="231840"/>
            </a:xfrm>
            <a:custGeom>
              <a:avLst/>
              <a:gdLst/>
              <a:ahLst/>
              <a:rect l="l" t="t" r="r" b="b"/>
              <a:pathLst>
                <a:path w="127" h="130">
                  <a:moveTo>
                    <a:pt x="24" y="128"/>
                  </a:moveTo>
                  <a:lnTo>
                    <a:pt x="22" y="128"/>
                  </a:lnTo>
                  <a:lnTo>
                    <a:pt x="32" y="126"/>
                  </a:lnTo>
                  <a:lnTo>
                    <a:pt x="40" y="126"/>
                  </a:lnTo>
                  <a:lnTo>
                    <a:pt x="48" y="128"/>
                  </a:lnTo>
                  <a:lnTo>
                    <a:pt x="52" y="130"/>
                  </a:lnTo>
                  <a:lnTo>
                    <a:pt x="58" y="130"/>
                  </a:lnTo>
                  <a:lnTo>
                    <a:pt x="62" y="130"/>
                  </a:lnTo>
                  <a:lnTo>
                    <a:pt x="74" y="130"/>
                  </a:lnTo>
                  <a:lnTo>
                    <a:pt x="80" y="130"/>
                  </a:lnTo>
                  <a:lnTo>
                    <a:pt x="88" y="126"/>
                  </a:lnTo>
                  <a:lnTo>
                    <a:pt x="102" y="126"/>
                  </a:lnTo>
                  <a:lnTo>
                    <a:pt x="100" y="122"/>
                  </a:lnTo>
                  <a:lnTo>
                    <a:pt x="102" y="116"/>
                  </a:lnTo>
                  <a:lnTo>
                    <a:pt x="106" y="114"/>
                  </a:lnTo>
                  <a:lnTo>
                    <a:pt x="110" y="110"/>
                  </a:lnTo>
                  <a:lnTo>
                    <a:pt x="114" y="108"/>
                  </a:lnTo>
                  <a:lnTo>
                    <a:pt x="108" y="102"/>
                  </a:lnTo>
                  <a:lnTo>
                    <a:pt x="100" y="96"/>
                  </a:lnTo>
                  <a:lnTo>
                    <a:pt x="92" y="90"/>
                  </a:lnTo>
                  <a:lnTo>
                    <a:pt x="92" y="84"/>
                  </a:lnTo>
                  <a:lnTo>
                    <a:pt x="90" y="80"/>
                  </a:lnTo>
                  <a:lnTo>
                    <a:pt x="119" y="70"/>
                  </a:lnTo>
                  <a:lnTo>
                    <a:pt x="121" y="70"/>
                  </a:lnTo>
                  <a:lnTo>
                    <a:pt x="127" y="70"/>
                  </a:lnTo>
                  <a:lnTo>
                    <a:pt x="127" y="60"/>
                  </a:lnTo>
                  <a:lnTo>
                    <a:pt x="121" y="46"/>
                  </a:lnTo>
                  <a:lnTo>
                    <a:pt x="114" y="34"/>
                  </a:lnTo>
                  <a:lnTo>
                    <a:pt x="114" y="16"/>
                  </a:lnTo>
                  <a:lnTo>
                    <a:pt x="110" y="12"/>
                  </a:lnTo>
                  <a:lnTo>
                    <a:pt x="108" y="8"/>
                  </a:lnTo>
                  <a:lnTo>
                    <a:pt x="102" y="6"/>
                  </a:lnTo>
                  <a:lnTo>
                    <a:pt x="96" y="4"/>
                  </a:lnTo>
                  <a:lnTo>
                    <a:pt x="92" y="4"/>
                  </a:lnTo>
                  <a:lnTo>
                    <a:pt x="86" y="8"/>
                  </a:lnTo>
                  <a:lnTo>
                    <a:pt x="80" y="10"/>
                  </a:lnTo>
                  <a:lnTo>
                    <a:pt x="76" y="16"/>
                  </a:lnTo>
                  <a:lnTo>
                    <a:pt x="70" y="12"/>
                  </a:lnTo>
                  <a:lnTo>
                    <a:pt x="66" y="8"/>
                  </a:lnTo>
                  <a:lnTo>
                    <a:pt x="52" y="0"/>
                  </a:lnTo>
                  <a:lnTo>
                    <a:pt x="38" y="0"/>
                  </a:lnTo>
                  <a:lnTo>
                    <a:pt x="40" y="8"/>
                  </a:lnTo>
                  <a:lnTo>
                    <a:pt x="42" y="12"/>
                  </a:lnTo>
                  <a:lnTo>
                    <a:pt x="50" y="20"/>
                  </a:lnTo>
                  <a:lnTo>
                    <a:pt x="46" y="20"/>
                  </a:lnTo>
                  <a:lnTo>
                    <a:pt x="42" y="16"/>
                  </a:lnTo>
                  <a:lnTo>
                    <a:pt x="38" y="16"/>
                  </a:lnTo>
                  <a:lnTo>
                    <a:pt x="38" y="18"/>
                  </a:lnTo>
                  <a:lnTo>
                    <a:pt x="36" y="20"/>
                  </a:lnTo>
                  <a:lnTo>
                    <a:pt x="34" y="20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2" y="16"/>
                  </a:lnTo>
                  <a:lnTo>
                    <a:pt x="14" y="18"/>
                  </a:lnTo>
                  <a:lnTo>
                    <a:pt x="14" y="28"/>
                  </a:lnTo>
                  <a:lnTo>
                    <a:pt x="12" y="36"/>
                  </a:lnTo>
                  <a:lnTo>
                    <a:pt x="12" y="42"/>
                  </a:lnTo>
                  <a:lnTo>
                    <a:pt x="14" y="42"/>
                  </a:lnTo>
                  <a:lnTo>
                    <a:pt x="10" y="48"/>
                  </a:lnTo>
                  <a:lnTo>
                    <a:pt x="8" y="52"/>
                  </a:lnTo>
                  <a:lnTo>
                    <a:pt x="6" y="56"/>
                  </a:lnTo>
                  <a:lnTo>
                    <a:pt x="4" y="62"/>
                  </a:lnTo>
                  <a:lnTo>
                    <a:pt x="2" y="66"/>
                  </a:lnTo>
                  <a:lnTo>
                    <a:pt x="0" y="68"/>
                  </a:lnTo>
                  <a:lnTo>
                    <a:pt x="4" y="72"/>
                  </a:lnTo>
                  <a:lnTo>
                    <a:pt x="8" y="76"/>
                  </a:lnTo>
                  <a:lnTo>
                    <a:pt x="6" y="78"/>
                  </a:lnTo>
                  <a:lnTo>
                    <a:pt x="6" y="80"/>
                  </a:lnTo>
                  <a:lnTo>
                    <a:pt x="10" y="88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6"/>
                  </a:lnTo>
                  <a:lnTo>
                    <a:pt x="20" y="98"/>
                  </a:lnTo>
                  <a:lnTo>
                    <a:pt x="24" y="100"/>
                  </a:lnTo>
                  <a:lnTo>
                    <a:pt x="32" y="102"/>
                  </a:lnTo>
                  <a:lnTo>
                    <a:pt x="30" y="112"/>
                  </a:lnTo>
                  <a:lnTo>
                    <a:pt x="28" y="120"/>
                  </a:lnTo>
                  <a:lnTo>
                    <a:pt x="24" y="126"/>
                  </a:lnTo>
                  <a:lnTo>
                    <a:pt x="24" y="1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1" name=""/>
            <p:cNvSpPr/>
            <p:nvPr/>
          </p:nvSpPr>
          <p:spPr>
            <a:xfrm>
              <a:off x="4828320" y="2606400"/>
              <a:ext cx="119160" cy="53640"/>
            </a:xfrm>
            <a:custGeom>
              <a:avLst/>
              <a:gdLst/>
              <a:ahLst/>
              <a:rect l="l" t="t" r="r" b="b"/>
              <a:pathLst>
                <a:path w="60" h="30">
                  <a:moveTo>
                    <a:pt x="50" y="4"/>
                  </a:moveTo>
                  <a:lnTo>
                    <a:pt x="44" y="2"/>
                  </a:lnTo>
                  <a:lnTo>
                    <a:pt x="34" y="0"/>
                  </a:lnTo>
                  <a:lnTo>
                    <a:pt x="26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4" y="4"/>
                  </a:lnTo>
                  <a:lnTo>
                    <a:pt x="12" y="8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0" y="24"/>
                  </a:lnTo>
                  <a:lnTo>
                    <a:pt x="12" y="30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30" y="26"/>
                  </a:lnTo>
                  <a:lnTo>
                    <a:pt x="32" y="26"/>
                  </a:lnTo>
                  <a:lnTo>
                    <a:pt x="36" y="28"/>
                  </a:lnTo>
                  <a:lnTo>
                    <a:pt x="40" y="30"/>
                  </a:lnTo>
                  <a:lnTo>
                    <a:pt x="44" y="30"/>
                  </a:lnTo>
                  <a:lnTo>
                    <a:pt x="44" y="26"/>
                  </a:lnTo>
                  <a:lnTo>
                    <a:pt x="48" y="24"/>
                  </a:lnTo>
                  <a:lnTo>
                    <a:pt x="54" y="22"/>
                  </a:lnTo>
                  <a:lnTo>
                    <a:pt x="60" y="20"/>
                  </a:lnTo>
                  <a:lnTo>
                    <a:pt x="60" y="14"/>
                  </a:lnTo>
                  <a:lnTo>
                    <a:pt x="58" y="14"/>
                  </a:lnTo>
                  <a:lnTo>
                    <a:pt x="54" y="12"/>
                  </a:lnTo>
                  <a:lnTo>
                    <a:pt x="50" y="8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2" name=""/>
            <p:cNvSpPr/>
            <p:nvPr/>
          </p:nvSpPr>
          <p:spPr>
            <a:xfrm>
              <a:off x="4929120" y="2564640"/>
              <a:ext cx="209880" cy="82800"/>
            </a:xfrm>
            <a:custGeom>
              <a:avLst/>
              <a:gdLst/>
              <a:ahLst/>
              <a:rect l="l" t="t" r="r" b="b"/>
              <a:pathLst>
                <a:path w="107" h="46">
                  <a:moveTo>
                    <a:pt x="65" y="8"/>
                  </a:moveTo>
                  <a:lnTo>
                    <a:pt x="69" y="6"/>
                  </a:lnTo>
                  <a:lnTo>
                    <a:pt x="71" y="4"/>
                  </a:lnTo>
                  <a:lnTo>
                    <a:pt x="75" y="2"/>
                  </a:lnTo>
                  <a:lnTo>
                    <a:pt x="79" y="0"/>
                  </a:lnTo>
                  <a:lnTo>
                    <a:pt x="85" y="2"/>
                  </a:lnTo>
                  <a:lnTo>
                    <a:pt x="91" y="4"/>
                  </a:lnTo>
                  <a:lnTo>
                    <a:pt x="95" y="6"/>
                  </a:lnTo>
                  <a:lnTo>
                    <a:pt x="101" y="6"/>
                  </a:lnTo>
                  <a:lnTo>
                    <a:pt x="103" y="14"/>
                  </a:lnTo>
                  <a:lnTo>
                    <a:pt x="107" y="18"/>
                  </a:lnTo>
                  <a:lnTo>
                    <a:pt x="101" y="24"/>
                  </a:lnTo>
                  <a:lnTo>
                    <a:pt x="99" y="30"/>
                  </a:lnTo>
                  <a:lnTo>
                    <a:pt x="95" y="38"/>
                  </a:lnTo>
                  <a:lnTo>
                    <a:pt x="93" y="40"/>
                  </a:lnTo>
                  <a:lnTo>
                    <a:pt x="79" y="42"/>
                  </a:lnTo>
                  <a:lnTo>
                    <a:pt x="75" y="44"/>
                  </a:lnTo>
                  <a:lnTo>
                    <a:pt x="73" y="44"/>
                  </a:lnTo>
                  <a:lnTo>
                    <a:pt x="65" y="46"/>
                  </a:lnTo>
                  <a:lnTo>
                    <a:pt x="52" y="44"/>
                  </a:lnTo>
                  <a:lnTo>
                    <a:pt x="42" y="40"/>
                  </a:lnTo>
                  <a:lnTo>
                    <a:pt x="36" y="38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2" y="38"/>
                  </a:lnTo>
                  <a:lnTo>
                    <a:pt x="10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8" y="28"/>
                  </a:lnTo>
                  <a:lnTo>
                    <a:pt x="24" y="28"/>
                  </a:lnTo>
                  <a:lnTo>
                    <a:pt x="32" y="24"/>
                  </a:lnTo>
                  <a:lnTo>
                    <a:pt x="46" y="24"/>
                  </a:lnTo>
                  <a:lnTo>
                    <a:pt x="44" y="20"/>
                  </a:lnTo>
                  <a:lnTo>
                    <a:pt x="46" y="14"/>
                  </a:lnTo>
                  <a:lnTo>
                    <a:pt x="50" y="12"/>
                  </a:lnTo>
                  <a:lnTo>
                    <a:pt x="54" y="8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65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3" name=""/>
            <p:cNvSpPr/>
            <p:nvPr/>
          </p:nvSpPr>
          <p:spPr>
            <a:xfrm>
              <a:off x="4845240" y="2629440"/>
              <a:ext cx="365760" cy="288720"/>
            </a:xfrm>
            <a:custGeom>
              <a:avLst/>
              <a:gdLst/>
              <a:ahLst/>
              <a:rect l="l" t="t" r="r" b="b"/>
              <a:pathLst>
                <a:path w="185" h="162">
                  <a:moveTo>
                    <a:pt x="18" y="56"/>
                  </a:moveTo>
                  <a:lnTo>
                    <a:pt x="12" y="52"/>
                  </a:lnTo>
                  <a:lnTo>
                    <a:pt x="8" y="46"/>
                  </a:lnTo>
                  <a:lnTo>
                    <a:pt x="0" y="36"/>
                  </a:lnTo>
                  <a:lnTo>
                    <a:pt x="8" y="30"/>
                  </a:lnTo>
                  <a:lnTo>
                    <a:pt x="8" y="28"/>
                  </a:lnTo>
                  <a:lnTo>
                    <a:pt x="6" y="26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18"/>
                  </a:lnTo>
                  <a:lnTo>
                    <a:pt x="18" y="18"/>
                  </a:lnTo>
                  <a:lnTo>
                    <a:pt x="20" y="16"/>
                  </a:lnTo>
                  <a:lnTo>
                    <a:pt x="22" y="14"/>
                  </a:lnTo>
                  <a:lnTo>
                    <a:pt x="24" y="14"/>
                  </a:lnTo>
                  <a:lnTo>
                    <a:pt x="28" y="16"/>
                  </a:lnTo>
                  <a:lnTo>
                    <a:pt x="32" y="18"/>
                  </a:lnTo>
                  <a:lnTo>
                    <a:pt x="36" y="18"/>
                  </a:lnTo>
                  <a:lnTo>
                    <a:pt x="36" y="14"/>
                  </a:lnTo>
                  <a:lnTo>
                    <a:pt x="40" y="12"/>
                  </a:lnTo>
                  <a:lnTo>
                    <a:pt x="46" y="10"/>
                  </a:lnTo>
                  <a:lnTo>
                    <a:pt x="52" y="8"/>
                  </a:lnTo>
                  <a:lnTo>
                    <a:pt x="52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4" y="2"/>
                  </a:lnTo>
                  <a:lnTo>
                    <a:pt x="80" y="2"/>
                  </a:lnTo>
                  <a:lnTo>
                    <a:pt x="94" y="8"/>
                  </a:lnTo>
                  <a:lnTo>
                    <a:pt x="96" y="8"/>
                  </a:lnTo>
                  <a:lnTo>
                    <a:pt x="96" y="16"/>
                  </a:lnTo>
                  <a:lnTo>
                    <a:pt x="88" y="24"/>
                  </a:lnTo>
                  <a:lnTo>
                    <a:pt x="86" y="28"/>
                  </a:lnTo>
                  <a:lnTo>
                    <a:pt x="86" y="32"/>
                  </a:lnTo>
                  <a:lnTo>
                    <a:pt x="84" y="38"/>
                  </a:lnTo>
                  <a:lnTo>
                    <a:pt x="84" y="44"/>
                  </a:lnTo>
                  <a:lnTo>
                    <a:pt x="84" y="48"/>
                  </a:lnTo>
                  <a:lnTo>
                    <a:pt x="88" y="52"/>
                  </a:lnTo>
                  <a:lnTo>
                    <a:pt x="96" y="58"/>
                  </a:lnTo>
                  <a:lnTo>
                    <a:pt x="107" y="62"/>
                  </a:lnTo>
                  <a:lnTo>
                    <a:pt x="109" y="64"/>
                  </a:lnTo>
                  <a:lnTo>
                    <a:pt x="115" y="68"/>
                  </a:lnTo>
                  <a:lnTo>
                    <a:pt x="119" y="72"/>
                  </a:lnTo>
                  <a:lnTo>
                    <a:pt x="121" y="80"/>
                  </a:lnTo>
                  <a:lnTo>
                    <a:pt x="125" y="86"/>
                  </a:lnTo>
                  <a:lnTo>
                    <a:pt x="131" y="90"/>
                  </a:lnTo>
                  <a:lnTo>
                    <a:pt x="135" y="92"/>
                  </a:lnTo>
                  <a:lnTo>
                    <a:pt x="137" y="92"/>
                  </a:lnTo>
                  <a:lnTo>
                    <a:pt x="139" y="90"/>
                  </a:lnTo>
                  <a:lnTo>
                    <a:pt x="141" y="94"/>
                  </a:lnTo>
                  <a:lnTo>
                    <a:pt x="145" y="98"/>
                  </a:lnTo>
                  <a:lnTo>
                    <a:pt x="149" y="102"/>
                  </a:lnTo>
                  <a:lnTo>
                    <a:pt x="161" y="108"/>
                  </a:lnTo>
                  <a:lnTo>
                    <a:pt x="173" y="114"/>
                  </a:lnTo>
                  <a:lnTo>
                    <a:pt x="179" y="120"/>
                  </a:lnTo>
                  <a:lnTo>
                    <a:pt x="185" y="124"/>
                  </a:lnTo>
                  <a:lnTo>
                    <a:pt x="179" y="124"/>
                  </a:lnTo>
                  <a:lnTo>
                    <a:pt x="173" y="124"/>
                  </a:lnTo>
                  <a:lnTo>
                    <a:pt x="169" y="122"/>
                  </a:lnTo>
                  <a:lnTo>
                    <a:pt x="163" y="118"/>
                  </a:lnTo>
                  <a:lnTo>
                    <a:pt x="159" y="118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53" y="126"/>
                  </a:lnTo>
                  <a:lnTo>
                    <a:pt x="155" y="128"/>
                  </a:lnTo>
                  <a:lnTo>
                    <a:pt x="159" y="132"/>
                  </a:lnTo>
                  <a:lnTo>
                    <a:pt x="161" y="136"/>
                  </a:lnTo>
                  <a:lnTo>
                    <a:pt x="163" y="138"/>
                  </a:lnTo>
                  <a:lnTo>
                    <a:pt x="163" y="140"/>
                  </a:lnTo>
                  <a:lnTo>
                    <a:pt x="163" y="144"/>
                  </a:lnTo>
                  <a:lnTo>
                    <a:pt x="161" y="146"/>
                  </a:lnTo>
                  <a:lnTo>
                    <a:pt x="155" y="144"/>
                  </a:lnTo>
                  <a:lnTo>
                    <a:pt x="155" y="152"/>
                  </a:lnTo>
                  <a:lnTo>
                    <a:pt x="155" y="154"/>
                  </a:lnTo>
                  <a:lnTo>
                    <a:pt x="151" y="158"/>
                  </a:lnTo>
                  <a:lnTo>
                    <a:pt x="147" y="162"/>
                  </a:lnTo>
                  <a:lnTo>
                    <a:pt x="141" y="162"/>
                  </a:lnTo>
                  <a:lnTo>
                    <a:pt x="141" y="156"/>
                  </a:lnTo>
                  <a:lnTo>
                    <a:pt x="145" y="152"/>
                  </a:lnTo>
                  <a:lnTo>
                    <a:pt x="147" y="148"/>
                  </a:lnTo>
                  <a:lnTo>
                    <a:pt x="147" y="142"/>
                  </a:lnTo>
                  <a:lnTo>
                    <a:pt x="147" y="136"/>
                  </a:lnTo>
                  <a:lnTo>
                    <a:pt x="145" y="132"/>
                  </a:lnTo>
                  <a:lnTo>
                    <a:pt x="141" y="126"/>
                  </a:lnTo>
                  <a:lnTo>
                    <a:pt x="135" y="124"/>
                  </a:lnTo>
                  <a:lnTo>
                    <a:pt x="129" y="120"/>
                  </a:lnTo>
                  <a:lnTo>
                    <a:pt x="119" y="112"/>
                  </a:lnTo>
                  <a:lnTo>
                    <a:pt x="107" y="104"/>
                  </a:lnTo>
                  <a:lnTo>
                    <a:pt x="84" y="92"/>
                  </a:lnTo>
                  <a:lnTo>
                    <a:pt x="74" y="84"/>
                  </a:lnTo>
                  <a:lnTo>
                    <a:pt x="64" y="74"/>
                  </a:lnTo>
                  <a:lnTo>
                    <a:pt x="56" y="64"/>
                  </a:lnTo>
                  <a:lnTo>
                    <a:pt x="52" y="50"/>
                  </a:lnTo>
                  <a:lnTo>
                    <a:pt x="42" y="48"/>
                  </a:lnTo>
                  <a:lnTo>
                    <a:pt x="36" y="44"/>
                  </a:lnTo>
                  <a:lnTo>
                    <a:pt x="30" y="46"/>
                  </a:lnTo>
                  <a:lnTo>
                    <a:pt x="28" y="50"/>
                  </a:lnTo>
                  <a:lnTo>
                    <a:pt x="24" y="54"/>
                  </a:lnTo>
                  <a:lnTo>
                    <a:pt x="20" y="56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4" name=""/>
            <p:cNvSpPr/>
            <p:nvPr/>
          </p:nvSpPr>
          <p:spPr>
            <a:xfrm>
              <a:off x="5043600" y="2379240"/>
              <a:ext cx="277200" cy="178200"/>
            </a:xfrm>
            <a:custGeom>
              <a:avLst/>
              <a:gdLst/>
              <a:ahLst/>
              <a:rect l="l" t="t" r="r" b="b"/>
              <a:pathLst>
                <a:path w="141" h="100">
                  <a:moveTo>
                    <a:pt x="121" y="100"/>
                  </a:moveTo>
                  <a:lnTo>
                    <a:pt x="117" y="100"/>
                  </a:lnTo>
                  <a:lnTo>
                    <a:pt x="111" y="100"/>
                  </a:lnTo>
                  <a:lnTo>
                    <a:pt x="101" y="98"/>
                  </a:lnTo>
                  <a:lnTo>
                    <a:pt x="91" y="100"/>
                  </a:lnTo>
                  <a:lnTo>
                    <a:pt x="85" y="100"/>
                  </a:lnTo>
                  <a:lnTo>
                    <a:pt x="83" y="100"/>
                  </a:lnTo>
                  <a:lnTo>
                    <a:pt x="81" y="96"/>
                  </a:lnTo>
                  <a:lnTo>
                    <a:pt x="75" y="96"/>
                  </a:lnTo>
                  <a:lnTo>
                    <a:pt x="71" y="96"/>
                  </a:lnTo>
                  <a:lnTo>
                    <a:pt x="69" y="96"/>
                  </a:lnTo>
                  <a:lnTo>
                    <a:pt x="67" y="94"/>
                  </a:lnTo>
                  <a:lnTo>
                    <a:pt x="65" y="88"/>
                  </a:lnTo>
                  <a:lnTo>
                    <a:pt x="61" y="86"/>
                  </a:lnTo>
                  <a:lnTo>
                    <a:pt x="55" y="84"/>
                  </a:lnTo>
                  <a:lnTo>
                    <a:pt x="47" y="82"/>
                  </a:lnTo>
                  <a:lnTo>
                    <a:pt x="43" y="78"/>
                  </a:lnTo>
                  <a:lnTo>
                    <a:pt x="41" y="82"/>
                  </a:lnTo>
                  <a:lnTo>
                    <a:pt x="37" y="82"/>
                  </a:lnTo>
                  <a:lnTo>
                    <a:pt x="35" y="82"/>
                  </a:lnTo>
                  <a:lnTo>
                    <a:pt x="35" y="78"/>
                  </a:lnTo>
                  <a:lnTo>
                    <a:pt x="13" y="72"/>
                  </a:lnTo>
                  <a:lnTo>
                    <a:pt x="13" y="62"/>
                  </a:lnTo>
                  <a:lnTo>
                    <a:pt x="7" y="48"/>
                  </a:lnTo>
                  <a:lnTo>
                    <a:pt x="0" y="36"/>
                  </a:lnTo>
                  <a:lnTo>
                    <a:pt x="0" y="18"/>
                  </a:lnTo>
                  <a:lnTo>
                    <a:pt x="5" y="18"/>
                  </a:lnTo>
                  <a:lnTo>
                    <a:pt x="13" y="16"/>
                  </a:lnTo>
                  <a:lnTo>
                    <a:pt x="25" y="10"/>
                  </a:lnTo>
                  <a:lnTo>
                    <a:pt x="41" y="0"/>
                  </a:lnTo>
                  <a:lnTo>
                    <a:pt x="59" y="0"/>
                  </a:lnTo>
                  <a:lnTo>
                    <a:pt x="61" y="4"/>
                  </a:lnTo>
                  <a:lnTo>
                    <a:pt x="61" y="6"/>
                  </a:lnTo>
                  <a:lnTo>
                    <a:pt x="65" y="8"/>
                  </a:lnTo>
                  <a:lnTo>
                    <a:pt x="75" y="6"/>
                  </a:lnTo>
                  <a:lnTo>
                    <a:pt x="113" y="6"/>
                  </a:lnTo>
                  <a:lnTo>
                    <a:pt x="117" y="10"/>
                  </a:lnTo>
                  <a:lnTo>
                    <a:pt x="119" y="12"/>
                  </a:lnTo>
                  <a:lnTo>
                    <a:pt x="123" y="14"/>
                  </a:lnTo>
                  <a:lnTo>
                    <a:pt x="125" y="16"/>
                  </a:lnTo>
                  <a:lnTo>
                    <a:pt x="129" y="22"/>
                  </a:lnTo>
                  <a:lnTo>
                    <a:pt x="131" y="28"/>
                  </a:lnTo>
                  <a:lnTo>
                    <a:pt x="131" y="34"/>
                  </a:lnTo>
                  <a:lnTo>
                    <a:pt x="135" y="40"/>
                  </a:lnTo>
                  <a:lnTo>
                    <a:pt x="129" y="44"/>
                  </a:lnTo>
                  <a:lnTo>
                    <a:pt x="127" y="46"/>
                  </a:lnTo>
                  <a:lnTo>
                    <a:pt x="125" y="46"/>
                  </a:lnTo>
                  <a:lnTo>
                    <a:pt x="125" y="50"/>
                  </a:lnTo>
                  <a:lnTo>
                    <a:pt x="127" y="54"/>
                  </a:lnTo>
                  <a:lnTo>
                    <a:pt x="133" y="62"/>
                  </a:lnTo>
                  <a:lnTo>
                    <a:pt x="141" y="76"/>
                  </a:lnTo>
                  <a:lnTo>
                    <a:pt x="135" y="80"/>
                  </a:lnTo>
                  <a:lnTo>
                    <a:pt x="131" y="88"/>
                  </a:lnTo>
                  <a:lnTo>
                    <a:pt x="121" y="98"/>
                  </a:lnTo>
                  <a:lnTo>
                    <a:pt x="121" y="10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5" name=""/>
            <p:cNvSpPr/>
            <p:nvPr/>
          </p:nvSpPr>
          <p:spPr>
            <a:xfrm>
              <a:off x="5218200" y="2772000"/>
              <a:ext cx="56520" cy="92520"/>
            </a:xfrm>
            <a:custGeom>
              <a:avLst/>
              <a:gdLst/>
              <a:ahLst/>
              <a:rect l="l" t="t" r="r" b="b"/>
              <a:pathLst>
                <a:path w="28" h="52">
                  <a:moveTo>
                    <a:pt x="28" y="30"/>
                  </a:moveTo>
                  <a:lnTo>
                    <a:pt x="28" y="38"/>
                  </a:lnTo>
                  <a:lnTo>
                    <a:pt x="24" y="42"/>
                  </a:lnTo>
                  <a:lnTo>
                    <a:pt x="20" y="46"/>
                  </a:lnTo>
                  <a:lnTo>
                    <a:pt x="16" y="52"/>
                  </a:lnTo>
                  <a:lnTo>
                    <a:pt x="12" y="46"/>
                  </a:lnTo>
                  <a:lnTo>
                    <a:pt x="8" y="42"/>
                  </a:lnTo>
                  <a:lnTo>
                    <a:pt x="6" y="26"/>
                  </a:lnTo>
                  <a:lnTo>
                    <a:pt x="4" y="16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2"/>
                  </a:lnTo>
                  <a:lnTo>
                    <a:pt x="18" y="8"/>
                  </a:lnTo>
                  <a:lnTo>
                    <a:pt x="18" y="16"/>
                  </a:lnTo>
                  <a:lnTo>
                    <a:pt x="18" y="22"/>
                  </a:lnTo>
                  <a:lnTo>
                    <a:pt x="22" y="28"/>
                  </a:lnTo>
                  <a:lnTo>
                    <a:pt x="26" y="28"/>
                  </a:lnTo>
                  <a:lnTo>
                    <a:pt x="28" y="3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6" name=""/>
            <p:cNvSpPr/>
            <p:nvPr/>
          </p:nvSpPr>
          <p:spPr>
            <a:xfrm>
              <a:off x="5250600" y="2799720"/>
              <a:ext cx="186480" cy="174960"/>
            </a:xfrm>
            <a:custGeom>
              <a:avLst/>
              <a:gdLst/>
              <a:ahLst/>
              <a:rect l="l" t="t" r="r" b="b"/>
              <a:pathLst>
                <a:path w="94" h="98">
                  <a:moveTo>
                    <a:pt x="12" y="14"/>
                  </a:moveTo>
                  <a:lnTo>
                    <a:pt x="20" y="12"/>
                  </a:lnTo>
                  <a:lnTo>
                    <a:pt x="30" y="10"/>
                  </a:lnTo>
                  <a:lnTo>
                    <a:pt x="36" y="8"/>
                  </a:lnTo>
                  <a:lnTo>
                    <a:pt x="38" y="6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42" y="4"/>
                  </a:lnTo>
                  <a:lnTo>
                    <a:pt x="48" y="4"/>
                  </a:lnTo>
                  <a:lnTo>
                    <a:pt x="54" y="2"/>
                  </a:lnTo>
                  <a:lnTo>
                    <a:pt x="60" y="0"/>
                  </a:lnTo>
                  <a:lnTo>
                    <a:pt x="64" y="2"/>
                  </a:lnTo>
                  <a:lnTo>
                    <a:pt x="66" y="4"/>
                  </a:lnTo>
                  <a:lnTo>
                    <a:pt x="70" y="6"/>
                  </a:lnTo>
                  <a:lnTo>
                    <a:pt x="76" y="6"/>
                  </a:lnTo>
                  <a:lnTo>
                    <a:pt x="78" y="6"/>
                  </a:lnTo>
                  <a:lnTo>
                    <a:pt x="80" y="4"/>
                  </a:lnTo>
                  <a:lnTo>
                    <a:pt x="84" y="4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2"/>
                  </a:lnTo>
                  <a:lnTo>
                    <a:pt x="90" y="4"/>
                  </a:lnTo>
                  <a:lnTo>
                    <a:pt x="94" y="6"/>
                  </a:lnTo>
                  <a:lnTo>
                    <a:pt x="94" y="16"/>
                  </a:lnTo>
                  <a:lnTo>
                    <a:pt x="58" y="16"/>
                  </a:lnTo>
                  <a:lnTo>
                    <a:pt x="60" y="20"/>
                  </a:lnTo>
                  <a:lnTo>
                    <a:pt x="62" y="24"/>
                  </a:lnTo>
                  <a:lnTo>
                    <a:pt x="58" y="24"/>
                  </a:lnTo>
                  <a:lnTo>
                    <a:pt x="56" y="26"/>
                  </a:lnTo>
                  <a:lnTo>
                    <a:pt x="56" y="28"/>
                  </a:lnTo>
                  <a:lnTo>
                    <a:pt x="50" y="28"/>
                  </a:lnTo>
                  <a:lnTo>
                    <a:pt x="46" y="26"/>
                  </a:lnTo>
                  <a:lnTo>
                    <a:pt x="40" y="20"/>
                  </a:lnTo>
                  <a:lnTo>
                    <a:pt x="38" y="22"/>
                  </a:lnTo>
                  <a:lnTo>
                    <a:pt x="38" y="24"/>
                  </a:lnTo>
                  <a:lnTo>
                    <a:pt x="40" y="28"/>
                  </a:lnTo>
                  <a:lnTo>
                    <a:pt x="40" y="32"/>
                  </a:lnTo>
                  <a:lnTo>
                    <a:pt x="44" y="38"/>
                  </a:lnTo>
                  <a:lnTo>
                    <a:pt x="48" y="44"/>
                  </a:lnTo>
                  <a:lnTo>
                    <a:pt x="54" y="48"/>
                  </a:lnTo>
                  <a:lnTo>
                    <a:pt x="66" y="56"/>
                  </a:lnTo>
                  <a:lnTo>
                    <a:pt x="70" y="60"/>
                  </a:lnTo>
                  <a:lnTo>
                    <a:pt x="74" y="64"/>
                  </a:lnTo>
                  <a:lnTo>
                    <a:pt x="66" y="64"/>
                  </a:lnTo>
                  <a:lnTo>
                    <a:pt x="64" y="68"/>
                  </a:lnTo>
                  <a:lnTo>
                    <a:pt x="60" y="68"/>
                  </a:lnTo>
                  <a:lnTo>
                    <a:pt x="56" y="66"/>
                  </a:lnTo>
                  <a:lnTo>
                    <a:pt x="52" y="64"/>
                  </a:lnTo>
                  <a:lnTo>
                    <a:pt x="54" y="70"/>
                  </a:lnTo>
                  <a:lnTo>
                    <a:pt x="58" y="74"/>
                  </a:lnTo>
                  <a:lnTo>
                    <a:pt x="52" y="76"/>
                  </a:lnTo>
                  <a:lnTo>
                    <a:pt x="46" y="74"/>
                  </a:lnTo>
                  <a:lnTo>
                    <a:pt x="48" y="82"/>
                  </a:lnTo>
                  <a:lnTo>
                    <a:pt x="50" y="84"/>
                  </a:lnTo>
                  <a:lnTo>
                    <a:pt x="52" y="90"/>
                  </a:lnTo>
                  <a:lnTo>
                    <a:pt x="54" y="98"/>
                  </a:lnTo>
                  <a:lnTo>
                    <a:pt x="48" y="92"/>
                  </a:lnTo>
                  <a:lnTo>
                    <a:pt x="42" y="90"/>
                  </a:lnTo>
                  <a:lnTo>
                    <a:pt x="38" y="88"/>
                  </a:lnTo>
                  <a:lnTo>
                    <a:pt x="38" y="84"/>
                  </a:lnTo>
                  <a:lnTo>
                    <a:pt x="34" y="84"/>
                  </a:lnTo>
                  <a:lnTo>
                    <a:pt x="30" y="82"/>
                  </a:lnTo>
                  <a:lnTo>
                    <a:pt x="26" y="82"/>
                  </a:lnTo>
                  <a:lnTo>
                    <a:pt x="24" y="78"/>
                  </a:lnTo>
                  <a:lnTo>
                    <a:pt x="20" y="68"/>
                  </a:lnTo>
                  <a:lnTo>
                    <a:pt x="18" y="58"/>
                  </a:lnTo>
                  <a:lnTo>
                    <a:pt x="14" y="48"/>
                  </a:lnTo>
                  <a:lnTo>
                    <a:pt x="12" y="46"/>
                  </a:lnTo>
                  <a:lnTo>
                    <a:pt x="0" y="36"/>
                  </a:lnTo>
                  <a:lnTo>
                    <a:pt x="4" y="30"/>
                  </a:lnTo>
                  <a:lnTo>
                    <a:pt x="8" y="26"/>
                  </a:lnTo>
                  <a:lnTo>
                    <a:pt x="12" y="22"/>
                  </a:lnTo>
                  <a:lnTo>
                    <a:pt x="12" y="1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7" name=""/>
            <p:cNvSpPr/>
            <p:nvPr/>
          </p:nvSpPr>
          <p:spPr>
            <a:xfrm>
              <a:off x="5127480" y="2535120"/>
              <a:ext cx="153720" cy="71280"/>
            </a:xfrm>
            <a:custGeom>
              <a:avLst/>
              <a:gdLst/>
              <a:ahLst/>
              <a:rect l="l" t="t" r="r" b="b"/>
              <a:pathLst>
                <a:path w="78" h="40">
                  <a:moveTo>
                    <a:pt x="22" y="0"/>
                  </a:moveTo>
                  <a:lnTo>
                    <a:pt x="24" y="6"/>
                  </a:lnTo>
                  <a:lnTo>
                    <a:pt x="26" y="8"/>
                  </a:lnTo>
                  <a:lnTo>
                    <a:pt x="28" y="8"/>
                  </a:lnTo>
                  <a:lnTo>
                    <a:pt x="32" y="8"/>
                  </a:lnTo>
                  <a:lnTo>
                    <a:pt x="38" y="8"/>
                  </a:lnTo>
                  <a:lnTo>
                    <a:pt x="40" y="12"/>
                  </a:lnTo>
                  <a:lnTo>
                    <a:pt x="42" y="12"/>
                  </a:lnTo>
                  <a:lnTo>
                    <a:pt x="48" y="12"/>
                  </a:lnTo>
                  <a:lnTo>
                    <a:pt x="58" y="10"/>
                  </a:lnTo>
                  <a:lnTo>
                    <a:pt x="68" y="12"/>
                  </a:lnTo>
                  <a:lnTo>
                    <a:pt x="74" y="12"/>
                  </a:lnTo>
                  <a:lnTo>
                    <a:pt x="78" y="12"/>
                  </a:lnTo>
                  <a:lnTo>
                    <a:pt x="78" y="16"/>
                  </a:lnTo>
                  <a:lnTo>
                    <a:pt x="76" y="24"/>
                  </a:lnTo>
                  <a:lnTo>
                    <a:pt x="76" y="26"/>
                  </a:lnTo>
                  <a:lnTo>
                    <a:pt x="72" y="26"/>
                  </a:lnTo>
                  <a:lnTo>
                    <a:pt x="64" y="24"/>
                  </a:lnTo>
                  <a:lnTo>
                    <a:pt x="56" y="24"/>
                  </a:lnTo>
                  <a:lnTo>
                    <a:pt x="52" y="24"/>
                  </a:lnTo>
                  <a:lnTo>
                    <a:pt x="50" y="26"/>
                  </a:lnTo>
                  <a:lnTo>
                    <a:pt x="46" y="30"/>
                  </a:lnTo>
                  <a:lnTo>
                    <a:pt x="36" y="34"/>
                  </a:lnTo>
                  <a:lnTo>
                    <a:pt x="20" y="40"/>
                  </a:lnTo>
                  <a:lnTo>
                    <a:pt x="12" y="38"/>
                  </a:lnTo>
                  <a:lnTo>
                    <a:pt x="6" y="34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6" y="16"/>
                  </a:lnTo>
                  <a:lnTo>
                    <a:pt x="12" y="14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20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8" name=""/>
            <p:cNvSpPr/>
            <p:nvPr/>
          </p:nvSpPr>
          <p:spPr>
            <a:xfrm>
              <a:off x="4995720" y="2507400"/>
              <a:ext cx="174240" cy="71280"/>
            </a:xfrm>
            <a:custGeom>
              <a:avLst/>
              <a:gdLst/>
              <a:ahLst/>
              <a:rect l="l" t="t" r="r" b="b"/>
              <a:pathLst>
                <a:path w="89" h="40">
                  <a:moveTo>
                    <a:pt x="89" y="16"/>
                  </a:moveTo>
                  <a:lnTo>
                    <a:pt x="85" y="14"/>
                  </a:lnTo>
                  <a:lnTo>
                    <a:pt x="79" y="12"/>
                  </a:lnTo>
                  <a:lnTo>
                    <a:pt x="71" y="10"/>
                  </a:lnTo>
                  <a:lnTo>
                    <a:pt x="67" y="6"/>
                  </a:lnTo>
                  <a:lnTo>
                    <a:pt x="65" y="10"/>
                  </a:lnTo>
                  <a:lnTo>
                    <a:pt x="61" y="10"/>
                  </a:lnTo>
                  <a:lnTo>
                    <a:pt x="59" y="10"/>
                  </a:lnTo>
                  <a:lnTo>
                    <a:pt x="59" y="6"/>
                  </a:lnTo>
                  <a:lnTo>
                    <a:pt x="37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2" y="20"/>
                  </a:lnTo>
                  <a:lnTo>
                    <a:pt x="10" y="26"/>
                  </a:lnTo>
                  <a:lnTo>
                    <a:pt x="18" y="32"/>
                  </a:lnTo>
                  <a:lnTo>
                    <a:pt x="24" y="38"/>
                  </a:lnTo>
                  <a:lnTo>
                    <a:pt x="31" y="40"/>
                  </a:lnTo>
                  <a:lnTo>
                    <a:pt x="35" y="38"/>
                  </a:lnTo>
                  <a:lnTo>
                    <a:pt x="37" y="36"/>
                  </a:lnTo>
                  <a:lnTo>
                    <a:pt x="41" y="34"/>
                  </a:lnTo>
                  <a:lnTo>
                    <a:pt x="45" y="32"/>
                  </a:lnTo>
                  <a:lnTo>
                    <a:pt x="51" y="34"/>
                  </a:lnTo>
                  <a:lnTo>
                    <a:pt x="55" y="36"/>
                  </a:lnTo>
                  <a:lnTo>
                    <a:pt x="61" y="38"/>
                  </a:lnTo>
                  <a:lnTo>
                    <a:pt x="65" y="38"/>
                  </a:lnTo>
                  <a:lnTo>
                    <a:pt x="67" y="38"/>
                  </a:lnTo>
                  <a:lnTo>
                    <a:pt x="73" y="32"/>
                  </a:lnTo>
                  <a:lnTo>
                    <a:pt x="79" y="30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2"/>
                  </a:lnTo>
                  <a:lnTo>
                    <a:pt x="87" y="22"/>
                  </a:lnTo>
                  <a:lnTo>
                    <a:pt x="89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9" name=""/>
            <p:cNvSpPr/>
            <p:nvPr/>
          </p:nvSpPr>
          <p:spPr>
            <a:xfrm>
              <a:off x="5407920" y="2575800"/>
              <a:ext cx="98640" cy="88920"/>
            </a:xfrm>
            <a:custGeom>
              <a:avLst/>
              <a:gdLst/>
              <a:ahLst/>
              <a:rect l="l" t="t" r="r" b="b"/>
              <a:pathLst>
                <a:path w="50" h="50">
                  <a:moveTo>
                    <a:pt x="26" y="50"/>
                  </a:moveTo>
                  <a:lnTo>
                    <a:pt x="22" y="34"/>
                  </a:lnTo>
                  <a:lnTo>
                    <a:pt x="18" y="24"/>
                  </a:lnTo>
                  <a:lnTo>
                    <a:pt x="14" y="16"/>
                  </a:lnTo>
                  <a:lnTo>
                    <a:pt x="8" y="10"/>
                  </a:lnTo>
                  <a:lnTo>
                    <a:pt x="0" y="8"/>
                  </a:lnTo>
                  <a:lnTo>
                    <a:pt x="16" y="0"/>
                  </a:lnTo>
                  <a:lnTo>
                    <a:pt x="24" y="2"/>
                  </a:lnTo>
                  <a:lnTo>
                    <a:pt x="32" y="6"/>
                  </a:lnTo>
                  <a:lnTo>
                    <a:pt x="40" y="18"/>
                  </a:lnTo>
                  <a:lnTo>
                    <a:pt x="44" y="24"/>
                  </a:lnTo>
                  <a:lnTo>
                    <a:pt x="50" y="36"/>
                  </a:lnTo>
                  <a:lnTo>
                    <a:pt x="34" y="34"/>
                  </a:lnTo>
                  <a:lnTo>
                    <a:pt x="34" y="44"/>
                  </a:lnTo>
                  <a:lnTo>
                    <a:pt x="26" y="48"/>
                  </a:lnTo>
                  <a:lnTo>
                    <a:pt x="26" y="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0" name=""/>
            <p:cNvSpPr/>
            <p:nvPr/>
          </p:nvSpPr>
          <p:spPr>
            <a:xfrm>
              <a:off x="5112000" y="2578680"/>
              <a:ext cx="187920" cy="89280"/>
            </a:xfrm>
            <a:custGeom>
              <a:avLst/>
              <a:gdLst/>
              <a:ahLst/>
              <a:rect l="l" t="t" r="r" b="b"/>
              <a:pathLst>
                <a:path w="96" h="50">
                  <a:moveTo>
                    <a:pt x="58" y="46"/>
                  </a:moveTo>
                  <a:lnTo>
                    <a:pt x="56" y="44"/>
                  </a:lnTo>
                  <a:lnTo>
                    <a:pt x="54" y="42"/>
                  </a:lnTo>
                  <a:lnTo>
                    <a:pt x="44" y="46"/>
                  </a:lnTo>
                  <a:lnTo>
                    <a:pt x="38" y="48"/>
                  </a:lnTo>
                  <a:lnTo>
                    <a:pt x="30" y="50"/>
                  </a:lnTo>
                  <a:lnTo>
                    <a:pt x="26" y="50"/>
                  </a:lnTo>
                  <a:lnTo>
                    <a:pt x="22" y="48"/>
                  </a:lnTo>
                  <a:lnTo>
                    <a:pt x="16" y="44"/>
                  </a:lnTo>
                  <a:lnTo>
                    <a:pt x="8" y="38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6" y="22"/>
                  </a:lnTo>
                  <a:lnTo>
                    <a:pt x="8" y="16"/>
                  </a:lnTo>
                  <a:lnTo>
                    <a:pt x="14" y="10"/>
                  </a:lnTo>
                  <a:lnTo>
                    <a:pt x="20" y="14"/>
                  </a:lnTo>
                  <a:lnTo>
                    <a:pt x="28" y="16"/>
                  </a:lnTo>
                  <a:lnTo>
                    <a:pt x="44" y="10"/>
                  </a:lnTo>
                  <a:lnTo>
                    <a:pt x="54" y="6"/>
                  </a:lnTo>
                  <a:lnTo>
                    <a:pt x="58" y="2"/>
                  </a:lnTo>
                  <a:lnTo>
                    <a:pt x="60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2"/>
                  </a:lnTo>
                  <a:lnTo>
                    <a:pt x="84" y="2"/>
                  </a:lnTo>
                  <a:lnTo>
                    <a:pt x="86" y="4"/>
                  </a:lnTo>
                  <a:lnTo>
                    <a:pt x="90" y="6"/>
                  </a:lnTo>
                  <a:lnTo>
                    <a:pt x="96" y="8"/>
                  </a:lnTo>
                  <a:lnTo>
                    <a:pt x="94" y="14"/>
                  </a:lnTo>
                  <a:lnTo>
                    <a:pt x="90" y="16"/>
                  </a:lnTo>
                  <a:lnTo>
                    <a:pt x="86" y="18"/>
                  </a:lnTo>
                  <a:lnTo>
                    <a:pt x="82" y="22"/>
                  </a:lnTo>
                  <a:lnTo>
                    <a:pt x="82" y="30"/>
                  </a:lnTo>
                  <a:lnTo>
                    <a:pt x="80" y="36"/>
                  </a:lnTo>
                  <a:lnTo>
                    <a:pt x="78" y="38"/>
                  </a:lnTo>
                  <a:lnTo>
                    <a:pt x="74" y="42"/>
                  </a:lnTo>
                  <a:lnTo>
                    <a:pt x="68" y="42"/>
                  </a:lnTo>
                  <a:lnTo>
                    <a:pt x="62" y="42"/>
                  </a:lnTo>
                  <a:lnTo>
                    <a:pt x="58" y="4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480" bIns="42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1" name=""/>
            <p:cNvSpPr/>
            <p:nvPr/>
          </p:nvSpPr>
          <p:spPr>
            <a:xfrm>
              <a:off x="5278320" y="2442600"/>
              <a:ext cx="514440" cy="264600"/>
            </a:xfrm>
            <a:custGeom>
              <a:avLst/>
              <a:gdLst/>
              <a:ahLst/>
              <a:rect l="l" t="t" r="r" b="b"/>
              <a:pathLst>
                <a:path w="260" h="148">
                  <a:moveTo>
                    <a:pt x="66" y="82"/>
                  </a:moveTo>
                  <a:lnTo>
                    <a:pt x="60" y="84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6" y="88"/>
                  </a:lnTo>
                  <a:lnTo>
                    <a:pt x="18" y="84"/>
                  </a:lnTo>
                  <a:lnTo>
                    <a:pt x="12" y="84"/>
                  </a:lnTo>
                  <a:lnTo>
                    <a:pt x="6" y="82"/>
                  </a:lnTo>
                  <a:lnTo>
                    <a:pt x="2" y="80"/>
                  </a:lnTo>
                  <a:lnTo>
                    <a:pt x="0" y="78"/>
                  </a:lnTo>
                  <a:lnTo>
                    <a:pt x="2" y="66"/>
                  </a:lnTo>
                  <a:lnTo>
                    <a:pt x="2" y="62"/>
                  </a:lnTo>
                  <a:lnTo>
                    <a:pt x="12" y="52"/>
                  </a:lnTo>
                  <a:lnTo>
                    <a:pt x="16" y="44"/>
                  </a:lnTo>
                  <a:lnTo>
                    <a:pt x="22" y="38"/>
                  </a:lnTo>
                  <a:lnTo>
                    <a:pt x="16" y="30"/>
                  </a:lnTo>
                  <a:lnTo>
                    <a:pt x="8" y="20"/>
                  </a:lnTo>
                  <a:lnTo>
                    <a:pt x="6" y="14"/>
                  </a:lnTo>
                  <a:lnTo>
                    <a:pt x="24" y="10"/>
                  </a:lnTo>
                  <a:lnTo>
                    <a:pt x="46" y="10"/>
                  </a:lnTo>
                  <a:lnTo>
                    <a:pt x="64" y="10"/>
                  </a:lnTo>
                  <a:lnTo>
                    <a:pt x="80" y="16"/>
                  </a:lnTo>
                  <a:lnTo>
                    <a:pt x="96" y="14"/>
                  </a:lnTo>
                  <a:lnTo>
                    <a:pt x="112" y="16"/>
                  </a:lnTo>
                  <a:lnTo>
                    <a:pt x="116" y="8"/>
                  </a:lnTo>
                  <a:lnTo>
                    <a:pt x="128" y="6"/>
                  </a:lnTo>
                  <a:lnTo>
                    <a:pt x="138" y="6"/>
                  </a:lnTo>
                  <a:lnTo>
                    <a:pt x="156" y="0"/>
                  </a:lnTo>
                  <a:lnTo>
                    <a:pt x="166" y="8"/>
                  </a:lnTo>
                  <a:lnTo>
                    <a:pt x="166" y="14"/>
                  </a:lnTo>
                  <a:lnTo>
                    <a:pt x="168" y="22"/>
                  </a:lnTo>
                  <a:lnTo>
                    <a:pt x="184" y="24"/>
                  </a:lnTo>
                  <a:lnTo>
                    <a:pt x="186" y="30"/>
                  </a:lnTo>
                  <a:lnTo>
                    <a:pt x="188" y="36"/>
                  </a:lnTo>
                  <a:lnTo>
                    <a:pt x="198" y="36"/>
                  </a:lnTo>
                  <a:lnTo>
                    <a:pt x="202" y="40"/>
                  </a:lnTo>
                  <a:lnTo>
                    <a:pt x="216" y="36"/>
                  </a:lnTo>
                  <a:lnTo>
                    <a:pt x="222" y="44"/>
                  </a:lnTo>
                  <a:lnTo>
                    <a:pt x="234" y="48"/>
                  </a:lnTo>
                  <a:lnTo>
                    <a:pt x="248" y="50"/>
                  </a:lnTo>
                  <a:lnTo>
                    <a:pt x="260" y="56"/>
                  </a:lnTo>
                  <a:lnTo>
                    <a:pt x="260" y="58"/>
                  </a:lnTo>
                  <a:lnTo>
                    <a:pt x="254" y="64"/>
                  </a:lnTo>
                  <a:lnTo>
                    <a:pt x="258" y="72"/>
                  </a:lnTo>
                  <a:lnTo>
                    <a:pt x="260" y="78"/>
                  </a:lnTo>
                  <a:lnTo>
                    <a:pt x="260" y="84"/>
                  </a:lnTo>
                  <a:lnTo>
                    <a:pt x="244" y="84"/>
                  </a:lnTo>
                  <a:lnTo>
                    <a:pt x="240" y="88"/>
                  </a:lnTo>
                  <a:lnTo>
                    <a:pt x="236" y="92"/>
                  </a:lnTo>
                  <a:lnTo>
                    <a:pt x="236" y="100"/>
                  </a:lnTo>
                  <a:lnTo>
                    <a:pt x="226" y="100"/>
                  </a:lnTo>
                  <a:lnTo>
                    <a:pt x="216" y="100"/>
                  </a:lnTo>
                  <a:lnTo>
                    <a:pt x="208" y="106"/>
                  </a:lnTo>
                  <a:lnTo>
                    <a:pt x="204" y="108"/>
                  </a:lnTo>
                  <a:lnTo>
                    <a:pt x="190" y="112"/>
                  </a:lnTo>
                  <a:lnTo>
                    <a:pt x="182" y="116"/>
                  </a:lnTo>
                  <a:lnTo>
                    <a:pt x="184" y="118"/>
                  </a:lnTo>
                  <a:lnTo>
                    <a:pt x="186" y="122"/>
                  </a:lnTo>
                  <a:lnTo>
                    <a:pt x="194" y="128"/>
                  </a:lnTo>
                  <a:lnTo>
                    <a:pt x="204" y="130"/>
                  </a:lnTo>
                  <a:lnTo>
                    <a:pt x="212" y="138"/>
                  </a:lnTo>
                  <a:lnTo>
                    <a:pt x="204" y="138"/>
                  </a:lnTo>
                  <a:lnTo>
                    <a:pt x="200" y="140"/>
                  </a:lnTo>
                  <a:lnTo>
                    <a:pt x="192" y="144"/>
                  </a:lnTo>
                  <a:lnTo>
                    <a:pt x="186" y="146"/>
                  </a:lnTo>
                  <a:lnTo>
                    <a:pt x="176" y="148"/>
                  </a:lnTo>
                  <a:lnTo>
                    <a:pt x="174" y="138"/>
                  </a:lnTo>
                  <a:lnTo>
                    <a:pt x="170" y="134"/>
                  </a:lnTo>
                  <a:lnTo>
                    <a:pt x="160" y="128"/>
                  </a:lnTo>
                  <a:lnTo>
                    <a:pt x="166" y="120"/>
                  </a:lnTo>
                  <a:lnTo>
                    <a:pt x="172" y="118"/>
                  </a:lnTo>
                  <a:lnTo>
                    <a:pt x="164" y="118"/>
                  </a:lnTo>
                  <a:lnTo>
                    <a:pt x="160" y="118"/>
                  </a:lnTo>
                  <a:lnTo>
                    <a:pt x="152" y="116"/>
                  </a:lnTo>
                  <a:lnTo>
                    <a:pt x="146" y="114"/>
                  </a:lnTo>
                  <a:lnTo>
                    <a:pt x="144" y="112"/>
                  </a:lnTo>
                  <a:lnTo>
                    <a:pt x="140" y="108"/>
                  </a:lnTo>
                  <a:lnTo>
                    <a:pt x="132" y="108"/>
                  </a:lnTo>
                  <a:lnTo>
                    <a:pt x="130" y="112"/>
                  </a:lnTo>
                  <a:lnTo>
                    <a:pt x="128" y="116"/>
                  </a:lnTo>
                  <a:lnTo>
                    <a:pt x="124" y="120"/>
                  </a:lnTo>
                  <a:lnTo>
                    <a:pt x="118" y="126"/>
                  </a:lnTo>
                  <a:lnTo>
                    <a:pt x="114" y="128"/>
                  </a:lnTo>
                  <a:lnTo>
                    <a:pt x="110" y="126"/>
                  </a:lnTo>
                  <a:lnTo>
                    <a:pt x="102" y="128"/>
                  </a:lnTo>
                  <a:lnTo>
                    <a:pt x="94" y="132"/>
                  </a:lnTo>
                  <a:lnTo>
                    <a:pt x="92" y="124"/>
                  </a:lnTo>
                  <a:lnTo>
                    <a:pt x="100" y="118"/>
                  </a:lnTo>
                  <a:lnTo>
                    <a:pt x="100" y="108"/>
                  </a:lnTo>
                  <a:lnTo>
                    <a:pt x="106" y="108"/>
                  </a:lnTo>
                  <a:lnTo>
                    <a:pt x="116" y="110"/>
                  </a:lnTo>
                  <a:lnTo>
                    <a:pt x="110" y="98"/>
                  </a:lnTo>
                  <a:lnTo>
                    <a:pt x="106" y="92"/>
                  </a:lnTo>
                  <a:lnTo>
                    <a:pt x="98" y="80"/>
                  </a:lnTo>
                  <a:lnTo>
                    <a:pt x="90" y="76"/>
                  </a:lnTo>
                  <a:lnTo>
                    <a:pt x="82" y="74"/>
                  </a:lnTo>
                  <a:lnTo>
                    <a:pt x="74" y="78"/>
                  </a:lnTo>
                  <a:lnTo>
                    <a:pt x="66" y="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2" name=""/>
            <p:cNvSpPr/>
            <p:nvPr/>
          </p:nvSpPr>
          <p:spPr>
            <a:xfrm>
              <a:off x="5289840" y="2325600"/>
              <a:ext cx="261720" cy="145800"/>
            </a:xfrm>
            <a:custGeom>
              <a:avLst/>
              <a:gdLst/>
              <a:ahLst/>
              <a:rect l="l" t="t" r="r" b="b"/>
              <a:pathLst>
                <a:path w="132" h="82">
                  <a:moveTo>
                    <a:pt x="122" y="72"/>
                  </a:moveTo>
                  <a:lnTo>
                    <a:pt x="110" y="74"/>
                  </a:lnTo>
                  <a:lnTo>
                    <a:pt x="106" y="82"/>
                  </a:lnTo>
                  <a:lnTo>
                    <a:pt x="98" y="82"/>
                  </a:lnTo>
                  <a:lnTo>
                    <a:pt x="90" y="80"/>
                  </a:lnTo>
                  <a:lnTo>
                    <a:pt x="80" y="82"/>
                  </a:lnTo>
                  <a:lnTo>
                    <a:pt x="74" y="82"/>
                  </a:lnTo>
                  <a:lnTo>
                    <a:pt x="62" y="78"/>
                  </a:lnTo>
                  <a:lnTo>
                    <a:pt x="58" y="76"/>
                  </a:lnTo>
                  <a:lnTo>
                    <a:pt x="40" y="76"/>
                  </a:lnTo>
                  <a:lnTo>
                    <a:pt x="30" y="76"/>
                  </a:lnTo>
                  <a:lnTo>
                    <a:pt x="22" y="76"/>
                  </a:lnTo>
                  <a:lnTo>
                    <a:pt x="16" y="78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10" y="70"/>
                  </a:lnTo>
                  <a:lnTo>
                    <a:pt x="6" y="64"/>
                  </a:lnTo>
                  <a:lnTo>
                    <a:pt x="4" y="52"/>
                  </a:lnTo>
                  <a:lnTo>
                    <a:pt x="2" y="48"/>
                  </a:lnTo>
                  <a:lnTo>
                    <a:pt x="12" y="46"/>
                  </a:lnTo>
                  <a:lnTo>
                    <a:pt x="18" y="34"/>
                  </a:lnTo>
                  <a:lnTo>
                    <a:pt x="26" y="24"/>
                  </a:lnTo>
                  <a:lnTo>
                    <a:pt x="26" y="18"/>
                  </a:lnTo>
                  <a:lnTo>
                    <a:pt x="30" y="18"/>
                  </a:lnTo>
                  <a:lnTo>
                    <a:pt x="36" y="18"/>
                  </a:lnTo>
                  <a:lnTo>
                    <a:pt x="46" y="14"/>
                  </a:lnTo>
                  <a:lnTo>
                    <a:pt x="48" y="6"/>
                  </a:lnTo>
                  <a:lnTo>
                    <a:pt x="60" y="4"/>
                  </a:lnTo>
                  <a:lnTo>
                    <a:pt x="68" y="0"/>
                  </a:lnTo>
                  <a:lnTo>
                    <a:pt x="76" y="4"/>
                  </a:lnTo>
                  <a:lnTo>
                    <a:pt x="98" y="4"/>
                  </a:lnTo>
                  <a:lnTo>
                    <a:pt x="106" y="16"/>
                  </a:lnTo>
                  <a:lnTo>
                    <a:pt x="106" y="24"/>
                  </a:lnTo>
                  <a:lnTo>
                    <a:pt x="112" y="28"/>
                  </a:lnTo>
                  <a:lnTo>
                    <a:pt x="116" y="34"/>
                  </a:lnTo>
                  <a:lnTo>
                    <a:pt x="120" y="40"/>
                  </a:lnTo>
                  <a:lnTo>
                    <a:pt x="122" y="42"/>
                  </a:lnTo>
                  <a:lnTo>
                    <a:pt x="130" y="44"/>
                  </a:lnTo>
                  <a:lnTo>
                    <a:pt x="132" y="50"/>
                  </a:lnTo>
                  <a:lnTo>
                    <a:pt x="126" y="52"/>
                  </a:lnTo>
                  <a:lnTo>
                    <a:pt x="114" y="54"/>
                  </a:lnTo>
                  <a:lnTo>
                    <a:pt x="118" y="62"/>
                  </a:lnTo>
                  <a:lnTo>
                    <a:pt x="122" y="7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3" name=""/>
            <p:cNvSpPr/>
            <p:nvPr/>
          </p:nvSpPr>
          <p:spPr>
            <a:xfrm>
              <a:off x="5034960" y="2635920"/>
              <a:ext cx="95760" cy="64440"/>
            </a:xfrm>
            <a:custGeom>
              <a:avLst/>
              <a:gdLst/>
              <a:ahLst/>
              <a:rect l="l" t="t" r="r" b="b"/>
              <a:pathLst>
                <a:path w="49" h="36">
                  <a:moveTo>
                    <a:pt x="0" y="4"/>
                  </a:moveTo>
                  <a:lnTo>
                    <a:pt x="13" y="6"/>
                  </a:lnTo>
                  <a:lnTo>
                    <a:pt x="21" y="4"/>
                  </a:lnTo>
                  <a:lnTo>
                    <a:pt x="25" y="2"/>
                  </a:lnTo>
                  <a:lnTo>
                    <a:pt x="39" y="0"/>
                  </a:lnTo>
                  <a:lnTo>
                    <a:pt x="49" y="6"/>
                  </a:lnTo>
                  <a:lnTo>
                    <a:pt x="35" y="10"/>
                  </a:lnTo>
                  <a:lnTo>
                    <a:pt x="33" y="16"/>
                  </a:lnTo>
                  <a:lnTo>
                    <a:pt x="29" y="24"/>
                  </a:lnTo>
                  <a:lnTo>
                    <a:pt x="21" y="24"/>
                  </a:lnTo>
                  <a:lnTo>
                    <a:pt x="17" y="28"/>
                  </a:lnTo>
                  <a:lnTo>
                    <a:pt x="15" y="36"/>
                  </a:lnTo>
                  <a:lnTo>
                    <a:pt x="11" y="32"/>
                  </a:lnTo>
                  <a:lnTo>
                    <a:pt x="7" y="26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4" name=""/>
            <p:cNvSpPr/>
            <p:nvPr/>
          </p:nvSpPr>
          <p:spPr>
            <a:xfrm>
              <a:off x="5254200" y="2782080"/>
              <a:ext cx="71640" cy="43560"/>
            </a:xfrm>
            <a:custGeom>
              <a:avLst/>
              <a:gdLst/>
              <a:ahLst/>
              <a:rect l="l" t="t" r="r" b="b"/>
              <a:pathLst>
                <a:path w="36" h="24">
                  <a:moveTo>
                    <a:pt x="26" y="0"/>
                  </a:moveTo>
                  <a:lnTo>
                    <a:pt x="36" y="4"/>
                  </a:lnTo>
                  <a:lnTo>
                    <a:pt x="36" y="16"/>
                  </a:lnTo>
                  <a:lnTo>
                    <a:pt x="30" y="20"/>
                  </a:lnTo>
                  <a:lnTo>
                    <a:pt x="10" y="24"/>
                  </a:lnTo>
                  <a:lnTo>
                    <a:pt x="6" y="22"/>
                  </a:lnTo>
                  <a:lnTo>
                    <a:pt x="4" y="22"/>
                  </a:lnTo>
                  <a:lnTo>
                    <a:pt x="0" y="16"/>
                  </a:lnTo>
                  <a:lnTo>
                    <a:pt x="0" y="2"/>
                  </a:lnTo>
                  <a:lnTo>
                    <a:pt x="8" y="2"/>
                  </a:lnTo>
                  <a:lnTo>
                    <a:pt x="12" y="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5" name=""/>
            <p:cNvSpPr/>
            <p:nvPr/>
          </p:nvSpPr>
          <p:spPr>
            <a:xfrm>
              <a:off x="5225040" y="2588760"/>
              <a:ext cx="281880" cy="142560"/>
            </a:xfrm>
            <a:custGeom>
              <a:avLst/>
              <a:gdLst/>
              <a:ahLst/>
              <a:rect l="l" t="t" r="r" b="b"/>
              <a:pathLst>
                <a:path w="142" h="80">
                  <a:moveTo>
                    <a:pt x="36" y="68"/>
                  </a:moveTo>
                  <a:lnTo>
                    <a:pt x="28" y="64"/>
                  </a:lnTo>
                  <a:lnTo>
                    <a:pt x="26" y="64"/>
                  </a:lnTo>
                  <a:lnTo>
                    <a:pt x="24" y="62"/>
                  </a:lnTo>
                  <a:lnTo>
                    <a:pt x="22" y="58"/>
                  </a:lnTo>
                  <a:lnTo>
                    <a:pt x="20" y="54"/>
                  </a:lnTo>
                  <a:lnTo>
                    <a:pt x="16" y="52"/>
                  </a:lnTo>
                  <a:lnTo>
                    <a:pt x="14" y="52"/>
                  </a:lnTo>
                  <a:lnTo>
                    <a:pt x="14" y="48"/>
                  </a:lnTo>
                  <a:lnTo>
                    <a:pt x="10" y="46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6" y="36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28" y="12"/>
                  </a:lnTo>
                  <a:lnTo>
                    <a:pt x="32" y="10"/>
                  </a:lnTo>
                  <a:lnTo>
                    <a:pt x="36" y="8"/>
                  </a:lnTo>
                  <a:lnTo>
                    <a:pt x="38" y="2"/>
                  </a:lnTo>
                  <a:lnTo>
                    <a:pt x="56" y="6"/>
                  </a:lnTo>
                  <a:lnTo>
                    <a:pt x="70" y="10"/>
                  </a:lnTo>
                  <a:lnTo>
                    <a:pt x="76" y="8"/>
                  </a:lnTo>
                  <a:lnTo>
                    <a:pt x="80" y="6"/>
                  </a:lnTo>
                  <a:lnTo>
                    <a:pt x="86" y="2"/>
                  </a:lnTo>
                  <a:lnTo>
                    <a:pt x="92" y="0"/>
                  </a:lnTo>
                  <a:lnTo>
                    <a:pt x="100" y="2"/>
                  </a:lnTo>
                  <a:lnTo>
                    <a:pt x="106" y="8"/>
                  </a:lnTo>
                  <a:lnTo>
                    <a:pt x="108" y="12"/>
                  </a:lnTo>
                  <a:lnTo>
                    <a:pt x="112" y="20"/>
                  </a:lnTo>
                  <a:lnTo>
                    <a:pt x="116" y="36"/>
                  </a:lnTo>
                  <a:lnTo>
                    <a:pt x="118" y="44"/>
                  </a:lnTo>
                  <a:lnTo>
                    <a:pt x="120" y="50"/>
                  </a:lnTo>
                  <a:lnTo>
                    <a:pt x="128" y="46"/>
                  </a:lnTo>
                  <a:lnTo>
                    <a:pt x="136" y="44"/>
                  </a:lnTo>
                  <a:lnTo>
                    <a:pt x="140" y="46"/>
                  </a:lnTo>
                  <a:lnTo>
                    <a:pt x="142" y="50"/>
                  </a:lnTo>
                  <a:lnTo>
                    <a:pt x="142" y="54"/>
                  </a:lnTo>
                  <a:lnTo>
                    <a:pt x="140" y="56"/>
                  </a:lnTo>
                  <a:lnTo>
                    <a:pt x="138" y="56"/>
                  </a:lnTo>
                  <a:lnTo>
                    <a:pt x="132" y="56"/>
                  </a:lnTo>
                  <a:lnTo>
                    <a:pt x="130" y="68"/>
                  </a:lnTo>
                  <a:lnTo>
                    <a:pt x="126" y="80"/>
                  </a:lnTo>
                  <a:lnTo>
                    <a:pt x="116" y="74"/>
                  </a:lnTo>
                  <a:lnTo>
                    <a:pt x="110" y="72"/>
                  </a:lnTo>
                  <a:lnTo>
                    <a:pt x="106" y="72"/>
                  </a:lnTo>
                  <a:lnTo>
                    <a:pt x="100" y="74"/>
                  </a:lnTo>
                  <a:lnTo>
                    <a:pt x="96" y="76"/>
                  </a:lnTo>
                  <a:lnTo>
                    <a:pt x="92" y="80"/>
                  </a:lnTo>
                  <a:lnTo>
                    <a:pt x="86" y="80"/>
                  </a:lnTo>
                  <a:lnTo>
                    <a:pt x="64" y="80"/>
                  </a:lnTo>
                  <a:lnTo>
                    <a:pt x="60" y="78"/>
                  </a:lnTo>
                  <a:lnTo>
                    <a:pt x="54" y="78"/>
                  </a:lnTo>
                  <a:lnTo>
                    <a:pt x="50" y="78"/>
                  </a:lnTo>
                  <a:lnTo>
                    <a:pt x="46" y="76"/>
                  </a:lnTo>
                  <a:lnTo>
                    <a:pt x="44" y="76"/>
                  </a:lnTo>
                  <a:lnTo>
                    <a:pt x="42" y="74"/>
                  </a:lnTo>
                  <a:lnTo>
                    <a:pt x="42" y="72"/>
                  </a:lnTo>
                  <a:lnTo>
                    <a:pt x="36" y="6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6" name=""/>
            <p:cNvSpPr/>
            <p:nvPr/>
          </p:nvSpPr>
          <p:spPr>
            <a:xfrm>
              <a:off x="5185440" y="2650320"/>
              <a:ext cx="135000" cy="134640"/>
            </a:xfrm>
            <a:custGeom>
              <a:avLst/>
              <a:gdLst/>
              <a:ahLst/>
              <a:rect l="l" t="t" r="r" b="b"/>
              <a:pathLst>
                <a:path w="68" h="76">
                  <a:moveTo>
                    <a:pt x="2" y="8"/>
                  </a:moveTo>
                  <a:lnTo>
                    <a:pt x="6" y="6"/>
                  </a:lnTo>
                  <a:lnTo>
                    <a:pt x="16" y="0"/>
                  </a:lnTo>
                  <a:lnTo>
                    <a:pt x="20" y="6"/>
                  </a:lnTo>
                  <a:lnTo>
                    <a:pt x="28" y="6"/>
                  </a:lnTo>
                  <a:lnTo>
                    <a:pt x="30" y="12"/>
                  </a:lnTo>
                  <a:lnTo>
                    <a:pt x="34" y="14"/>
                  </a:lnTo>
                  <a:lnTo>
                    <a:pt x="34" y="18"/>
                  </a:lnTo>
                  <a:lnTo>
                    <a:pt x="36" y="18"/>
                  </a:lnTo>
                  <a:lnTo>
                    <a:pt x="40" y="20"/>
                  </a:lnTo>
                  <a:lnTo>
                    <a:pt x="42" y="28"/>
                  </a:lnTo>
                  <a:lnTo>
                    <a:pt x="48" y="30"/>
                  </a:lnTo>
                  <a:lnTo>
                    <a:pt x="56" y="34"/>
                  </a:lnTo>
                  <a:lnTo>
                    <a:pt x="62" y="38"/>
                  </a:lnTo>
                  <a:lnTo>
                    <a:pt x="62" y="44"/>
                  </a:lnTo>
                  <a:lnTo>
                    <a:pt x="64" y="48"/>
                  </a:lnTo>
                  <a:lnTo>
                    <a:pt x="68" y="56"/>
                  </a:lnTo>
                  <a:lnTo>
                    <a:pt x="64" y="62"/>
                  </a:lnTo>
                  <a:lnTo>
                    <a:pt x="60" y="70"/>
                  </a:lnTo>
                  <a:lnTo>
                    <a:pt x="60" y="74"/>
                  </a:lnTo>
                  <a:lnTo>
                    <a:pt x="46" y="74"/>
                  </a:lnTo>
                  <a:lnTo>
                    <a:pt x="42" y="76"/>
                  </a:lnTo>
                  <a:lnTo>
                    <a:pt x="34" y="76"/>
                  </a:lnTo>
                  <a:lnTo>
                    <a:pt x="26" y="68"/>
                  </a:lnTo>
                  <a:lnTo>
                    <a:pt x="18" y="68"/>
                  </a:lnTo>
                  <a:lnTo>
                    <a:pt x="18" y="70"/>
                  </a:lnTo>
                  <a:lnTo>
                    <a:pt x="16" y="74"/>
                  </a:lnTo>
                  <a:lnTo>
                    <a:pt x="16" y="76"/>
                  </a:lnTo>
                  <a:lnTo>
                    <a:pt x="10" y="66"/>
                  </a:lnTo>
                  <a:lnTo>
                    <a:pt x="0" y="60"/>
                  </a:lnTo>
                  <a:lnTo>
                    <a:pt x="4" y="52"/>
                  </a:lnTo>
                  <a:lnTo>
                    <a:pt x="12" y="50"/>
                  </a:lnTo>
                  <a:lnTo>
                    <a:pt x="14" y="44"/>
                  </a:lnTo>
                  <a:lnTo>
                    <a:pt x="8" y="38"/>
                  </a:lnTo>
                  <a:lnTo>
                    <a:pt x="6" y="28"/>
                  </a:lnTo>
                  <a:lnTo>
                    <a:pt x="8" y="22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7" name=""/>
            <p:cNvSpPr/>
            <p:nvPr/>
          </p:nvSpPr>
          <p:spPr>
            <a:xfrm>
              <a:off x="5305320" y="2718720"/>
              <a:ext cx="174240" cy="92160"/>
            </a:xfrm>
            <a:custGeom>
              <a:avLst/>
              <a:gdLst/>
              <a:ahLst/>
              <a:rect l="l" t="t" r="r" b="b"/>
              <a:pathLst>
                <a:path w="88" h="52">
                  <a:moveTo>
                    <a:pt x="10" y="48"/>
                  </a:moveTo>
                  <a:lnTo>
                    <a:pt x="8" y="40"/>
                  </a:lnTo>
                  <a:lnTo>
                    <a:pt x="6" y="38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18"/>
                  </a:lnTo>
                  <a:lnTo>
                    <a:pt x="4" y="12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4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4" y="6"/>
                  </a:lnTo>
                  <a:lnTo>
                    <a:pt x="20" y="6"/>
                  </a:lnTo>
                  <a:lnTo>
                    <a:pt x="24" y="8"/>
                  </a:lnTo>
                  <a:lnTo>
                    <a:pt x="46" y="8"/>
                  </a:lnTo>
                  <a:lnTo>
                    <a:pt x="52" y="8"/>
                  </a:lnTo>
                  <a:lnTo>
                    <a:pt x="56" y="4"/>
                  </a:lnTo>
                  <a:lnTo>
                    <a:pt x="60" y="2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6" y="2"/>
                  </a:lnTo>
                  <a:lnTo>
                    <a:pt x="86" y="8"/>
                  </a:lnTo>
                  <a:lnTo>
                    <a:pt x="84" y="14"/>
                  </a:lnTo>
                  <a:lnTo>
                    <a:pt x="84" y="22"/>
                  </a:lnTo>
                  <a:lnTo>
                    <a:pt x="84" y="30"/>
                  </a:lnTo>
                  <a:lnTo>
                    <a:pt x="88" y="38"/>
                  </a:lnTo>
                  <a:lnTo>
                    <a:pt x="70" y="40"/>
                  </a:lnTo>
                  <a:lnTo>
                    <a:pt x="64" y="42"/>
                  </a:lnTo>
                  <a:lnTo>
                    <a:pt x="62" y="44"/>
                  </a:lnTo>
                  <a:lnTo>
                    <a:pt x="60" y="46"/>
                  </a:lnTo>
                  <a:lnTo>
                    <a:pt x="58" y="46"/>
                  </a:lnTo>
                  <a:lnTo>
                    <a:pt x="56" y="50"/>
                  </a:lnTo>
                  <a:lnTo>
                    <a:pt x="52" y="50"/>
                  </a:lnTo>
                  <a:lnTo>
                    <a:pt x="50" y="52"/>
                  </a:lnTo>
                  <a:lnTo>
                    <a:pt x="48" y="52"/>
                  </a:lnTo>
                  <a:lnTo>
                    <a:pt x="42" y="52"/>
                  </a:lnTo>
                  <a:lnTo>
                    <a:pt x="38" y="50"/>
                  </a:lnTo>
                  <a:lnTo>
                    <a:pt x="36" y="48"/>
                  </a:lnTo>
                  <a:lnTo>
                    <a:pt x="32" y="46"/>
                  </a:lnTo>
                  <a:lnTo>
                    <a:pt x="26" y="48"/>
                  </a:lnTo>
                  <a:lnTo>
                    <a:pt x="20" y="50"/>
                  </a:lnTo>
                  <a:lnTo>
                    <a:pt x="14" y="50"/>
                  </a:lnTo>
                  <a:lnTo>
                    <a:pt x="10" y="50"/>
                  </a:lnTo>
                  <a:lnTo>
                    <a:pt x="10" y="4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360" bIns="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8" name=""/>
            <p:cNvSpPr/>
            <p:nvPr/>
          </p:nvSpPr>
          <p:spPr>
            <a:xfrm>
              <a:off x="4932720" y="2371320"/>
              <a:ext cx="27000" cy="7920"/>
            </a:xfrm>
            <a:custGeom>
              <a:avLst/>
              <a:gdLst/>
              <a:ahLst/>
              <a:rect l="l" t="t" r="r" b="b"/>
              <a:pathLst>
                <a:path w="14" h="4">
                  <a:moveTo>
                    <a:pt x="0" y="2"/>
                  </a:moveTo>
                  <a:lnTo>
                    <a:pt x="6" y="4"/>
                  </a:lnTo>
                  <a:lnTo>
                    <a:pt x="8" y="4"/>
                  </a:lnTo>
                  <a:lnTo>
                    <a:pt x="14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9" name=""/>
            <p:cNvSpPr/>
            <p:nvPr/>
          </p:nvSpPr>
          <p:spPr>
            <a:xfrm>
              <a:off x="4691520" y="2767320"/>
              <a:ext cx="32400" cy="14400"/>
            </a:xfrm>
            <a:custGeom>
              <a:avLst/>
              <a:gdLst/>
              <a:ahLst/>
              <a:rect l="l" t="t" r="r" b="b"/>
              <a:pathLst>
                <a:path w="16" h="8">
                  <a:moveTo>
                    <a:pt x="14" y="4"/>
                  </a:moveTo>
                  <a:lnTo>
                    <a:pt x="12" y="6"/>
                  </a:lnTo>
                  <a:lnTo>
                    <a:pt x="6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6" y="6"/>
                  </a:lnTo>
                  <a:lnTo>
                    <a:pt x="14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0" bIns="-32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0" name=""/>
            <p:cNvSpPr/>
            <p:nvPr/>
          </p:nvSpPr>
          <p:spPr>
            <a:xfrm>
              <a:off x="4812840" y="2525400"/>
              <a:ext cx="25560" cy="27360"/>
            </a:xfrm>
            <a:custGeom>
              <a:avLst/>
              <a:gdLst/>
              <a:ahLst/>
              <a:rect l="l" t="t" r="r" b="b"/>
              <a:pathLst>
                <a:path w="12" h="16">
                  <a:moveTo>
                    <a:pt x="8" y="0"/>
                  </a:move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8" y="14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1" name=""/>
            <p:cNvSpPr/>
            <p:nvPr/>
          </p:nvSpPr>
          <p:spPr>
            <a:xfrm>
              <a:off x="5727600" y="3111480"/>
              <a:ext cx="656640" cy="530640"/>
            </a:xfrm>
            <a:custGeom>
              <a:avLst/>
              <a:gdLst/>
              <a:ahLst/>
              <a:rect l="l" t="t" r="r" b="b"/>
              <a:pathLst>
                <a:path w="332" h="298">
                  <a:moveTo>
                    <a:pt x="222" y="62"/>
                  </a:moveTo>
                  <a:lnTo>
                    <a:pt x="224" y="72"/>
                  </a:lnTo>
                  <a:lnTo>
                    <a:pt x="226" y="78"/>
                  </a:lnTo>
                  <a:lnTo>
                    <a:pt x="230" y="80"/>
                  </a:lnTo>
                  <a:lnTo>
                    <a:pt x="234" y="84"/>
                  </a:lnTo>
                  <a:lnTo>
                    <a:pt x="236" y="88"/>
                  </a:lnTo>
                  <a:lnTo>
                    <a:pt x="242" y="96"/>
                  </a:lnTo>
                  <a:lnTo>
                    <a:pt x="244" y="102"/>
                  </a:lnTo>
                  <a:lnTo>
                    <a:pt x="248" y="110"/>
                  </a:lnTo>
                  <a:lnTo>
                    <a:pt x="254" y="118"/>
                  </a:lnTo>
                  <a:lnTo>
                    <a:pt x="258" y="126"/>
                  </a:lnTo>
                  <a:lnTo>
                    <a:pt x="260" y="130"/>
                  </a:lnTo>
                  <a:lnTo>
                    <a:pt x="258" y="136"/>
                  </a:lnTo>
                  <a:lnTo>
                    <a:pt x="268" y="144"/>
                  </a:lnTo>
                  <a:lnTo>
                    <a:pt x="280" y="148"/>
                  </a:lnTo>
                  <a:lnTo>
                    <a:pt x="280" y="156"/>
                  </a:lnTo>
                  <a:lnTo>
                    <a:pt x="324" y="158"/>
                  </a:lnTo>
                  <a:lnTo>
                    <a:pt x="332" y="164"/>
                  </a:lnTo>
                  <a:lnTo>
                    <a:pt x="332" y="198"/>
                  </a:lnTo>
                  <a:lnTo>
                    <a:pt x="282" y="242"/>
                  </a:lnTo>
                  <a:lnTo>
                    <a:pt x="234" y="254"/>
                  </a:lnTo>
                  <a:lnTo>
                    <a:pt x="190" y="298"/>
                  </a:lnTo>
                  <a:lnTo>
                    <a:pt x="188" y="276"/>
                  </a:lnTo>
                  <a:lnTo>
                    <a:pt x="168" y="270"/>
                  </a:lnTo>
                  <a:lnTo>
                    <a:pt x="164" y="268"/>
                  </a:lnTo>
                  <a:lnTo>
                    <a:pt x="162" y="270"/>
                  </a:lnTo>
                  <a:lnTo>
                    <a:pt x="156" y="268"/>
                  </a:lnTo>
                  <a:lnTo>
                    <a:pt x="152" y="264"/>
                  </a:lnTo>
                  <a:lnTo>
                    <a:pt x="150" y="266"/>
                  </a:lnTo>
                  <a:lnTo>
                    <a:pt x="148" y="270"/>
                  </a:lnTo>
                  <a:lnTo>
                    <a:pt x="146" y="276"/>
                  </a:lnTo>
                  <a:lnTo>
                    <a:pt x="144" y="280"/>
                  </a:lnTo>
                  <a:lnTo>
                    <a:pt x="142" y="274"/>
                  </a:lnTo>
                  <a:lnTo>
                    <a:pt x="134" y="264"/>
                  </a:lnTo>
                  <a:lnTo>
                    <a:pt x="124" y="254"/>
                  </a:lnTo>
                  <a:lnTo>
                    <a:pt x="118" y="248"/>
                  </a:lnTo>
                  <a:lnTo>
                    <a:pt x="116" y="240"/>
                  </a:lnTo>
                  <a:lnTo>
                    <a:pt x="108" y="228"/>
                  </a:lnTo>
                  <a:lnTo>
                    <a:pt x="102" y="220"/>
                  </a:lnTo>
                  <a:lnTo>
                    <a:pt x="98" y="214"/>
                  </a:lnTo>
                  <a:lnTo>
                    <a:pt x="90" y="210"/>
                  </a:lnTo>
                  <a:lnTo>
                    <a:pt x="82" y="200"/>
                  </a:lnTo>
                  <a:lnTo>
                    <a:pt x="84" y="200"/>
                  </a:lnTo>
                  <a:lnTo>
                    <a:pt x="82" y="200"/>
                  </a:lnTo>
                  <a:lnTo>
                    <a:pt x="76" y="200"/>
                  </a:lnTo>
                  <a:lnTo>
                    <a:pt x="76" y="162"/>
                  </a:lnTo>
                  <a:lnTo>
                    <a:pt x="68" y="152"/>
                  </a:lnTo>
                  <a:lnTo>
                    <a:pt x="58" y="142"/>
                  </a:lnTo>
                  <a:lnTo>
                    <a:pt x="48" y="134"/>
                  </a:lnTo>
                  <a:lnTo>
                    <a:pt x="42" y="124"/>
                  </a:lnTo>
                  <a:lnTo>
                    <a:pt x="24" y="92"/>
                  </a:lnTo>
                  <a:lnTo>
                    <a:pt x="16" y="76"/>
                  </a:lnTo>
                  <a:lnTo>
                    <a:pt x="10" y="72"/>
                  </a:lnTo>
                  <a:lnTo>
                    <a:pt x="4" y="66"/>
                  </a:lnTo>
                  <a:lnTo>
                    <a:pt x="0" y="54"/>
                  </a:lnTo>
                  <a:lnTo>
                    <a:pt x="16" y="56"/>
                  </a:lnTo>
                  <a:lnTo>
                    <a:pt x="20" y="52"/>
                  </a:lnTo>
                  <a:lnTo>
                    <a:pt x="24" y="46"/>
                  </a:lnTo>
                  <a:lnTo>
                    <a:pt x="30" y="42"/>
                  </a:lnTo>
                  <a:lnTo>
                    <a:pt x="34" y="42"/>
                  </a:lnTo>
                  <a:lnTo>
                    <a:pt x="38" y="36"/>
                  </a:lnTo>
                  <a:lnTo>
                    <a:pt x="44" y="36"/>
                  </a:lnTo>
                  <a:lnTo>
                    <a:pt x="32" y="10"/>
                  </a:lnTo>
                  <a:lnTo>
                    <a:pt x="62" y="0"/>
                  </a:lnTo>
                  <a:lnTo>
                    <a:pt x="118" y="24"/>
                  </a:lnTo>
                  <a:lnTo>
                    <a:pt x="122" y="26"/>
                  </a:lnTo>
                  <a:lnTo>
                    <a:pt x="124" y="30"/>
                  </a:lnTo>
                  <a:lnTo>
                    <a:pt x="128" y="32"/>
                  </a:lnTo>
                  <a:lnTo>
                    <a:pt x="134" y="34"/>
                  </a:lnTo>
                  <a:lnTo>
                    <a:pt x="134" y="44"/>
                  </a:lnTo>
                  <a:lnTo>
                    <a:pt x="152" y="54"/>
                  </a:lnTo>
                  <a:lnTo>
                    <a:pt x="180" y="54"/>
                  </a:lnTo>
                  <a:lnTo>
                    <a:pt x="196" y="58"/>
                  </a:lnTo>
                  <a:lnTo>
                    <a:pt x="200" y="60"/>
                  </a:lnTo>
                  <a:lnTo>
                    <a:pt x="204" y="64"/>
                  </a:lnTo>
                  <a:lnTo>
                    <a:pt x="222" y="64"/>
                  </a:lnTo>
                  <a:lnTo>
                    <a:pt x="222" y="6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2" name=""/>
            <p:cNvSpPr/>
            <p:nvPr/>
          </p:nvSpPr>
          <p:spPr>
            <a:xfrm>
              <a:off x="5642280" y="2989800"/>
              <a:ext cx="38880" cy="20880"/>
            </a:xfrm>
            <a:custGeom>
              <a:avLst/>
              <a:gdLst/>
              <a:ahLst/>
              <a:rect l="l" t="t" r="r" b="b"/>
              <a:pathLst>
                <a:path w="20" h="12">
                  <a:moveTo>
                    <a:pt x="8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6"/>
                  </a:lnTo>
                  <a:lnTo>
                    <a:pt x="4" y="4"/>
                  </a:lnTo>
                  <a:lnTo>
                    <a:pt x="6" y="0"/>
                  </a:lnTo>
                  <a:lnTo>
                    <a:pt x="8" y="4"/>
                  </a:lnTo>
                  <a:lnTo>
                    <a:pt x="12" y="4"/>
                  </a:lnTo>
                  <a:lnTo>
                    <a:pt x="20" y="0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3" name=""/>
            <p:cNvSpPr/>
            <p:nvPr/>
          </p:nvSpPr>
          <p:spPr>
            <a:xfrm>
              <a:off x="5423040" y="2784960"/>
              <a:ext cx="63000" cy="43560"/>
            </a:xfrm>
            <a:custGeom>
              <a:avLst/>
              <a:gdLst/>
              <a:ahLst/>
              <a:rect l="l" t="t" r="r" b="b"/>
              <a:pathLst>
                <a:path w="32" h="24">
                  <a:moveTo>
                    <a:pt x="28" y="0"/>
                  </a:moveTo>
                  <a:lnTo>
                    <a:pt x="10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6" y="14"/>
                  </a:lnTo>
                  <a:lnTo>
                    <a:pt x="6" y="24"/>
                  </a:lnTo>
                  <a:lnTo>
                    <a:pt x="12" y="22"/>
                  </a:lnTo>
                  <a:lnTo>
                    <a:pt x="20" y="18"/>
                  </a:lnTo>
                  <a:lnTo>
                    <a:pt x="32" y="8"/>
                  </a:lnTo>
                  <a:lnTo>
                    <a:pt x="30" y="6"/>
                  </a:lnTo>
                  <a:lnTo>
                    <a:pt x="26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4" name=""/>
            <p:cNvSpPr/>
            <p:nvPr/>
          </p:nvSpPr>
          <p:spPr>
            <a:xfrm>
              <a:off x="5695200" y="3079080"/>
              <a:ext cx="44280" cy="113040"/>
            </a:xfrm>
            <a:custGeom>
              <a:avLst/>
              <a:gdLst/>
              <a:ahLst/>
              <a:rect l="l" t="t" r="r" b="b"/>
              <a:pathLst>
                <a:path w="22" h="64">
                  <a:moveTo>
                    <a:pt x="14" y="0"/>
                  </a:moveTo>
                  <a:lnTo>
                    <a:pt x="20" y="0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28"/>
                  </a:lnTo>
                  <a:lnTo>
                    <a:pt x="22" y="28"/>
                  </a:lnTo>
                  <a:lnTo>
                    <a:pt x="16" y="64"/>
                  </a:lnTo>
                  <a:lnTo>
                    <a:pt x="10" y="48"/>
                  </a:lnTo>
                  <a:lnTo>
                    <a:pt x="4" y="40"/>
                  </a:lnTo>
                  <a:lnTo>
                    <a:pt x="2" y="36"/>
                  </a:lnTo>
                  <a:lnTo>
                    <a:pt x="0" y="30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10" y="1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5" name=""/>
            <p:cNvSpPr/>
            <p:nvPr/>
          </p:nvSpPr>
          <p:spPr>
            <a:xfrm>
              <a:off x="5736240" y="2942640"/>
              <a:ext cx="184680" cy="157320"/>
            </a:xfrm>
            <a:custGeom>
              <a:avLst/>
              <a:gdLst/>
              <a:ahLst/>
              <a:rect l="l" t="t" r="r" b="b"/>
              <a:pathLst>
                <a:path w="94" h="88">
                  <a:moveTo>
                    <a:pt x="0" y="82"/>
                  </a:moveTo>
                  <a:lnTo>
                    <a:pt x="10" y="84"/>
                  </a:lnTo>
                  <a:lnTo>
                    <a:pt x="14" y="88"/>
                  </a:lnTo>
                  <a:lnTo>
                    <a:pt x="18" y="88"/>
                  </a:lnTo>
                  <a:lnTo>
                    <a:pt x="20" y="88"/>
                  </a:lnTo>
                  <a:lnTo>
                    <a:pt x="80" y="54"/>
                  </a:lnTo>
                  <a:lnTo>
                    <a:pt x="80" y="46"/>
                  </a:lnTo>
                  <a:lnTo>
                    <a:pt x="80" y="40"/>
                  </a:lnTo>
                  <a:lnTo>
                    <a:pt x="82" y="34"/>
                  </a:lnTo>
                  <a:lnTo>
                    <a:pt x="84" y="28"/>
                  </a:lnTo>
                  <a:lnTo>
                    <a:pt x="82" y="26"/>
                  </a:lnTo>
                  <a:lnTo>
                    <a:pt x="80" y="22"/>
                  </a:lnTo>
                  <a:lnTo>
                    <a:pt x="82" y="16"/>
                  </a:lnTo>
                  <a:lnTo>
                    <a:pt x="84" y="14"/>
                  </a:lnTo>
                  <a:lnTo>
                    <a:pt x="88" y="14"/>
                  </a:lnTo>
                  <a:lnTo>
                    <a:pt x="94" y="4"/>
                  </a:lnTo>
                  <a:lnTo>
                    <a:pt x="94" y="0"/>
                  </a:lnTo>
                  <a:lnTo>
                    <a:pt x="86" y="2"/>
                  </a:lnTo>
                  <a:lnTo>
                    <a:pt x="74" y="4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56" y="8"/>
                  </a:lnTo>
                  <a:lnTo>
                    <a:pt x="52" y="10"/>
                  </a:lnTo>
                  <a:lnTo>
                    <a:pt x="46" y="10"/>
                  </a:lnTo>
                  <a:lnTo>
                    <a:pt x="40" y="8"/>
                  </a:lnTo>
                  <a:lnTo>
                    <a:pt x="36" y="6"/>
                  </a:lnTo>
                  <a:lnTo>
                    <a:pt x="30" y="8"/>
                  </a:lnTo>
                  <a:lnTo>
                    <a:pt x="24" y="10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22"/>
                  </a:lnTo>
                  <a:lnTo>
                    <a:pt x="4" y="24"/>
                  </a:lnTo>
                  <a:lnTo>
                    <a:pt x="4" y="30"/>
                  </a:lnTo>
                  <a:lnTo>
                    <a:pt x="2" y="46"/>
                  </a:lnTo>
                  <a:lnTo>
                    <a:pt x="12" y="50"/>
                  </a:lnTo>
                  <a:lnTo>
                    <a:pt x="10" y="58"/>
                  </a:lnTo>
                  <a:lnTo>
                    <a:pt x="6" y="60"/>
                  </a:lnTo>
                  <a:lnTo>
                    <a:pt x="2" y="60"/>
                  </a:lnTo>
                  <a:lnTo>
                    <a:pt x="4" y="64"/>
                  </a:lnTo>
                  <a:lnTo>
                    <a:pt x="6" y="66"/>
                  </a:lnTo>
                  <a:lnTo>
                    <a:pt x="4" y="72"/>
                  </a:lnTo>
                  <a:lnTo>
                    <a:pt x="0" y="76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6" name=""/>
            <p:cNvSpPr/>
            <p:nvPr/>
          </p:nvSpPr>
          <p:spPr>
            <a:xfrm>
              <a:off x="5835600" y="2939400"/>
              <a:ext cx="304200" cy="267840"/>
            </a:xfrm>
            <a:custGeom>
              <a:avLst/>
              <a:gdLst/>
              <a:ahLst/>
              <a:rect l="l" t="t" r="r" b="b"/>
              <a:pathLst>
                <a:path w="154" h="150">
                  <a:moveTo>
                    <a:pt x="48" y="2"/>
                  </a:moveTo>
                  <a:lnTo>
                    <a:pt x="62" y="2"/>
                  </a:lnTo>
                  <a:lnTo>
                    <a:pt x="66" y="0"/>
                  </a:lnTo>
                  <a:lnTo>
                    <a:pt x="70" y="2"/>
                  </a:lnTo>
                  <a:lnTo>
                    <a:pt x="76" y="2"/>
                  </a:lnTo>
                  <a:lnTo>
                    <a:pt x="80" y="12"/>
                  </a:lnTo>
                  <a:lnTo>
                    <a:pt x="88" y="20"/>
                  </a:lnTo>
                  <a:lnTo>
                    <a:pt x="98" y="24"/>
                  </a:lnTo>
                  <a:lnTo>
                    <a:pt x="108" y="28"/>
                  </a:lnTo>
                  <a:lnTo>
                    <a:pt x="102" y="40"/>
                  </a:lnTo>
                  <a:lnTo>
                    <a:pt x="100" y="48"/>
                  </a:lnTo>
                  <a:lnTo>
                    <a:pt x="98" y="56"/>
                  </a:lnTo>
                  <a:lnTo>
                    <a:pt x="100" y="62"/>
                  </a:lnTo>
                  <a:lnTo>
                    <a:pt x="102" y="68"/>
                  </a:lnTo>
                  <a:lnTo>
                    <a:pt x="108" y="74"/>
                  </a:lnTo>
                  <a:lnTo>
                    <a:pt x="112" y="78"/>
                  </a:lnTo>
                  <a:lnTo>
                    <a:pt x="124" y="86"/>
                  </a:lnTo>
                  <a:lnTo>
                    <a:pt x="132" y="92"/>
                  </a:lnTo>
                  <a:lnTo>
                    <a:pt x="136" y="96"/>
                  </a:lnTo>
                  <a:lnTo>
                    <a:pt x="136" y="102"/>
                  </a:lnTo>
                  <a:lnTo>
                    <a:pt x="138" y="112"/>
                  </a:lnTo>
                  <a:lnTo>
                    <a:pt x="142" y="116"/>
                  </a:lnTo>
                  <a:lnTo>
                    <a:pt x="148" y="122"/>
                  </a:lnTo>
                  <a:lnTo>
                    <a:pt x="152" y="126"/>
                  </a:lnTo>
                  <a:lnTo>
                    <a:pt x="154" y="132"/>
                  </a:lnTo>
                  <a:lnTo>
                    <a:pt x="152" y="134"/>
                  </a:lnTo>
                  <a:lnTo>
                    <a:pt x="148" y="132"/>
                  </a:lnTo>
                  <a:lnTo>
                    <a:pt x="142" y="132"/>
                  </a:lnTo>
                  <a:lnTo>
                    <a:pt x="138" y="132"/>
                  </a:lnTo>
                  <a:lnTo>
                    <a:pt x="134" y="136"/>
                  </a:lnTo>
                  <a:lnTo>
                    <a:pt x="130" y="142"/>
                  </a:lnTo>
                  <a:lnTo>
                    <a:pt x="126" y="150"/>
                  </a:lnTo>
                  <a:lnTo>
                    <a:pt x="98" y="150"/>
                  </a:lnTo>
                  <a:lnTo>
                    <a:pt x="80" y="140"/>
                  </a:lnTo>
                  <a:lnTo>
                    <a:pt x="80" y="130"/>
                  </a:lnTo>
                  <a:lnTo>
                    <a:pt x="74" y="128"/>
                  </a:lnTo>
                  <a:lnTo>
                    <a:pt x="70" y="126"/>
                  </a:lnTo>
                  <a:lnTo>
                    <a:pt x="68" y="122"/>
                  </a:lnTo>
                  <a:lnTo>
                    <a:pt x="64" y="120"/>
                  </a:lnTo>
                  <a:lnTo>
                    <a:pt x="8" y="96"/>
                  </a:lnTo>
                  <a:lnTo>
                    <a:pt x="0" y="74"/>
                  </a:lnTo>
                  <a:lnTo>
                    <a:pt x="30" y="56"/>
                  </a:lnTo>
                  <a:lnTo>
                    <a:pt x="30" y="48"/>
                  </a:lnTo>
                  <a:lnTo>
                    <a:pt x="30" y="42"/>
                  </a:lnTo>
                  <a:lnTo>
                    <a:pt x="32" y="36"/>
                  </a:lnTo>
                  <a:lnTo>
                    <a:pt x="34" y="30"/>
                  </a:lnTo>
                  <a:lnTo>
                    <a:pt x="32" y="28"/>
                  </a:lnTo>
                  <a:lnTo>
                    <a:pt x="30" y="24"/>
                  </a:lnTo>
                  <a:lnTo>
                    <a:pt x="32" y="18"/>
                  </a:lnTo>
                  <a:lnTo>
                    <a:pt x="34" y="16"/>
                  </a:lnTo>
                  <a:lnTo>
                    <a:pt x="38" y="16"/>
                  </a:lnTo>
                  <a:lnTo>
                    <a:pt x="44" y="6"/>
                  </a:lnTo>
                  <a:lnTo>
                    <a:pt x="44" y="2"/>
                  </a:lnTo>
                  <a:lnTo>
                    <a:pt x="48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7" name=""/>
            <p:cNvSpPr/>
            <p:nvPr/>
          </p:nvSpPr>
          <p:spPr>
            <a:xfrm>
              <a:off x="5423040" y="2778840"/>
              <a:ext cx="549000" cy="207360"/>
            </a:xfrm>
            <a:custGeom>
              <a:avLst/>
              <a:gdLst/>
              <a:ahLst/>
              <a:rect l="l" t="t" r="r" b="b"/>
              <a:pathLst>
                <a:path w="278" h="116">
                  <a:moveTo>
                    <a:pt x="166" y="114"/>
                  </a:moveTo>
                  <a:lnTo>
                    <a:pt x="166" y="96"/>
                  </a:lnTo>
                  <a:lnTo>
                    <a:pt x="170" y="96"/>
                  </a:lnTo>
                  <a:lnTo>
                    <a:pt x="170" y="100"/>
                  </a:lnTo>
                  <a:lnTo>
                    <a:pt x="174" y="100"/>
                  </a:lnTo>
                  <a:lnTo>
                    <a:pt x="182" y="102"/>
                  </a:lnTo>
                  <a:lnTo>
                    <a:pt x="188" y="100"/>
                  </a:lnTo>
                  <a:lnTo>
                    <a:pt x="194" y="98"/>
                  </a:lnTo>
                  <a:lnTo>
                    <a:pt x="198" y="100"/>
                  </a:lnTo>
                  <a:lnTo>
                    <a:pt x="204" y="102"/>
                  </a:lnTo>
                  <a:lnTo>
                    <a:pt x="210" y="102"/>
                  </a:lnTo>
                  <a:lnTo>
                    <a:pt x="214" y="100"/>
                  </a:lnTo>
                  <a:lnTo>
                    <a:pt x="220" y="96"/>
                  </a:lnTo>
                  <a:lnTo>
                    <a:pt x="224" y="94"/>
                  </a:lnTo>
                  <a:lnTo>
                    <a:pt x="226" y="94"/>
                  </a:lnTo>
                  <a:lnTo>
                    <a:pt x="232" y="96"/>
                  </a:lnTo>
                  <a:lnTo>
                    <a:pt x="244" y="94"/>
                  </a:lnTo>
                  <a:lnTo>
                    <a:pt x="252" y="92"/>
                  </a:lnTo>
                  <a:lnTo>
                    <a:pt x="256" y="92"/>
                  </a:lnTo>
                  <a:lnTo>
                    <a:pt x="270" y="92"/>
                  </a:lnTo>
                  <a:lnTo>
                    <a:pt x="274" y="90"/>
                  </a:lnTo>
                  <a:lnTo>
                    <a:pt x="278" y="90"/>
                  </a:lnTo>
                  <a:lnTo>
                    <a:pt x="276" y="80"/>
                  </a:lnTo>
                  <a:lnTo>
                    <a:pt x="274" y="70"/>
                  </a:lnTo>
                  <a:lnTo>
                    <a:pt x="272" y="62"/>
                  </a:lnTo>
                  <a:lnTo>
                    <a:pt x="270" y="52"/>
                  </a:lnTo>
                  <a:lnTo>
                    <a:pt x="272" y="52"/>
                  </a:lnTo>
                  <a:lnTo>
                    <a:pt x="274" y="44"/>
                  </a:lnTo>
                  <a:lnTo>
                    <a:pt x="274" y="40"/>
                  </a:lnTo>
                  <a:lnTo>
                    <a:pt x="268" y="36"/>
                  </a:lnTo>
                  <a:lnTo>
                    <a:pt x="260" y="36"/>
                  </a:lnTo>
                  <a:lnTo>
                    <a:pt x="260" y="32"/>
                  </a:lnTo>
                  <a:lnTo>
                    <a:pt x="260" y="28"/>
                  </a:lnTo>
                  <a:lnTo>
                    <a:pt x="258" y="20"/>
                  </a:lnTo>
                  <a:lnTo>
                    <a:pt x="256" y="14"/>
                  </a:lnTo>
                  <a:lnTo>
                    <a:pt x="252" y="10"/>
                  </a:lnTo>
                  <a:lnTo>
                    <a:pt x="242" y="8"/>
                  </a:lnTo>
                  <a:lnTo>
                    <a:pt x="226" y="10"/>
                  </a:lnTo>
                  <a:lnTo>
                    <a:pt x="210" y="12"/>
                  </a:lnTo>
                  <a:lnTo>
                    <a:pt x="194" y="16"/>
                  </a:lnTo>
                  <a:lnTo>
                    <a:pt x="176" y="18"/>
                  </a:lnTo>
                  <a:lnTo>
                    <a:pt x="170" y="18"/>
                  </a:lnTo>
                  <a:lnTo>
                    <a:pt x="162" y="14"/>
                  </a:lnTo>
                  <a:lnTo>
                    <a:pt x="148" y="10"/>
                  </a:lnTo>
                  <a:lnTo>
                    <a:pt x="134" y="2"/>
                  </a:lnTo>
                  <a:lnTo>
                    <a:pt x="124" y="0"/>
                  </a:lnTo>
                  <a:lnTo>
                    <a:pt x="114" y="0"/>
                  </a:lnTo>
                  <a:lnTo>
                    <a:pt x="102" y="2"/>
                  </a:lnTo>
                  <a:lnTo>
                    <a:pt x="92" y="6"/>
                  </a:lnTo>
                  <a:lnTo>
                    <a:pt x="84" y="12"/>
                  </a:lnTo>
                  <a:lnTo>
                    <a:pt x="76" y="14"/>
                  </a:lnTo>
                  <a:lnTo>
                    <a:pt x="64" y="14"/>
                  </a:lnTo>
                  <a:lnTo>
                    <a:pt x="60" y="14"/>
                  </a:lnTo>
                  <a:lnTo>
                    <a:pt x="60" y="12"/>
                  </a:lnTo>
                  <a:lnTo>
                    <a:pt x="52" y="12"/>
                  </a:lnTo>
                  <a:lnTo>
                    <a:pt x="46" y="12"/>
                  </a:lnTo>
                  <a:lnTo>
                    <a:pt x="34" y="12"/>
                  </a:lnTo>
                  <a:lnTo>
                    <a:pt x="34" y="14"/>
                  </a:lnTo>
                  <a:lnTo>
                    <a:pt x="38" y="18"/>
                  </a:lnTo>
                  <a:lnTo>
                    <a:pt x="44" y="24"/>
                  </a:lnTo>
                  <a:lnTo>
                    <a:pt x="32" y="26"/>
                  </a:lnTo>
                  <a:lnTo>
                    <a:pt x="12" y="28"/>
                  </a:lnTo>
                  <a:lnTo>
                    <a:pt x="6" y="34"/>
                  </a:lnTo>
                  <a:lnTo>
                    <a:pt x="0" y="40"/>
                  </a:lnTo>
                  <a:lnTo>
                    <a:pt x="2" y="40"/>
                  </a:lnTo>
                  <a:lnTo>
                    <a:pt x="4" y="42"/>
                  </a:lnTo>
                  <a:lnTo>
                    <a:pt x="8" y="44"/>
                  </a:lnTo>
                  <a:lnTo>
                    <a:pt x="8" y="46"/>
                  </a:lnTo>
                  <a:lnTo>
                    <a:pt x="10" y="50"/>
                  </a:lnTo>
                  <a:lnTo>
                    <a:pt x="14" y="54"/>
                  </a:lnTo>
                  <a:lnTo>
                    <a:pt x="12" y="58"/>
                  </a:lnTo>
                  <a:lnTo>
                    <a:pt x="10" y="60"/>
                  </a:lnTo>
                  <a:lnTo>
                    <a:pt x="10" y="66"/>
                  </a:lnTo>
                  <a:lnTo>
                    <a:pt x="18" y="66"/>
                  </a:lnTo>
                  <a:lnTo>
                    <a:pt x="18" y="70"/>
                  </a:lnTo>
                  <a:lnTo>
                    <a:pt x="22" y="76"/>
                  </a:lnTo>
                  <a:lnTo>
                    <a:pt x="30" y="84"/>
                  </a:lnTo>
                  <a:lnTo>
                    <a:pt x="30" y="86"/>
                  </a:lnTo>
                  <a:lnTo>
                    <a:pt x="32" y="90"/>
                  </a:lnTo>
                  <a:lnTo>
                    <a:pt x="46" y="96"/>
                  </a:lnTo>
                  <a:lnTo>
                    <a:pt x="60" y="100"/>
                  </a:lnTo>
                  <a:lnTo>
                    <a:pt x="76" y="104"/>
                  </a:lnTo>
                  <a:lnTo>
                    <a:pt x="78" y="100"/>
                  </a:lnTo>
                  <a:lnTo>
                    <a:pt x="78" y="96"/>
                  </a:lnTo>
                  <a:lnTo>
                    <a:pt x="76" y="94"/>
                  </a:lnTo>
                  <a:lnTo>
                    <a:pt x="74" y="94"/>
                  </a:lnTo>
                  <a:lnTo>
                    <a:pt x="78" y="94"/>
                  </a:lnTo>
                  <a:lnTo>
                    <a:pt x="82" y="92"/>
                  </a:lnTo>
                  <a:lnTo>
                    <a:pt x="88" y="92"/>
                  </a:lnTo>
                  <a:lnTo>
                    <a:pt x="90" y="94"/>
                  </a:lnTo>
                  <a:lnTo>
                    <a:pt x="98" y="98"/>
                  </a:lnTo>
                  <a:lnTo>
                    <a:pt x="104" y="106"/>
                  </a:lnTo>
                  <a:lnTo>
                    <a:pt x="108" y="108"/>
                  </a:lnTo>
                  <a:lnTo>
                    <a:pt x="114" y="108"/>
                  </a:lnTo>
                  <a:lnTo>
                    <a:pt x="116" y="108"/>
                  </a:lnTo>
                  <a:lnTo>
                    <a:pt x="120" y="106"/>
                  </a:lnTo>
                  <a:lnTo>
                    <a:pt x="126" y="98"/>
                  </a:lnTo>
                  <a:lnTo>
                    <a:pt x="132" y="94"/>
                  </a:lnTo>
                  <a:lnTo>
                    <a:pt x="134" y="92"/>
                  </a:lnTo>
                  <a:lnTo>
                    <a:pt x="138" y="92"/>
                  </a:lnTo>
                  <a:lnTo>
                    <a:pt x="142" y="92"/>
                  </a:lnTo>
                  <a:lnTo>
                    <a:pt x="142" y="94"/>
                  </a:lnTo>
                  <a:lnTo>
                    <a:pt x="146" y="94"/>
                  </a:lnTo>
                  <a:lnTo>
                    <a:pt x="148" y="96"/>
                  </a:lnTo>
                  <a:lnTo>
                    <a:pt x="152" y="94"/>
                  </a:lnTo>
                  <a:lnTo>
                    <a:pt x="154" y="94"/>
                  </a:lnTo>
                  <a:lnTo>
                    <a:pt x="164" y="94"/>
                  </a:lnTo>
                  <a:lnTo>
                    <a:pt x="162" y="96"/>
                  </a:lnTo>
                  <a:lnTo>
                    <a:pt x="160" y="98"/>
                  </a:lnTo>
                  <a:lnTo>
                    <a:pt x="156" y="98"/>
                  </a:lnTo>
                  <a:lnTo>
                    <a:pt x="158" y="108"/>
                  </a:lnTo>
                  <a:lnTo>
                    <a:pt x="162" y="116"/>
                  </a:lnTo>
                  <a:lnTo>
                    <a:pt x="166" y="11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8" name=""/>
            <p:cNvSpPr/>
            <p:nvPr/>
          </p:nvSpPr>
          <p:spPr>
            <a:xfrm>
              <a:off x="6230520" y="3299760"/>
              <a:ext cx="32400" cy="43560"/>
            </a:xfrm>
            <a:custGeom>
              <a:avLst/>
              <a:gdLst/>
              <a:ahLst/>
              <a:rect l="l" t="t" r="r" b="b"/>
              <a:pathLst>
                <a:path w="16" h="24">
                  <a:moveTo>
                    <a:pt x="0" y="12"/>
                  </a:moveTo>
                  <a:lnTo>
                    <a:pt x="2" y="10"/>
                  </a:lnTo>
                  <a:lnTo>
                    <a:pt x="4" y="8"/>
                  </a:lnTo>
                  <a:lnTo>
                    <a:pt x="2" y="0"/>
                  </a:lnTo>
                  <a:lnTo>
                    <a:pt x="10" y="0"/>
                  </a:lnTo>
                  <a:lnTo>
                    <a:pt x="12" y="6"/>
                  </a:lnTo>
                  <a:lnTo>
                    <a:pt x="14" y="10"/>
                  </a:lnTo>
                  <a:lnTo>
                    <a:pt x="16" y="12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6" y="24"/>
                  </a:lnTo>
                  <a:lnTo>
                    <a:pt x="4" y="2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40" bIns="-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9" name=""/>
            <p:cNvSpPr/>
            <p:nvPr/>
          </p:nvSpPr>
          <p:spPr>
            <a:xfrm>
              <a:off x="6285240" y="3332520"/>
              <a:ext cx="235440" cy="267480"/>
            </a:xfrm>
            <a:custGeom>
              <a:avLst/>
              <a:gdLst/>
              <a:ahLst/>
              <a:rect l="l" t="t" r="r" b="b"/>
              <a:pathLst>
                <a:path w="120" h="150">
                  <a:moveTo>
                    <a:pt x="66" y="4"/>
                  </a:moveTo>
                  <a:lnTo>
                    <a:pt x="72" y="12"/>
                  </a:lnTo>
                  <a:lnTo>
                    <a:pt x="76" y="22"/>
                  </a:lnTo>
                  <a:lnTo>
                    <a:pt x="82" y="26"/>
                  </a:lnTo>
                  <a:lnTo>
                    <a:pt x="88" y="28"/>
                  </a:lnTo>
                  <a:lnTo>
                    <a:pt x="102" y="30"/>
                  </a:lnTo>
                  <a:lnTo>
                    <a:pt x="110" y="34"/>
                  </a:lnTo>
                  <a:lnTo>
                    <a:pt x="116" y="38"/>
                  </a:lnTo>
                  <a:lnTo>
                    <a:pt x="118" y="42"/>
                  </a:lnTo>
                  <a:lnTo>
                    <a:pt x="120" y="50"/>
                  </a:lnTo>
                  <a:lnTo>
                    <a:pt x="118" y="58"/>
                  </a:lnTo>
                  <a:lnTo>
                    <a:pt x="116" y="64"/>
                  </a:lnTo>
                  <a:lnTo>
                    <a:pt x="104" y="76"/>
                  </a:lnTo>
                  <a:lnTo>
                    <a:pt x="98" y="82"/>
                  </a:lnTo>
                  <a:lnTo>
                    <a:pt x="94" y="86"/>
                  </a:lnTo>
                  <a:lnTo>
                    <a:pt x="92" y="90"/>
                  </a:lnTo>
                  <a:lnTo>
                    <a:pt x="92" y="98"/>
                  </a:lnTo>
                  <a:lnTo>
                    <a:pt x="92" y="110"/>
                  </a:lnTo>
                  <a:lnTo>
                    <a:pt x="84" y="112"/>
                  </a:lnTo>
                  <a:lnTo>
                    <a:pt x="78" y="110"/>
                  </a:lnTo>
                  <a:lnTo>
                    <a:pt x="78" y="120"/>
                  </a:lnTo>
                  <a:lnTo>
                    <a:pt x="78" y="122"/>
                  </a:lnTo>
                  <a:lnTo>
                    <a:pt x="78" y="126"/>
                  </a:lnTo>
                  <a:lnTo>
                    <a:pt x="72" y="128"/>
                  </a:lnTo>
                  <a:lnTo>
                    <a:pt x="66" y="130"/>
                  </a:lnTo>
                  <a:lnTo>
                    <a:pt x="64" y="132"/>
                  </a:lnTo>
                  <a:lnTo>
                    <a:pt x="62" y="136"/>
                  </a:lnTo>
                  <a:lnTo>
                    <a:pt x="58" y="140"/>
                  </a:lnTo>
                  <a:lnTo>
                    <a:pt x="56" y="144"/>
                  </a:lnTo>
                  <a:lnTo>
                    <a:pt x="44" y="146"/>
                  </a:lnTo>
                  <a:lnTo>
                    <a:pt x="36" y="148"/>
                  </a:lnTo>
                  <a:lnTo>
                    <a:pt x="30" y="148"/>
                  </a:lnTo>
                  <a:lnTo>
                    <a:pt x="20" y="150"/>
                  </a:lnTo>
                  <a:lnTo>
                    <a:pt x="0" y="126"/>
                  </a:lnTo>
                  <a:lnTo>
                    <a:pt x="0" y="118"/>
                  </a:lnTo>
                  <a:lnTo>
                    <a:pt x="50" y="74"/>
                  </a:lnTo>
                  <a:lnTo>
                    <a:pt x="50" y="40"/>
                  </a:lnTo>
                  <a:lnTo>
                    <a:pt x="42" y="34"/>
                  </a:lnTo>
                  <a:lnTo>
                    <a:pt x="66" y="0"/>
                  </a:lnTo>
                  <a:lnTo>
                    <a:pt x="66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0" name=""/>
            <p:cNvSpPr/>
            <p:nvPr/>
          </p:nvSpPr>
          <p:spPr>
            <a:xfrm>
              <a:off x="6387840" y="3290040"/>
              <a:ext cx="18720" cy="30600"/>
            </a:xfrm>
            <a:custGeom>
              <a:avLst/>
              <a:gdLst/>
              <a:ahLst/>
              <a:rect l="l" t="t" r="r" b="b"/>
              <a:pathLst>
                <a:path w="10" h="18">
                  <a:moveTo>
                    <a:pt x="0" y="8"/>
                  </a:moveTo>
                  <a:lnTo>
                    <a:pt x="6" y="0"/>
                  </a:lnTo>
                  <a:lnTo>
                    <a:pt x="10" y="6"/>
                  </a:lnTo>
                  <a:lnTo>
                    <a:pt x="10" y="14"/>
                  </a:lnTo>
                  <a:lnTo>
                    <a:pt x="6" y="18"/>
                  </a:lnTo>
                  <a:lnTo>
                    <a:pt x="4" y="16"/>
                  </a:lnTo>
                  <a:lnTo>
                    <a:pt x="2" y="1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200" bIns="-16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1" name=""/>
            <p:cNvSpPr/>
            <p:nvPr/>
          </p:nvSpPr>
          <p:spPr>
            <a:xfrm>
              <a:off x="6237360" y="3303000"/>
              <a:ext cx="179280" cy="89280"/>
            </a:xfrm>
            <a:custGeom>
              <a:avLst/>
              <a:gdLst/>
              <a:ahLst/>
              <a:rect l="l" t="t" r="r" b="b"/>
              <a:pathLst>
                <a:path w="90" h="50">
                  <a:moveTo>
                    <a:pt x="66" y="50"/>
                  </a:moveTo>
                  <a:lnTo>
                    <a:pt x="90" y="16"/>
                  </a:lnTo>
                  <a:lnTo>
                    <a:pt x="86" y="6"/>
                  </a:lnTo>
                  <a:lnTo>
                    <a:pt x="82" y="10"/>
                  </a:lnTo>
                  <a:lnTo>
                    <a:pt x="80" y="8"/>
                  </a:lnTo>
                  <a:lnTo>
                    <a:pt x="78" y="4"/>
                  </a:lnTo>
                  <a:lnTo>
                    <a:pt x="76" y="0"/>
                  </a:lnTo>
                  <a:lnTo>
                    <a:pt x="66" y="12"/>
                  </a:lnTo>
                  <a:lnTo>
                    <a:pt x="58" y="22"/>
                  </a:lnTo>
                  <a:lnTo>
                    <a:pt x="52" y="28"/>
                  </a:lnTo>
                  <a:lnTo>
                    <a:pt x="44" y="30"/>
                  </a:lnTo>
                  <a:lnTo>
                    <a:pt x="36" y="34"/>
                  </a:lnTo>
                  <a:lnTo>
                    <a:pt x="26" y="34"/>
                  </a:lnTo>
                  <a:lnTo>
                    <a:pt x="20" y="34"/>
                  </a:lnTo>
                  <a:lnTo>
                    <a:pt x="12" y="30"/>
                  </a:lnTo>
                  <a:lnTo>
                    <a:pt x="2" y="22"/>
                  </a:lnTo>
                  <a:lnTo>
                    <a:pt x="0" y="28"/>
                  </a:lnTo>
                  <a:lnTo>
                    <a:pt x="10" y="36"/>
                  </a:lnTo>
                  <a:lnTo>
                    <a:pt x="22" y="40"/>
                  </a:lnTo>
                  <a:lnTo>
                    <a:pt x="22" y="48"/>
                  </a:lnTo>
                  <a:lnTo>
                    <a:pt x="66" y="5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480" bIns="42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2" name=""/>
            <p:cNvSpPr/>
            <p:nvPr/>
          </p:nvSpPr>
          <p:spPr>
            <a:xfrm>
              <a:off x="6001560" y="3543480"/>
              <a:ext cx="322920" cy="187920"/>
            </a:xfrm>
            <a:custGeom>
              <a:avLst/>
              <a:gdLst/>
              <a:ahLst/>
              <a:rect l="l" t="t" r="r" b="b"/>
              <a:pathLst>
                <a:path w="164" h="106">
                  <a:moveTo>
                    <a:pt x="164" y="32"/>
                  </a:moveTo>
                  <a:lnTo>
                    <a:pt x="144" y="8"/>
                  </a:lnTo>
                  <a:lnTo>
                    <a:pt x="144" y="0"/>
                  </a:lnTo>
                  <a:lnTo>
                    <a:pt x="96" y="12"/>
                  </a:lnTo>
                  <a:lnTo>
                    <a:pt x="52" y="56"/>
                  </a:lnTo>
                  <a:lnTo>
                    <a:pt x="50" y="34"/>
                  </a:lnTo>
                  <a:lnTo>
                    <a:pt x="30" y="28"/>
                  </a:lnTo>
                  <a:lnTo>
                    <a:pt x="26" y="26"/>
                  </a:lnTo>
                  <a:lnTo>
                    <a:pt x="24" y="28"/>
                  </a:lnTo>
                  <a:lnTo>
                    <a:pt x="18" y="26"/>
                  </a:lnTo>
                  <a:lnTo>
                    <a:pt x="14" y="22"/>
                  </a:lnTo>
                  <a:lnTo>
                    <a:pt x="12" y="24"/>
                  </a:lnTo>
                  <a:lnTo>
                    <a:pt x="10" y="28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4" y="46"/>
                  </a:lnTo>
                  <a:lnTo>
                    <a:pt x="0" y="54"/>
                  </a:lnTo>
                  <a:lnTo>
                    <a:pt x="10" y="78"/>
                  </a:lnTo>
                  <a:lnTo>
                    <a:pt x="14" y="92"/>
                  </a:lnTo>
                  <a:lnTo>
                    <a:pt x="14" y="106"/>
                  </a:lnTo>
                  <a:lnTo>
                    <a:pt x="20" y="106"/>
                  </a:lnTo>
                  <a:lnTo>
                    <a:pt x="30" y="106"/>
                  </a:lnTo>
                  <a:lnTo>
                    <a:pt x="40" y="102"/>
                  </a:lnTo>
                  <a:lnTo>
                    <a:pt x="44" y="98"/>
                  </a:lnTo>
                  <a:lnTo>
                    <a:pt x="52" y="94"/>
                  </a:lnTo>
                  <a:lnTo>
                    <a:pt x="66" y="90"/>
                  </a:lnTo>
                  <a:lnTo>
                    <a:pt x="76" y="88"/>
                  </a:lnTo>
                  <a:lnTo>
                    <a:pt x="86" y="84"/>
                  </a:lnTo>
                  <a:lnTo>
                    <a:pt x="96" y="82"/>
                  </a:lnTo>
                  <a:lnTo>
                    <a:pt x="100" y="78"/>
                  </a:lnTo>
                  <a:lnTo>
                    <a:pt x="104" y="76"/>
                  </a:lnTo>
                  <a:lnTo>
                    <a:pt x="106" y="70"/>
                  </a:lnTo>
                  <a:lnTo>
                    <a:pt x="112" y="68"/>
                  </a:lnTo>
                  <a:lnTo>
                    <a:pt x="130" y="64"/>
                  </a:lnTo>
                  <a:lnTo>
                    <a:pt x="140" y="60"/>
                  </a:lnTo>
                  <a:lnTo>
                    <a:pt x="150" y="54"/>
                  </a:lnTo>
                  <a:lnTo>
                    <a:pt x="152" y="50"/>
                  </a:lnTo>
                  <a:lnTo>
                    <a:pt x="154" y="44"/>
                  </a:lnTo>
                  <a:lnTo>
                    <a:pt x="158" y="36"/>
                  </a:lnTo>
                  <a:lnTo>
                    <a:pt x="160" y="34"/>
                  </a:lnTo>
                  <a:lnTo>
                    <a:pt x="164" y="3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3" name=""/>
            <p:cNvSpPr/>
            <p:nvPr/>
          </p:nvSpPr>
          <p:spPr>
            <a:xfrm>
              <a:off x="6083280" y="3174840"/>
              <a:ext cx="82080" cy="50040"/>
            </a:xfrm>
            <a:custGeom>
              <a:avLst/>
              <a:gdLst/>
              <a:ahLst/>
              <a:rect l="l" t="t" r="r" b="b"/>
              <a:pathLst>
                <a:path w="42" h="28">
                  <a:moveTo>
                    <a:pt x="42" y="28"/>
                  </a:moveTo>
                  <a:lnTo>
                    <a:pt x="24" y="28"/>
                  </a:lnTo>
                  <a:lnTo>
                    <a:pt x="20" y="24"/>
                  </a:lnTo>
                  <a:lnTo>
                    <a:pt x="16" y="22"/>
                  </a:lnTo>
                  <a:lnTo>
                    <a:pt x="0" y="18"/>
                  </a:lnTo>
                  <a:lnTo>
                    <a:pt x="4" y="10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26" y="10"/>
                  </a:lnTo>
                  <a:lnTo>
                    <a:pt x="28" y="14"/>
                  </a:lnTo>
                  <a:lnTo>
                    <a:pt x="38" y="20"/>
                  </a:lnTo>
                  <a:lnTo>
                    <a:pt x="40" y="24"/>
                  </a:lnTo>
                  <a:lnTo>
                    <a:pt x="42" y="26"/>
                  </a:lnTo>
                  <a:lnTo>
                    <a:pt x="42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" bIns="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4" name=""/>
            <p:cNvSpPr/>
            <p:nvPr/>
          </p:nvSpPr>
          <p:spPr>
            <a:xfrm>
              <a:off x="5956920" y="2850120"/>
              <a:ext cx="656640" cy="475560"/>
            </a:xfrm>
            <a:custGeom>
              <a:avLst/>
              <a:gdLst/>
              <a:ahLst/>
              <a:rect l="l" t="t" r="r" b="b"/>
              <a:pathLst>
                <a:path w="332" h="266">
                  <a:moveTo>
                    <a:pt x="94" y="184"/>
                  </a:moveTo>
                  <a:lnTo>
                    <a:pt x="98" y="180"/>
                  </a:lnTo>
                  <a:lnTo>
                    <a:pt x="100" y="172"/>
                  </a:lnTo>
                  <a:lnTo>
                    <a:pt x="112" y="180"/>
                  </a:lnTo>
                  <a:lnTo>
                    <a:pt x="122" y="190"/>
                  </a:lnTo>
                  <a:lnTo>
                    <a:pt x="144" y="212"/>
                  </a:lnTo>
                  <a:lnTo>
                    <a:pt x="154" y="222"/>
                  </a:lnTo>
                  <a:lnTo>
                    <a:pt x="166" y="230"/>
                  </a:lnTo>
                  <a:lnTo>
                    <a:pt x="180" y="238"/>
                  </a:lnTo>
                  <a:lnTo>
                    <a:pt x="188" y="238"/>
                  </a:lnTo>
                  <a:lnTo>
                    <a:pt x="198" y="240"/>
                  </a:lnTo>
                  <a:lnTo>
                    <a:pt x="206" y="238"/>
                  </a:lnTo>
                  <a:lnTo>
                    <a:pt x="214" y="234"/>
                  </a:lnTo>
                  <a:lnTo>
                    <a:pt x="222" y="230"/>
                  </a:lnTo>
                  <a:lnTo>
                    <a:pt x="228" y="228"/>
                  </a:lnTo>
                  <a:lnTo>
                    <a:pt x="234" y="228"/>
                  </a:lnTo>
                  <a:lnTo>
                    <a:pt x="236" y="230"/>
                  </a:lnTo>
                  <a:lnTo>
                    <a:pt x="236" y="234"/>
                  </a:lnTo>
                  <a:lnTo>
                    <a:pt x="238" y="240"/>
                  </a:lnTo>
                  <a:lnTo>
                    <a:pt x="236" y="246"/>
                  </a:lnTo>
                  <a:lnTo>
                    <a:pt x="240" y="248"/>
                  </a:lnTo>
                  <a:lnTo>
                    <a:pt x="246" y="252"/>
                  </a:lnTo>
                  <a:lnTo>
                    <a:pt x="262" y="258"/>
                  </a:lnTo>
                  <a:lnTo>
                    <a:pt x="282" y="264"/>
                  </a:lnTo>
                  <a:lnTo>
                    <a:pt x="294" y="266"/>
                  </a:lnTo>
                  <a:lnTo>
                    <a:pt x="302" y="266"/>
                  </a:lnTo>
                  <a:lnTo>
                    <a:pt x="308" y="266"/>
                  </a:lnTo>
                  <a:lnTo>
                    <a:pt x="308" y="258"/>
                  </a:lnTo>
                  <a:lnTo>
                    <a:pt x="310" y="254"/>
                  </a:lnTo>
                  <a:lnTo>
                    <a:pt x="312" y="248"/>
                  </a:lnTo>
                  <a:lnTo>
                    <a:pt x="316" y="246"/>
                  </a:lnTo>
                  <a:lnTo>
                    <a:pt x="326" y="240"/>
                  </a:lnTo>
                  <a:lnTo>
                    <a:pt x="330" y="238"/>
                  </a:lnTo>
                  <a:lnTo>
                    <a:pt x="332" y="234"/>
                  </a:lnTo>
                  <a:lnTo>
                    <a:pt x="328" y="230"/>
                  </a:lnTo>
                  <a:lnTo>
                    <a:pt x="322" y="226"/>
                  </a:lnTo>
                  <a:lnTo>
                    <a:pt x="320" y="218"/>
                  </a:lnTo>
                  <a:lnTo>
                    <a:pt x="318" y="212"/>
                  </a:lnTo>
                  <a:lnTo>
                    <a:pt x="314" y="210"/>
                  </a:lnTo>
                  <a:lnTo>
                    <a:pt x="310" y="210"/>
                  </a:lnTo>
                  <a:lnTo>
                    <a:pt x="304" y="204"/>
                  </a:lnTo>
                  <a:lnTo>
                    <a:pt x="298" y="196"/>
                  </a:lnTo>
                  <a:lnTo>
                    <a:pt x="292" y="192"/>
                  </a:lnTo>
                  <a:lnTo>
                    <a:pt x="286" y="190"/>
                  </a:lnTo>
                  <a:lnTo>
                    <a:pt x="282" y="186"/>
                  </a:lnTo>
                  <a:lnTo>
                    <a:pt x="282" y="182"/>
                  </a:lnTo>
                  <a:lnTo>
                    <a:pt x="284" y="178"/>
                  </a:lnTo>
                  <a:lnTo>
                    <a:pt x="288" y="172"/>
                  </a:lnTo>
                  <a:lnTo>
                    <a:pt x="294" y="164"/>
                  </a:lnTo>
                  <a:lnTo>
                    <a:pt x="296" y="162"/>
                  </a:lnTo>
                  <a:lnTo>
                    <a:pt x="296" y="158"/>
                  </a:lnTo>
                  <a:lnTo>
                    <a:pt x="288" y="156"/>
                  </a:lnTo>
                  <a:lnTo>
                    <a:pt x="282" y="152"/>
                  </a:lnTo>
                  <a:lnTo>
                    <a:pt x="280" y="148"/>
                  </a:lnTo>
                  <a:lnTo>
                    <a:pt x="278" y="142"/>
                  </a:lnTo>
                  <a:lnTo>
                    <a:pt x="274" y="130"/>
                  </a:lnTo>
                  <a:lnTo>
                    <a:pt x="270" y="118"/>
                  </a:lnTo>
                  <a:lnTo>
                    <a:pt x="270" y="110"/>
                  </a:lnTo>
                  <a:lnTo>
                    <a:pt x="270" y="104"/>
                  </a:lnTo>
                  <a:lnTo>
                    <a:pt x="272" y="94"/>
                  </a:lnTo>
                  <a:lnTo>
                    <a:pt x="274" y="84"/>
                  </a:lnTo>
                  <a:lnTo>
                    <a:pt x="274" y="76"/>
                  </a:lnTo>
                  <a:lnTo>
                    <a:pt x="274" y="72"/>
                  </a:lnTo>
                  <a:lnTo>
                    <a:pt x="272" y="68"/>
                  </a:lnTo>
                  <a:lnTo>
                    <a:pt x="268" y="64"/>
                  </a:lnTo>
                  <a:lnTo>
                    <a:pt x="264" y="62"/>
                  </a:lnTo>
                  <a:lnTo>
                    <a:pt x="256" y="60"/>
                  </a:lnTo>
                  <a:lnTo>
                    <a:pt x="250" y="56"/>
                  </a:lnTo>
                  <a:lnTo>
                    <a:pt x="226" y="40"/>
                  </a:lnTo>
                  <a:lnTo>
                    <a:pt x="210" y="32"/>
                  </a:lnTo>
                  <a:lnTo>
                    <a:pt x="200" y="28"/>
                  </a:lnTo>
                  <a:lnTo>
                    <a:pt x="194" y="28"/>
                  </a:lnTo>
                  <a:lnTo>
                    <a:pt x="184" y="30"/>
                  </a:lnTo>
                  <a:lnTo>
                    <a:pt x="174" y="32"/>
                  </a:lnTo>
                  <a:lnTo>
                    <a:pt x="162" y="42"/>
                  </a:lnTo>
                  <a:lnTo>
                    <a:pt x="156" y="46"/>
                  </a:lnTo>
                  <a:lnTo>
                    <a:pt x="148" y="50"/>
                  </a:lnTo>
                  <a:lnTo>
                    <a:pt x="140" y="54"/>
                  </a:lnTo>
                  <a:lnTo>
                    <a:pt x="126" y="54"/>
                  </a:lnTo>
                  <a:lnTo>
                    <a:pt x="112" y="52"/>
                  </a:lnTo>
                  <a:lnTo>
                    <a:pt x="94" y="46"/>
                  </a:lnTo>
                  <a:lnTo>
                    <a:pt x="88" y="40"/>
                  </a:lnTo>
                  <a:lnTo>
                    <a:pt x="82" y="34"/>
                  </a:lnTo>
                  <a:lnTo>
                    <a:pt x="78" y="30"/>
                  </a:lnTo>
                  <a:lnTo>
                    <a:pt x="76" y="26"/>
                  </a:lnTo>
                  <a:lnTo>
                    <a:pt x="68" y="22"/>
                  </a:lnTo>
                  <a:lnTo>
                    <a:pt x="64" y="18"/>
                  </a:lnTo>
                  <a:lnTo>
                    <a:pt x="64" y="12"/>
                  </a:lnTo>
                  <a:lnTo>
                    <a:pt x="62" y="4"/>
                  </a:lnTo>
                  <a:lnTo>
                    <a:pt x="54" y="4"/>
                  </a:lnTo>
                  <a:lnTo>
                    <a:pt x="44" y="14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22"/>
                  </a:lnTo>
                  <a:lnTo>
                    <a:pt x="24" y="22"/>
                  </a:lnTo>
                  <a:lnTo>
                    <a:pt x="18" y="18"/>
                  </a:lnTo>
                  <a:lnTo>
                    <a:pt x="14" y="12"/>
                  </a:lnTo>
                  <a:lnTo>
                    <a:pt x="8" y="4"/>
                  </a:lnTo>
                  <a:lnTo>
                    <a:pt x="4" y="0"/>
                  </a:lnTo>
                  <a:lnTo>
                    <a:pt x="4" y="4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22"/>
                  </a:lnTo>
                  <a:lnTo>
                    <a:pt x="4" y="30"/>
                  </a:lnTo>
                  <a:lnTo>
                    <a:pt x="6" y="40"/>
                  </a:lnTo>
                  <a:lnTo>
                    <a:pt x="8" y="52"/>
                  </a:lnTo>
                  <a:lnTo>
                    <a:pt x="14" y="52"/>
                  </a:lnTo>
                  <a:lnTo>
                    <a:pt x="18" y="62"/>
                  </a:lnTo>
                  <a:lnTo>
                    <a:pt x="26" y="70"/>
                  </a:lnTo>
                  <a:lnTo>
                    <a:pt x="36" y="74"/>
                  </a:lnTo>
                  <a:lnTo>
                    <a:pt x="46" y="78"/>
                  </a:lnTo>
                  <a:lnTo>
                    <a:pt x="40" y="90"/>
                  </a:lnTo>
                  <a:lnTo>
                    <a:pt x="38" y="98"/>
                  </a:lnTo>
                  <a:lnTo>
                    <a:pt x="36" y="106"/>
                  </a:lnTo>
                  <a:lnTo>
                    <a:pt x="38" y="112"/>
                  </a:lnTo>
                  <a:lnTo>
                    <a:pt x="40" y="118"/>
                  </a:lnTo>
                  <a:lnTo>
                    <a:pt x="46" y="124"/>
                  </a:lnTo>
                  <a:lnTo>
                    <a:pt x="50" y="128"/>
                  </a:lnTo>
                  <a:lnTo>
                    <a:pt x="62" y="136"/>
                  </a:lnTo>
                  <a:lnTo>
                    <a:pt x="70" y="142"/>
                  </a:lnTo>
                  <a:lnTo>
                    <a:pt x="74" y="146"/>
                  </a:lnTo>
                  <a:lnTo>
                    <a:pt x="74" y="152"/>
                  </a:lnTo>
                  <a:lnTo>
                    <a:pt x="76" y="162"/>
                  </a:lnTo>
                  <a:lnTo>
                    <a:pt x="80" y="166"/>
                  </a:lnTo>
                  <a:lnTo>
                    <a:pt x="86" y="172"/>
                  </a:lnTo>
                  <a:lnTo>
                    <a:pt x="90" y="176"/>
                  </a:lnTo>
                  <a:lnTo>
                    <a:pt x="92" y="182"/>
                  </a:lnTo>
                  <a:lnTo>
                    <a:pt x="94" y="18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5" name=""/>
            <p:cNvSpPr/>
            <p:nvPr/>
          </p:nvSpPr>
          <p:spPr>
            <a:xfrm>
              <a:off x="5727600" y="3071160"/>
              <a:ext cx="123120" cy="139320"/>
            </a:xfrm>
            <a:custGeom>
              <a:avLst/>
              <a:gdLst/>
              <a:ahLst/>
              <a:rect l="l" t="t" r="r" b="b"/>
              <a:pathLst>
                <a:path w="62" h="78">
                  <a:moveTo>
                    <a:pt x="0" y="76"/>
                  </a:moveTo>
                  <a:lnTo>
                    <a:pt x="16" y="78"/>
                  </a:lnTo>
                  <a:lnTo>
                    <a:pt x="20" y="74"/>
                  </a:lnTo>
                  <a:lnTo>
                    <a:pt x="24" y="68"/>
                  </a:lnTo>
                  <a:lnTo>
                    <a:pt x="30" y="64"/>
                  </a:lnTo>
                  <a:lnTo>
                    <a:pt x="34" y="64"/>
                  </a:lnTo>
                  <a:lnTo>
                    <a:pt x="38" y="58"/>
                  </a:lnTo>
                  <a:lnTo>
                    <a:pt x="44" y="58"/>
                  </a:lnTo>
                  <a:lnTo>
                    <a:pt x="32" y="32"/>
                  </a:lnTo>
                  <a:lnTo>
                    <a:pt x="62" y="22"/>
                  </a:lnTo>
                  <a:lnTo>
                    <a:pt x="54" y="0"/>
                  </a:lnTo>
                  <a:lnTo>
                    <a:pt x="24" y="16"/>
                  </a:lnTo>
                  <a:lnTo>
                    <a:pt x="22" y="16"/>
                  </a:lnTo>
                  <a:lnTo>
                    <a:pt x="18" y="16"/>
                  </a:lnTo>
                  <a:lnTo>
                    <a:pt x="14" y="12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32"/>
                  </a:lnTo>
                  <a:lnTo>
                    <a:pt x="6" y="32"/>
                  </a:lnTo>
                  <a:lnTo>
                    <a:pt x="0" y="68"/>
                  </a:lnTo>
                  <a:lnTo>
                    <a:pt x="0" y="72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6" name=""/>
            <p:cNvSpPr/>
            <p:nvPr/>
          </p:nvSpPr>
          <p:spPr>
            <a:xfrm>
              <a:off x="5724000" y="3025440"/>
              <a:ext cx="36000" cy="53640"/>
            </a:xfrm>
            <a:custGeom>
              <a:avLst/>
              <a:gdLst/>
              <a:ahLst/>
              <a:rect l="l" t="t" r="r" b="b"/>
              <a:pathLst>
                <a:path w="18" h="30">
                  <a:moveTo>
                    <a:pt x="0" y="30"/>
                  </a:moveTo>
                  <a:lnTo>
                    <a:pt x="8" y="0"/>
                  </a:lnTo>
                  <a:lnTo>
                    <a:pt x="18" y="4"/>
                  </a:lnTo>
                  <a:lnTo>
                    <a:pt x="16" y="12"/>
                  </a:lnTo>
                  <a:lnTo>
                    <a:pt x="12" y="14"/>
                  </a:lnTo>
                  <a:lnTo>
                    <a:pt x="8" y="14"/>
                  </a:lnTo>
                  <a:lnTo>
                    <a:pt x="10" y="18"/>
                  </a:lnTo>
                  <a:lnTo>
                    <a:pt x="12" y="20"/>
                  </a:lnTo>
                  <a:lnTo>
                    <a:pt x="10" y="26"/>
                  </a:lnTo>
                  <a:lnTo>
                    <a:pt x="6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7" name=""/>
            <p:cNvSpPr/>
            <p:nvPr/>
          </p:nvSpPr>
          <p:spPr>
            <a:xfrm>
              <a:off x="5721120" y="3093480"/>
              <a:ext cx="18360" cy="35640"/>
            </a:xfrm>
            <a:custGeom>
              <a:avLst/>
              <a:gdLst/>
              <a:ahLst/>
              <a:rect l="l" t="t" r="r" b="b"/>
              <a:pathLst>
                <a:path w="10" h="20">
                  <a:moveTo>
                    <a:pt x="8" y="20"/>
                  </a:moveTo>
                  <a:lnTo>
                    <a:pt x="8" y="0"/>
                  </a:lnTo>
                  <a:lnTo>
                    <a:pt x="4" y="0"/>
                  </a:lnTo>
                  <a:lnTo>
                    <a:pt x="0" y="20"/>
                  </a:lnTo>
                  <a:lnTo>
                    <a:pt x="10" y="20"/>
                  </a:lnTo>
                  <a:lnTo>
                    <a:pt x="8" y="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1160" bIns="-11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8" name=""/>
            <p:cNvSpPr/>
            <p:nvPr/>
          </p:nvSpPr>
          <p:spPr>
            <a:xfrm>
              <a:off x="5770800" y="1939320"/>
              <a:ext cx="52560" cy="28800"/>
            </a:xfrm>
            <a:custGeom>
              <a:avLst/>
              <a:gdLst/>
              <a:ahLst/>
              <a:rect l="l" t="t" r="r" b="b"/>
              <a:pathLst>
                <a:path w="26" h="16">
                  <a:moveTo>
                    <a:pt x="26" y="10"/>
                  </a:moveTo>
                  <a:lnTo>
                    <a:pt x="20" y="14"/>
                  </a:lnTo>
                  <a:lnTo>
                    <a:pt x="14" y="16"/>
                  </a:lnTo>
                  <a:lnTo>
                    <a:pt x="8" y="16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2"/>
                  </a:lnTo>
                  <a:lnTo>
                    <a:pt x="8" y="0"/>
                  </a:lnTo>
                  <a:lnTo>
                    <a:pt x="12" y="2"/>
                  </a:lnTo>
                  <a:lnTo>
                    <a:pt x="16" y="2"/>
                  </a:lnTo>
                  <a:lnTo>
                    <a:pt x="20" y="4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9" name=""/>
            <p:cNvSpPr/>
            <p:nvPr/>
          </p:nvSpPr>
          <p:spPr>
            <a:xfrm>
              <a:off x="5811480" y="1746000"/>
              <a:ext cx="289080" cy="168840"/>
            </a:xfrm>
            <a:custGeom>
              <a:avLst/>
              <a:gdLst/>
              <a:ahLst/>
              <a:rect l="l" t="t" r="r" b="b"/>
              <a:pathLst>
                <a:path w="146" h="94">
                  <a:moveTo>
                    <a:pt x="38" y="94"/>
                  </a:moveTo>
                  <a:lnTo>
                    <a:pt x="34" y="92"/>
                  </a:lnTo>
                  <a:lnTo>
                    <a:pt x="30" y="86"/>
                  </a:lnTo>
                  <a:lnTo>
                    <a:pt x="24" y="76"/>
                  </a:lnTo>
                  <a:lnTo>
                    <a:pt x="16" y="76"/>
                  </a:lnTo>
                  <a:lnTo>
                    <a:pt x="8" y="76"/>
                  </a:lnTo>
                  <a:lnTo>
                    <a:pt x="4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8"/>
                  </a:lnTo>
                  <a:lnTo>
                    <a:pt x="6" y="66"/>
                  </a:lnTo>
                  <a:lnTo>
                    <a:pt x="10" y="60"/>
                  </a:lnTo>
                  <a:lnTo>
                    <a:pt x="12" y="54"/>
                  </a:lnTo>
                  <a:lnTo>
                    <a:pt x="16" y="54"/>
                  </a:lnTo>
                  <a:lnTo>
                    <a:pt x="22" y="52"/>
                  </a:lnTo>
                  <a:lnTo>
                    <a:pt x="24" y="42"/>
                  </a:lnTo>
                  <a:lnTo>
                    <a:pt x="26" y="34"/>
                  </a:lnTo>
                  <a:lnTo>
                    <a:pt x="30" y="28"/>
                  </a:lnTo>
                  <a:lnTo>
                    <a:pt x="36" y="22"/>
                  </a:lnTo>
                  <a:lnTo>
                    <a:pt x="52" y="16"/>
                  </a:lnTo>
                  <a:lnTo>
                    <a:pt x="68" y="10"/>
                  </a:lnTo>
                  <a:lnTo>
                    <a:pt x="100" y="10"/>
                  </a:lnTo>
                  <a:lnTo>
                    <a:pt x="114" y="2"/>
                  </a:lnTo>
                  <a:lnTo>
                    <a:pt x="122" y="0"/>
                  </a:lnTo>
                  <a:lnTo>
                    <a:pt x="132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6"/>
                  </a:lnTo>
                  <a:lnTo>
                    <a:pt x="144" y="10"/>
                  </a:lnTo>
                  <a:lnTo>
                    <a:pt x="138" y="12"/>
                  </a:lnTo>
                  <a:lnTo>
                    <a:pt x="124" y="16"/>
                  </a:lnTo>
                  <a:lnTo>
                    <a:pt x="86" y="26"/>
                  </a:lnTo>
                  <a:lnTo>
                    <a:pt x="70" y="32"/>
                  </a:lnTo>
                  <a:lnTo>
                    <a:pt x="56" y="40"/>
                  </a:lnTo>
                  <a:lnTo>
                    <a:pt x="52" y="44"/>
                  </a:lnTo>
                  <a:lnTo>
                    <a:pt x="46" y="50"/>
                  </a:lnTo>
                  <a:lnTo>
                    <a:pt x="42" y="56"/>
                  </a:lnTo>
                  <a:lnTo>
                    <a:pt x="40" y="62"/>
                  </a:lnTo>
                  <a:lnTo>
                    <a:pt x="42" y="70"/>
                  </a:lnTo>
                  <a:lnTo>
                    <a:pt x="46" y="74"/>
                  </a:lnTo>
                  <a:lnTo>
                    <a:pt x="50" y="78"/>
                  </a:lnTo>
                  <a:lnTo>
                    <a:pt x="56" y="80"/>
                  </a:lnTo>
                  <a:lnTo>
                    <a:pt x="68" y="86"/>
                  </a:lnTo>
                  <a:lnTo>
                    <a:pt x="74" y="88"/>
                  </a:lnTo>
                  <a:lnTo>
                    <a:pt x="78" y="92"/>
                  </a:lnTo>
                  <a:lnTo>
                    <a:pt x="68" y="92"/>
                  </a:lnTo>
                  <a:lnTo>
                    <a:pt x="58" y="92"/>
                  </a:lnTo>
                  <a:lnTo>
                    <a:pt x="38" y="9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0" name=""/>
            <p:cNvSpPr/>
            <p:nvPr/>
          </p:nvSpPr>
          <p:spPr>
            <a:xfrm>
              <a:off x="6466320" y="1653840"/>
              <a:ext cx="210240" cy="53280"/>
            </a:xfrm>
            <a:custGeom>
              <a:avLst/>
              <a:gdLst/>
              <a:ahLst/>
              <a:rect l="l" t="t" r="r" b="b"/>
              <a:pathLst>
                <a:path w="106" h="30">
                  <a:moveTo>
                    <a:pt x="106" y="26"/>
                  </a:moveTo>
                  <a:lnTo>
                    <a:pt x="98" y="28"/>
                  </a:lnTo>
                  <a:lnTo>
                    <a:pt x="92" y="28"/>
                  </a:lnTo>
                  <a:lnTo>
                    <a:pt x="82" y="26"/>
                  </a:lnTo>
                  <a:lnTo>
                    <a:pt x="80" y="28"/>
                  </a:lnTo>
                  <a:lnTo>
                    <a:pt x="78" y="30"/>
                  </a:lnTo>
                  <a:lnTo>
                    <a:pt x="64" y="28"/>
                  </a:lnTo>
                  <a:lnTo>
                    <a:pt x="50" y="24"/>
                  </a:lnTo>
                  <a:lnTo>
                    <a:pt x="44" y="22"/>
                  </a:lnTo>
                  <a:lnTo>
                    <a:pt x="38" y="18"/>
                  </a:lnTo>
                  <a:lnTo>
                    <a:pt x="36" y="14"/>
                  </a:lnTo>
                  <a:lnTo>
                    <a:pt x="36" y="10"/>
                  </a:lnTo>
                  <a:lnTo>
                    <a:pt x="20" y="10"/>
                  </a:lnTo>
                  <a:lnTo>
                    <a:pt x="10" y="10"/>
                  </a:lnTo>
                  <a:lnTo>
                    <a:pt x="4" y="8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4" y="0"/>
                  </a:lnTo>
                  <a:lnTo>
                    <a:pt x="44" y="2"/>
                  </a:lnTo>
                  <a:lnTo>
                    <a:pt x="52" y="4"/>
                  </a:lnTo>
                  <a:lnTo>
                    <a:pt x="54" y="8"/>
                  </a:lnTo>
                  <a:lnTo>
                    <a:pt x="54" y="10"/>
                  </a:lnTo>
                  <a:lnTo>
                    <a:pt x="48" y="10"/>
                  </a:lnTo>
                  <a:lnTo>
                    <a:pt x="60" y="12"/>
                  </a:lnTo>
                  <a:lnTo>
                    <a:pt x="66" y="14"/>
                  </a:lnTo>
                  <a:lnTo>
                    <a:pt x="70" y="14"/>
                  </a:lnTo>
                  <a:lnTo>
                    <a:pt x="74" y="14"/>
                  </a:lnTo>
                  <a:lnTo>
                    <a:pt x="78" y="12"/>
                  </a:lnTo>
                  <a:lnTo>
                    <a:pt x="86" y="14"/>
                  </a:lnTo>
                  <a:lnTo>
                    <a:pt x="92" y="16"/>
                  </a:lnTo>
                  <a:lnTo>
                    <a:pt x="102" y="26"/>
                  </a:lnTo>
                  <a:lnTo>
                    <a:pt x="106" y="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1" name=""/>
            <p:cNvSpPr/>
            <p:nvPr/>
          </p:nvSpPr>
          <p:spPr>
            <a:xfrm>
              <a:off x="6697440" y="1689480"/>
              <a:ext cx="100800" cy="38880"/>
            </a:xfrm>
            <a:custGeom>
              <a:avLst/>
              <a:gdLst/>
              <a:ahLst/>
              <a:rect l="l" t="t" r="r" b="b"/>
              <a:pathLst>
                <a:path w="52" h="22">
                  <a:moveTo>
                    <a:pt x="6" y="22"/>
                  </a:moveTo>
                  <a:lnTo>
                    <a:pt x="4" y="22"/>
                  </a:lnTo>
                  <a:lnTo>
                    <a:pt x="2" y="20"/>
                  </a:lnTo>
                  <a:lnTo>
                    <a:pt x="0" y="18"/>
                  </a:lnTo>
                  <a:lnTo>
                    <a:pt x="0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4" y="0"/>
                  </a:lnTo>
                  <a:lnTo>
                    <a:pt x="20" y="4"/>
                  </a:lnTo>
                  <a:lnTo>
                    <a:pt x="32" y="6"/>
                  </a:lnTo>
                  <a:lnTo>
                    <a:pt x="52" y="10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0" y="18"/>
                  </a:lnTo>
                  <a:lnTo>
                    <a:pt x="28" y="18"/>
                  </a:lnTo>
                  <a:lnTo>
                    <a:pt x="20" y="20"/>
                  </a:lnTo>
                  <a:lnTo>
                    <a:pt x="14" y="22"/>
                  </a:lnTo>
                  <a:lnTo>
                    <a:pt x="6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920" bIns="-7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2" name=""/>
            <p:cNvSpPr/>
            <p:nvPr/>
          </p:nvSpPr>
          <p:spPr>
            <a:xfrm>
              <a:off x="7572960" y="1764360"/>
              <a:ext cx="182880" cy="32040"/>
            </a:xfrm>
            <a:custGeom>
              <a:avLst/>
              <a:gdLst/>
              <a:ahLst/>
              <a:rect l="l" t="t" r="r" b="b"/>
              <a:pathLst>
                <a:path w="92" h="18">
                  <a:moveTo>
                    <a:pt x="72" y="12"/>
                  </a:moveTo>
                  <a:lnTo>
                    <a:pt x="72" y="18"/>
                  </a:lnTo>
                  <a:lnTo>
                    <a:pt x="38" y="18"/>
                  </a:lnTo>
                  <a:lnTo>
                    <a:pt x="28" y="18"/>
                  </a:lnTo>
                  <a:lnTo>
                    <a:pt x="14" y="18"/>
                  </a:lnTo>
                  <a:lnTo>
                    <a:pt x="10" y="16"/>
                  </a:lnTo>
                  <a:lnTo>
                    <a:pt x="4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0" y="4"/>
                  </a:lnTo>
                  <a:lnTo>
                    <a:pt x="4" y="2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0" y="4"/>
                  </a:lnTo>
                  <a:lnTo>
                    <a:pt x="26" y="6"/>
                  </a:lnTo>
                  <a:lnTo>
                    <a:pt x="32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54" y="2"/>
                  </a:lnTo>
                  <a:lnTo>
                    <a:pt x="68" y="4"/>
                  </a:lnTo>
                  <a:lnTo>
                    <a:pt x="84" y="6"/>
                  </a:lnTo>
                  <a:lnTo>
                    <a:pt x="90" y="8"/>
                  </a:lnTo>
                  <a:lnTo>
                    <a:pt x="92" y="12"/>
                  </a:lnTo>
                  <a:lnTo>
                    <a:pt x="82" y="16"/>
                  </a:lnTo>
                  <a:lnTo>
                    <a:pt x="76" y="16"/>
                  </a:lnTo>
                  <a:lnTo>
                    <a:pt x="72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3" name=""/>
            <p:cNvSpPr/>
            <p:nvPr/>
          </p:nvSpPr>
          <p:spPr>
            <a:xfrm>
              <a:off x="7781400" y="1775520"/>
              <a:ext cx="104040" cy="27360"/>
            </a:xfrm>
            <a:custGeom>
              <a:avLst/>
              <a:gdLst/>
              <a:ahLst/>
              <a:rect l="l" t="t" r="r" b="b"/>
              <a:pathLst>
                <a:path w="52" h="16">
                  <a:moveTo>
                    <a:pt x="42" y="16"/>
                  </a:moveTo>
                  <a:lnTo>
                    <a:pt x="32" y="16"/>
                  </a:lnTo>
                  <a:lnTo>
                    <a:pt x="18" y="12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8" y="0"/>
                  </a:lnTo>
                  <a:lnTo>
                    <a:pt x="18" y="4"/>
                  </a:lnTo>
                  <a:lnTo>
                    <a:pt x="30" y="4"/>
                  </a:lnTo>
                  <a:lnTo>
                    <a:pt x="42" y="6"/>
                  </a:lnTo>
                  <a:lnTo>
                    <a:pt x="46" y="6"/>
                  </a:lnTo>
                  <a:lnTo>
                    <a:pt x="52" y="8"/>
                  </a:lnTo>
                  <a:lnTo>
                    <a:pt x="48" y="14"/>
                  </a:lnTo>
                  <a:lnTo>
                    <a:pt x="42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440" bIns="-194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4" name=""/>
            <p:cNvSpPr/>
            <p:nvPr/>
          </p:nvSpPr>
          <p:spPr>
            <a:xfrm>
              <a:off x="8698320" y="1882800"/>
              <a:ext cx="74880" cy="24120"/>
            </a:xfrm>
            <a:custGeom>
              <a:avLst/>
              <a:gdLst/>
              <a:ahLst/>
              <a:rect l="l" t="t" r="r" b="b"/>
              <a:pathLst>
                <a:path w="38" h="14">
                  <a:moveTo>
                    <a:pt x="18" y="10"/>
                  </a:moveTo>
                  <a:lnTo>
                    <a:pt x="14" y="12"/>
                  </a:lnTo>
                  <a:lnTo>
                    <a:pt x="10" y="14"/>
                  </a:lnTo>
                  <a:lnTo>
                    <a:pt x="6" y="14"/>
                  </a:lnTo>
                  <a:lnTo>
                    <a:pt x="2" y="12"/>
                  </a:lnTo>
                  <a:lnTo>
                    <a:pt x="0" y="8"/>
                  </a:lnTo>
                  <a:lnTo>
                    <a:pt x="2" y="6"/>
                  </a:lnTo>
                  <a:lnTo>
                    <a:pt x="8" y="2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8" y="4"/>
                  </a:lnTo>
                  <a:lnTo>
                    <a:pt x="38" y="10"/>
                  </a:lnTo>
                  <a:lnTo>
                    <a:pt x="28" y="12"/>
                  </a:lnTo>
                  <a:lnTo>
                    <a:pt x="18" y="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5" name=""/>
            <p:cNvSpPr/>
            <p:nvPr/>
          </p:nvSpPr>
          <p:spPr>
            <a:xfrm>
              <a:off x="8489880" y="2397240"/>
              <a:ext cx="237600" cy="259200"/>
            </a:xfrm>
            <a:custGeom>
              <a:avLst/>
              <a:gdLst/>
              <a:ahLst/>
              <a:rect l="l" t="t" r="r" b="b"/>
              <a:pathLst>
                <a:path w="120" h="146">
                  <a:moveTo>
                    <a:pt x="0" y="0"/>
                  </a:moveTo>
                  <a:lnTo>
                    <a:pt x="98" y="90"/>
                  </a:lnTo>
                  <a:lnTo>
                    <a:pt x="94" y="90"/>
                  </a:lnTo>
                  <a:lnTo>
                    <a:pt x="92" y="90"/>
                  </a:lnTo>
                  <a:lnTo>
                    <a:pt x="88" y="88"/>
                  </a:lnTo>
                  <a:lnTo>
                    <a:pt x="82" y="86"/>
                  </a:lnTo>
                  <a:lnTo>
                    <a:pt x="78" y="88"/>
                  </a:lnTo>
                  <a:lnTo>
                    <a:pt x="76" y="90"/>
                  </a:lnTo>
                  <a:lnTo>
                    <a:pt x="78" y="98"/>
                  </a:lnTo>
                  <a:lnTo>
                    <a:pt x="82" y="106"/>
                  </a:lnTo>
                  <a:lnTo>
                    <a:pt x="88" y="114"/>
                  </a:lnTo>
                  <a:lnTo>
                    <a:pt x="92" y="118"/>
                  </a:lnTo>
                  <a:lnTo>
                    <a:pt x="108" y="130"/>
                  </a:lnTo>
                  <a:lnTo>
                    <a:pt x="120" y="138"/>
                  </a:lnTo>
                  <a:lnTo>
                    <a:pt x="112" y="138"/>
                  </a:lnTo>
                  <a:lnTo>
                    <a:pt x="108" y="136"/>
                  </a:lnTo>
                  <a:lnTo>
                    <a:pt x="102" y="134"/>
                  </a:lnTo>
                  <a:lnTo>
                    <a:pt x="102" y="146"/>
                  </a:lnTo>
                  <a:lnTo>
                    <a:pt x="94" y="140"/>
                  </a:lnTo>
                  <a:lnTo>
                    <a:pt x="88" y="130"/>
                  </a:lnTo>
                  <a:lnTo>
                    <a:pt x="76" y="114"/>
                  </a:lnTo>
                  <a:lnTo>
                    <a:pt x="66" y="94"/>
                  </a:lnTo>
                  <a:lnTo>
                    <a:pt x="54" y="76"/>
                  </a:lnTo>
                  <a:lnTo>
                    <a:pt x="44" y="62"/>
                  </a:lnTo>
                  <a:lnTo>
                    <a:pt x="34" y="50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10" y="32"/>
                  </a:lnTo>
                  <a:lnTo>
                    <a:pt x="6" y="28"/>
                  </a:lnTo>
                  <a:lnTo>
                    <a:pt x="4" y="22"/>
                  </a:lnTo>
                  <a:lnTo>
                    <a:pt x="2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6" name=""/>
            <p:cNvSpPr/>
            <p:nvPr/>
          </p:nvSpPr>
          <p:spPr>
            <a:xfrm>
              <a:off x="6201720" y="2767320"/>
              <a:ext cx="456120" cy="232200"/>
            </a:xfrm>
            <a:custGeom>
              <a:avLst/>
              <a:gdLst/>
              <a:ahLst/>
              <a:rect l="l" t="t" r="r" b="b"/>
              <a:pathLst>
                <a:path w="230" h="130">
                  <a:moveTo>
                    <a:pt x="6" y="6"/>
                  </a:moveTo>
                  <a:lnTo>
                    <a:pt x="18" y="6"/>
                  </a:lnTo>
                  <a:lnTo>
                    <a:pt x="28" y="10"/>
                  </a:lnTo>
                  <a:lnTo>
                    <a:pt x="42" y="22"/>
                  </a:lnTo>
                  <a:lnTo>
                    <a:pt x="50" y="22"/>
                  </a:lnTo>
                  <a:lnTo>
                    <a:pt x="66" y="24"/>
                  </a:lnTo>
                  <a:lnTo>
                    <a:pt x="66" y="14"/>
                  </a:lnTo>
                  <a:lnTo>
                    <a:pt x="78" y="4"/>
                  </a:lnTo>
                  <a:lnTo>
                    <a:pt x="88" y="0"/>
                  </a:lnTo>
                  <a:lnTo>
                    <a:pt x="104" y="6"/>
                  </a:lnTo>
                  <a:lnTo>
                    <a:pt x="110" y="12"/>
                  </a:lnTo>
                  <a:lnTo>
                    <a:pt x="112" y="18"/>
                  </a:lnTo>
                  <a:lnTo>
                    <a:pt x="114" y="22"/>
                  </a:lnTo>
                  <a:lnTo>
                    <a:pt x="114" y="26"/>
                  </a:lnTo>
                  <a:lnTo>
                    <a:pt x="120" y="28"/>
                  </a:lnTo>
                  <a:lnTo>
                    <a:pt x="130" y="28"/>
                  </a:lnTo>
                  <a:lnTo>
                    <a:pt x="140" y="28"/>
                  </a:lnTo>
                  <a:lnTo>
                    <a:pt x="146" y="38"/>
                  </a:lnTo>
                  <a:lnTo>
                    <a:pt x="158" y="52"/>
                  </a:lnTo>
                  <a:lnTo>
                    <a:pt x="170" y="60"/>
                  </a:lnTo>
                  <a:lnTo>
                    <a:pt x="180" y="68"/>
                  </a:lnTo>
                  <a:lnTo>
                    <a:pt x="192" y="70"/>
                  </a:lnTo>
                  <a:lnTo>
                    <a:pt x="204" y="80"/>
                  </a:lnTo>
                  <a:lnTo>
                    <a:pt x="216" y="84"/>
                  </a:lnTo>
                  <a:lnTo>
                    <a:pt x="222" y="86"/>
                  </a:lnTo>
                  <a:lnTo>
                    <a:pt x="226" y="86"/>
                  </a:lnTo>
                  <a:lnTo>
                    <a:pt x="228" y="88"/>
                  </a:lnTo>
                  <a:lnTo>
                    <a:pt x="230" y="96"/>
                  </a:lnTo>
                  <a:lnTo>
                    <a:pt x="230" y="100"/>
                  </a:lnTo>
                  <a:lnTo>
                    <a:pt x="220" y="100"/>
                  </a:lnTo>
                  <a:lnTo>
                    <a:pt x="212" y="96"/>
                  </a:lnTo>
                  <a:lnTo>
                    <a:pt x="206" y="92"/>
                  </a:lnTo>
                  <a:lnTo>
                    <a:pt x="196" y="108"/>
                  </a:lnTo>
                  <a:lnTo>
                    <a:pt x="186" y="122"/>
                  </a:lnTo>
                  <a:lnTo>
                    <a:pt x="178" y="128"/>
                  </a:lnTo>
                  <a:lnTo>
                    <a:pt x="170" y="130"/>
                  </a:lnTo>
                  <a:lnTo>
                    <a:pt x="160" y="128"/>
                  </a:lnTo>
                  <a:lnTo>
                    <a:pt x="150" y="128"/>
                  </a:lnTo>
                  <a:lnTo>
                    <a:pt x="150" y="120"/>
                  </a:lnTo>
                  <a:lnTo>
                    <a:pt x="148" y="112"/>
                  </a:lnTo>
                  <a:lnTo>
                    <a:pt x="140" y="108"/>
                  </a:lnTo>
                  <a:lnTo>
                    <a:pt x="132" y="106"/>
                  </a:lnTo>
                  <a:lnTo>
                    <a:pt x="122" y="100"/>
                  </a:lnTo>
                  <a:lnTo>
                    <a:pt x="108" y="92"/>
                  </a:lnTo>
                  <a:lnTo>
                    <a:pt x="92" y="80"/>
                  </a:lnTo>
                  <a:lnTo>
                    <a:pt x="78" y="74"/>
                  </a:lnTo>
                  <a:lnTo>
                    <a:pt x="66" y="76"/>
                  </a:lnTo>
                  <a:lnTo>
                    <a:pt x="54" y="76"/>
                  </a:lnTo>
                  <a:lnTo>
                    <a:pt x="46" y="82"/>
                  </a:lnTo>
                  <a:lnTo>
                    <a:pt x="30" y="92"/>
                  </a:lnTo>
                  <a:lnTo>
                    <a:pt x="28" y="80"/>
                  </a:lnTo>
                  <a:lnTo>
                    <a:pt x="24" y="68"/>
                  </a:lnTo>
                  <a:lnTo>
                    <a:pt x="18" y="62"/>
                  </a:lnTo>
                  <a:lnTo>
                    <a:pt x="8" y="52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8" y="30"/>
                  </a:lnTo>
                  <a:lnTo>
                    <a:pt x="12" y="36"/>
                  </a:lnTo>
                  <a:lnTo>
                    <a:pt x="22" y="36"/>
                  </a:lnTo>
                  <a:lnTo>
                    <a:pt x="24" y="32"/>
                  </a:lnTo>
                  <a:lnTo>
                    <a:pt x="22" y="22"/>
                  </a:lnTo>
                  <a:lnTo>
                    <a:pt x="18" y="16"/>
                  </a:lnTo>
                  <a:lnTo>
                    <a:pt x="10" y="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7" name=""/>
            <p:cNvSpPr/>
            <p:nvPr/>
          </p:nvSpPr>
          <p:spPr>
            <a:xfrm>
              <a:off x="6733440" y="2749320"/>
              <a:ext cx="248040" cy="129600"/>
            </a:xfrm>
            <a:custGeom>
              <a:avLst/>
              <a:gdLst/>
              <a:ahLst/>
              <a:rect l="l" t="t" r="r" b="b"/>
              <a:pathLst>
                <a:path w="126" h="72">
                  <a:moveTo>
                    <a:pt x="12" y="60"/>
                  </a:moveTo>
                  <a:lnTo>
                    <a:pt x="20" y="58"/>
                  </a:lnTo>
                  <a:lnTo>
                    <a:pt x="28" y="56"/>
                  </a:lnTo>
                  <a:lnTo>
                    <a:pt x="36" y="52"/>
                  </a:lnTo>
                  <a:lnTo>
                    <a:pt x="42" y="44"/>
                  </a:lnTo>
                  <a:lnTo>
                    <a:pt x="32" y="40"/>
                  </a:lnTo>
                  <a:lnTo>
                    <a:pt x="20" y="32"/>
                  </a:lnTo>
                  <a:lnTo>
                    <a:pt x="16" y="36"/>
                  </a:lnTo>
                  <a:lnTo>
                    <a:pt x="6" y="34"/>
                  </a:lnTo>
                  <a:lnTo>
                    <a:pt x="0" y="32"/>
                  </a:lnTo>
                  <a:lnTo>
                    <a:pt x="2" y="28"/>
                  </a:lnTo>
                  <a:lnTo>
                    <a:pt x="6" y="20"/>
                  </a:lnTo>
                  <a:lnTo>
                    <a:pt x="6" y="8"/>
                  </a:lnTo>
                  <a:lnTo>
                    <a:pt x="18" y="6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8" y="12"/>
                  </a:lnTo>
                  <a:lnTo>
                    <a:pt x="38" y="4"/>
                  </a:lnTo>
                  <a:lnTo>
                    <a:pt x="48" y="0"/>
                  </a:lnTo>
                  <a:lnTo>
                    <a:pt x="56" y="2"/>
                  </a:lnTo>
                  <a:lnTo>
                    <a:pt x="62" y="4"/>
                  </a:lnTo>
                  <a:lnTo>
                    <a:pt x="68" y="6"/>
                  </a:lnTo>
                  <a:lnTo>
                    <a:pt x="86" y="6"/>
                  </a:lnTo>
                  <a:lnTo>
                    <a:pt x="100" y="6"/>
                  </a:lnTo>
                  <a:lnTo>
                    <a:pt x="112" y="6"/>
                  </a:lnTo>
                  <a:lnTo>
                    <a:pt x="126" y="12"/>
                  </a:lnTo>
                  <a:lnTo>
                    <a:pt x="122" y="18"/>
                  </a:lnTo>
                  <a:lnTo>
                    <a:pt x="118" y="24"/>
                  </a:lnTo>
                  <a:lnTo>
                    <a:pt x="114" y="30"/>
                  </a:lnTo>
                  <a:lnTo>
                    <a:pt x="106" y="36"/>
                  </a:lnTo>
                  <a:lnTo>
                    <a:pt x="100" y="42"/>
                  </a:lnTo>
                  <a:lnTo>
                    <a:pt x="88" y="50"/>
                  </a:lnTo>
                  <a:lnTo>
                    <a:pt x="76" y="52"/>
                  </a:lnTo>
                  <a:lnTo>
                    <a:pt x="68" y="52"/>
                  </a:lnTo>
                  <a:lnTo>
                    <a:pt x="60" y="56"/>
                  </a:lnTo>
                  <a:lnTo>
                    <a:pt x="56" y="58"/>
                  </a:lnTo>
                  <a:lnTo>
                    <a:pt x="50" y="64"/>
                  </a:lnTo>
                  <a:lnTo>
                    <a:pt x="50" y="68"/>
                  </a:lnTo>
                  <a:lnTo>
                    <a:pt x="44" y="72"/>
                  </a:lnTo>
                  <a:lnTo>
                    <a:pt x="38" y="72"/>
                  </a:lnTo>
                  <a:lnTo>
                    <a:pt x="30" y="72"/>
                  </a:lnTo>
                  <a:lnTo>
                    <a:pt x="24" y="70"/>
                  </a:lnTo>
                  <a:lnTo>
                    <a:pt x="18" y="70"/>
                  </a:lnTo>
                  <a:lnTo>
                    <a:pt x="10" y="70"/>
                  </a:lnTo>
                  <a:lnTo>
                    <a:pt x="12" y="6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8" name=""/>
            <p:cNvSpPr/>
            <p:nvPr/>
          </p:nvSpPr>
          <p:spPr>
            <a:xfrm>
              <a:off x="6282000" y="2671560"/>
              <a:ext cx="533520" cy="273960"/>
            </a:xfrm>
            <a:custGeom>
              <a:avLst/>
              <a:gdLst/>
              <a:ahLst/>
              <a:rect l="l" t="t" r="r" b="b"/>
              <a:pathLst>
                <a:path w="270" h="154">
                  <a:moveTo>
                    <a:pt x="10" y="76"/>
                  </a:moveTo>
                  <a:lnTo>
                    <a:pt x="0" y="10"/>
                  </a:lnTo>
                  <a:lnTo>
                    <a:pt x="34" y="0"/>
                  </a:lnTo>
                  <a:lnTo>
                    <a:pt x="74" y="18"/>
                  </a:lnTo>
                  <a:lnTo>
                    <a:pt x="92" y="40"/>
                  </a:lnTo>
                  <a:lnTo>
                    <a:pt x="110" y="38"/>
                  </a:lnTo>
                  <a:lnTo>
                    <a:pt x="124" y="36"/>
                  </a:lnTo>
                  <a:lnTo>
                    <a:pt x="136" y="36"/>
                  </a:lnTo>
                  <a:lnTo>
                    <a:pt x="146" y="44"/>
                  </a:lnTo>
                  <a:lnTo>
                    <a:pt x="152" y="50"/>
                  </a:lnTo>
                  <a:lnTo>
                    <a:pt x="158" y="56"/>
                  </a:lnTo>
                  <a:lnTo>
                    <a:pt x="160" y="62"/>
                  </a:lnTo>
                  <a:lnTo>
                    <a:pt x="162" y="66"/>
                  </a:lnTo>
                  <a:lnTo>
                    <a:pt x="170" y="68"/>
                  </a:lnTo>
                  <a:lnTo>
                    <a:pt x="174" y="82"/>
                  </a:lnTo>
                  <a:lnTo>
                    <a:pt x="194" y="82"/>
                  </a:lnTo>
                  <a:lnTo>
                    <a:pt x="196" y="90"/>
                  </a:lnTo>
                  <a:lnTo>
                    <a:pt x="202" y="92"/>
                  </a:lnTo>
                  <a:lnTo>
                    <a:pt x="208" y="82"/>
                  </a:lnTo>
                  <a:lnTo>
                    <a:pt x="214" y="74"/>
                  </a:lnTo>
                  <a:lnTo>
                    <a:pt x="218" y="72"/>
                  </a:lnTo>
                  <a:lnTo>
                    <a:pt x="228" y="64"/>
                  </a:lnTo>
                  <a:lnTo>
                    <a:pt x="234" y="64"/>
                  </a:lnTo>
                  <a:lnTo>
                    <a:pt x="230" y="72"/>
                  </a:lnTo>
                  <a:lnTo>
                    <a:pt x="228" y="76"/>
                  </a:lnTo>
                  <a:lnTo>
                    <a:pt x="232" y="78"/>
                  </a:lnTo>
                  <a:lnTo>
                    <a:pt x="234" y="78"/>
                  </a:lnTo>
                  <a:lnTo>
                    <a:pt x="244" y="80"/>
                  </a:lnTo>
                  <a:lnTo>
                    <a:pt x="248" y="76"/>
                  </a:lnTo>
                  <a:lnTo>
                    <a:pt x="260" y="84"/>
                  </a:lnTo>
                  <a:lnTo>
                    <a:pt x="270" y="88"/>
                  </a:lnTo>
                  <a:lnTo>
                    <a:pt x="264" y="96"/>
                  </a:lnTo>
                  <a:lnTo>
                    <a:pt x="254" y="100"/>
                  </a:lnTo>
                  <a:lnTo>
                    <a:pt x="240" y="104"/>
                  </a:lnTo>
                  <a:lnTo>
                    <a:pt x="234" y="102"/>
                  </a:lnTo>
                  <a:lnTo>
                    <a:pt x="226" y="102"/>
                  </a:lnTo>
                  <a:lnTo>
                    <a:pt x="238" y="96"/>
                  </a:lnTo>
                  <a:lnTo>
                    <a:pt x="238" y="92"/>
                  </a:lnTo>
                  <a:lnTo>
                    <a:pt x="230" y="86"/>
                  </a:lnTo>
                  <a:lnTo>
                    <a:pt x="226" y="92"/>
                  </a:lnTo>
                  <a:lnTo>
                    <a:pt x="216" y="90"/>
                  </a:lnTo>
                  <a:lnTo>
                    <a:pt x="216" y="100"/>
                  </a:lnTo>
                  <a:lnTo>
                    <a:pt x="210" y="102"/>
                  </a:lnTo>
                  <a:lnTo>
                    <a:pt x="208" y="112"/>
                  </a:lnTo>
                  <a:lnTo>
                    <a:pt x="194" y="112"/>
                  </a:lnTo>
                  <a:lnTo>
                    <a:pt x="194" y="118"/>
                  </a:lnTo>
                  <a:lnTo>
                    <a:pt x="196" y="120"/>
                  </a:lnTo>
                  <a:lnTo>
                    <a:pt x="200" y="124"/>
                  </a:lnTo>
                  <a:lnTo>
                    <a:pt x="206" y="128"/>
                  </a:lnTo>
                  <a:lnTo>
                    <a:pt x="210" y="132"/>
                  </a:lnTo>
                  <a:lnTo>
                    <a:pt x="210" y="142"/>
                  </a:lnTo>
                  <a:lnTo>
                    <a:pt x="206" y="152"/>
                  </a:lnTo>
                  <a:lnTo>
                    <a:pt x="200" y="154"/>
                  </a:lnTo>
                  <a:lnTo>
                    <a:pt x="190" y="152"/>
                  </a:lnTo>
                  <a:lnTo>
                    <a:pt x="188" y="142"/>
                  </a:lnTo>
                  <a:lnTo>
                    <a:pt x="182" y="138"/>
                  </a:lnTo>
                  <a:lnTo>
                    <a:pt x="176" y="138"/>
                  </a:lnTo>
                  <a:lnTo>
                    <a:pt x="164" y="134"/>
                  </a:lnTo>
                  <a:lnTo>
                    <a:pt x="152" y="124"/>
                  </a:lnTo>
                  <a:lnTo>
                    <a:pt x="140" y="122"/>
                  </a:lnTo>
                  <a:lnTo>
                    <a:pt x="130" y="114"/>
                  </a:lnTo>
                  <a:lnTo>
                    <a:pt x="118" y="106"/>
                  </a:lnTo>
                  <a:lnTo>
                    <a:pt x="110" y="96"/>
                  </a:lnTo>
                  <a:lnTo>
                    <a:pt x="104" y="88"/>
                  </a:lnTo>
                  <a:lnTo>
                    <a:pt x="100" y="82"/>
                  </a:lnTo>
                  <a:lnTo>
                    <a:pt x="80" y="82"/>
                  </a:lnTo>
                  <a:lnTo>
                    <a:pt x="74" y="80"/>
                  </a:lnTo>
                  <a:lnTo>
                    <a:pt x="72" y="72"/>
                  </a:lnTo>
                  <a:lnTo>
                    <a:pt x="70" y="66"/>
                  </a:lnTo>
                  <a:lnTo>
                    <a:pt x="64" y="60"/>
                  </a:lnTo>
                  <a:lnTo>
                    <a:pt x="48" y="54"/>
                  </a:lnTo>
                  <a:lnTo>
                    <a:pt x="38" y="58"/>
                  </a:lnTo>
                  <a:lnTo>
                    <a:pt x="26" y="68"/>
                  </a:lnTo>
                  <a:lnTo>
                    <a:pt x="26" y="74"/>
                  </a:lnTo>
                  <a:lnTo>
                    <a:pt x="26" y="78"/>
                  </a:lnTo>
                  <a:lnTo>
                    <a:pt x="10" y="7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9" name=""/>
            <p:cNvSpPr/>
            <p:nvPr/>
          </p:nvSpPr>
          <p:spPr>
            <a:xfrm>
              <a:off x="5982480" y="2353320"/>
              <a:ext cx="1125360" cy="482040"/>
            </a:xfrm>
            <a:custGeom>
              <a:avLst/>
              <a:gdLst/>
              <a:ahLst/>
              <a:rect l="l" t="t" r="r" b="b"/>
              <a:pathLst>
                <a:path w="570" h="270">
                  <a:moveTo>
                    <a:pt x="118" y="238"/>
                  </a:moveTo>
                  <a:lnTo>
                    <a:pt x="110" y="240"/>
                  </a:lnTo>
                  <a:lnTo>
                    <a:pt x="108" y="248"/>
                  </a:lnTo>
                  <a:lnTo>
                    <a:pt x="108" y="252"/>
                  </a:lnTo>
                  <a:lnTo>
                    <a:pt x="104" y="248"/>
                  </a:lnTo>
                  <a:lnTo>
                    <a:pt x="102" y="236"/>
                  </a:lnTo>
                  <a:lnTo>
                    <a:pt x="102" y="230"/>
                  </a:lnTo>
                  <a:lnTo>
                    <a:pt x="92" y="224"/>
                  </a:lnTo>
                  <a:lnTo>
                    <a:pt x="84" y="222"/>
                  </a:lnTo>
                  <a:lnTo>
                    <a:pt x="72" y="210"/>
                  </a:lnTo>
                  <a:lnTo>
                    <a:pt x="62" y="200"/>
                  </a:lnTo>
                  <a:lnTo>
                    <a:pt x="58" y="194"/>
                  </a:lnTo>
                  <a:lnTo>
                    <a:pt x="64" y="194"/>
                  </a:lnTo>
                  <a:lnTo>
                    <a:pt x="76" y="196"/>
                  </a:lnTo>
                  <a:lnTo>
                    <a:pt x="70" y="184"/>
                  </a:lnTo>
                  <a:lnTo>
                    <a:pt x="82" y="182"/>
                  </a:lnTo>
                  <a:lnTo>
                    <a:pt x="94" y="182"/>
                  </a:lnTo>
                  <a:lnTo>
                    <a:pt x="92" y="168"/>
                  </a:lnTo>
                  <a:lnTo>
                    <a:pt x="92" y="158"/>
                  </a:lnTo>
                  <a:lnTo>
                    <a:pt x="88" y="152"/>
                  </a:lnTo>
                  <a:lnTo>
                    <a:pt x="80" y="152"/>
                  </a:lnTo>
                  <a:lnTo>
                    <a:pt x="74" y="156"/>
                  </a:lnTo>
                  <a:lnTo>
                    <a:pt x="70" y="154"/>
                  </a:lnTo>
                  <a:lnTo>
                    <a:pt x="64" y="152"/>
                  </a:lnTo>
                  <a:lnTo>
                    <a:pt x="52" y="152"/>
                  </a:lnTo>
                  <a:lnTo>
                    <a:pt x="42" y="162"/>
                  </a:lnTo>
                  <a:lnTo>
                    <a:pt x="36" y="152"/>
                  </a:lnTo>
                  <a:lnTo>
                    <a:pt x="24" y="136"/>
                  </a:lnTo>
                  <a:lnTo>
                    <a:pt x="10" y="136"/>
                  </a:lnTo>
                  <a:lnTo>
                    <a:pt x="10" y="126"/>
                  </a:lnTo>
                  <a:lnTo>
                    <a:pt x="4" y="128"/>
                  </a:lnTo>
                  <a:lnTo>
                    <a:pt x="0" y="128"/>
                  </a:lnTo>
                  <a:lnTo>
                    <a:pt x="0" y="126"/>
                  </a:lnTo>
                  <a:lnTo>
                    <a:pt x="0" y="110"/>
                  </a:lnTo>
                  <a:lnTo>
                    <a:pt x="0" y="96"/>
                  </a:lnTo>
                  <a:lnTo>
                    <a:pt x="10" y="88"/>
                  </a:lnTo>
                  <a:lnTo>
                    <a:pt x="18" y="98"/>
                  </a:lnTo>
                  <a:lnTo>
                    <a:pt x="26" y="94"/>
                  </a:lnTo>
                  <a:lnTo>
                    <a:pt x="24" y="82"/>
                  </a:lnTo>
                  <a:lnTo>
                    <a:pt x="48" y="62"/>
                  </a:lnTo>
                  <a:lnTo>
                    <a:pt x="68" y="66"/>
                  </a:lnTo>
                  <a:lnTo>
                    <a:pt x="86" y="72"/>
                  </a:lnTo>
                  <a:lnTo>
                    <a:pt x="102" y="84"/>
                  </a:lnTo>
                  <a:lnTo>
                    <a:pt x="110" y="82"/>
                  </a:lnTo>
                  <a:lnTo>
                    <a:pt x="122" y="86"/>
                  </a:lnTo>
                  <a:lnTo>
                    <a:pt x="128" y="78"/>
                  </a:lnTo>
                  <a:lnTo>
                    <a:pt x="160" y="78"/>
                  </a:lnTo>
                  <a:lnTo>
                    <a:pt x="170" y="86"/>
                  </a:lnTo>
                  <a:lnTo>
                    <a:pt x="176" y="86"/>
                  </a:lnTo>
                  <a:lnTo>
                    <a:pt x="186" y="84"/>
                  </a:lnTo>
                  <a:lnTo>
                    <a:pt x="202" y="84"/>
                  </a:lnTo>
                  <a:lnTo>
                    <a:pt x="204" y="70"/>
                  </a:lnTo>
                  <a:lnTo>
                    <a:pt x="180" y="62"/>
                  </a:lnTo>
                  <a:lnTo>
                    <a:pt x="184" y="56"/>
                  </a:lnTo>
                  <a:lnTo>
                    <a:pt x="186" y="44"/>
                  </a:lnTo>
                  <a:lnTo>
                    <a:pt x="200" y="42"/>
                  </a:lnTo>
                  <a:lnTo>
                    <a:pt x="188" y="36"/>
                  </a:lnTo>
                  <a:lnTo>
                    <a:pt x="182" y="26"/>
                  </a:lnTo>
                  <a:lnTo>
                    <a:pt x="204" y="24"/>
                  </a:lnTo>
                  <a:lnTo>
                    <a:pt x="270" y="10"/>
                  </a:lnTo>
                  <a:lnTo>
                    <a:pt x="280" y="0"/>
                  </a:lnTo>
                  <a:lnTo>
                    <a:pt x="308" y="4"/>
                  </a:lnTo>
                  <a:lnTo>
                    <a:pt x="320" y="22"/>
                  </a:lnTo>
                  <a:lnTo>
                    <a:pt x="354" y="26"/>
                  </a:lnTo>
                  <a:lnTo>
                    <a:pt x="352" y="32"/>
                  </a:lnTo>
                  <a:lnTo>
                    <a:pt x="370" y="32"/>
                  </a:lnTo>
                  <a:lnTo>
                    <a:pt x="388" y="18"/>
                  </a:lnTo>
                  <a:lnTo>
                    <a:pt x="396" y="18"/>
                  </a:lnTo>
                  <a:lnTo>
                    <a:pt x="396" y="28"/>
                  </a:lnTo>
                  <a:lnTo>
                    <a:pt x="412" y="34"/>
                  </a:lnTo>
                  <a:lnTo>
                    <a:pt x="464" y="82"/>
                  </a:lnTo>
                  <a:lnTo>
                    <a:pt x="472" y="84"/>
                  </a:lnTo>
                  <a:lnTo>
                    <a:pt x="472" y="74"/>
                  </a:lnTo>
                  <a:lnTo>
                    <a:pt x="484" y="76"/>
                  </a:lnTo>
                  <a:lnTo>
                    <a:pt x="486" y="84"/>
                  </a:lnTo>
                  <a:lnTo>
                    <a:pt x="506" y="86"/>
                  </a:lnTo>
                  <a:lnTo>
                    <a:pt x="510" y="78"/>
                  </a:lnTo>
                  <a:lnTo>
                    <a:pt x="534" y="94"/>
                  </a:lnTo>
                  <a:lnTo>
                    <a:pt x="550" y="104"/>
                  </a:lnTo>
                  <a:lnTo>
                    <a:pt x="570" y="108"/>
                  </a:lnTo>
                  <a:lnTo>
                    <a:pt x="564" y="112"/>
                  </a:lnTo>
                  <a:lnTo>
                    <a:pt x="562" y="116"/>
                  </a:lnTo>
                  <a:lnTo>
                    <a:pt x="558" y="120"/>
                  </a:lnTo>
                  <a:lnTo>
                    <a:pt x="544" y="130"/>
                  </a:lnTo>
                  <a:lnTo>
                    <a:pt x="556" y="144"/>
                  </a:lnTo>
                  <a:lnTo>
                    <a:pt x="548" y="152"/>
                  </a:lnTo>
                  <a:lnTo>
                    <a:pt x="540" y="154"/>
                  </a:lnTo>
                  <a:lnTo>
                    <a:pt x="532" y="152"/>
                  </a:lnTo>
                  <a:lnTo>
                    <a:pt x="518" y="148"/>
                  </a:lnTo>
                  <a:lnTo>
                    <a:pt x="522" y="160"/>
                  </a:lnTo>
                  <a:lnTo>
                    <a:pt x="522" y="176"/>
                  </a:lnTo>
                  <a:lnTo>
                    <a:pt x="520" y="184"/>
                  </a:lnTo>
                  <a:lnTo>
                    <a:pt x="510" y="186"/>
                  </a:lnTo>
                  <a:lnTo>
                    <a:pt x="498" y="182"/>
                  </a:lnTo>
                  <a:lnTo>
                    <a:pt x="500" y="190"/>
                  </a:lnTo>
                  <a:lnTo>
                    <a:pt x="510" y="210"/>
                  </a:lnTo>
                  <a:lnTo>
                    <a:pt x="512" y="224"/>
                  </a:lnTo>
                  <a:lnTo>
                    <a:pt x="506" y="234"/>
                  </a:lnTo>
                  <a:lnTo>
                    <a:pt x="492" y="228"/>
                  </a:lnTo>
                  <a:lnTo>
                    <a:pt x="480" y="228"/>
                  </a:lnTo>
                  <a:lnTo>
                    <a:pt x="460" y="228"/>
                  </a:lnTo>
                  <a:lnTo>
                    <a:pt x="448" y="228"/>
                  </a:lnTo>
                  <a:lnTo>
                    <a:pt x="428" y="222"/>
                  </a:lnTo>
                  <a:lnTo>
                    <a:pt x="418" y="226"/>
                  </a:lnTo>
                  <a:lnTo>
                    <a:pt x="418" y="234"/>
                  </a:lnTo>
                  <a:lnTo>
                    <a:pt x="398" y="228"/>
                  </a:lnTo>
                  <a:lnTo>
                    <a:pt x="386" y="230"/>
                  </a:lnTo>
                  <a:lnTo>
                    <a:pt x="386" y="242"/>
                  </a:lnTo>
                  <a:lnTo>
                    <a:pt x="380" y="242"/>
                  </a:lnTo>
                  <a:lnTo>
                    <a:pt x="360" y="260"/>
                  </a:lnTo>
                  <a:lnTo>
                    <a:pt x="358" y="264"/>
                  </a:lnTo>
                  <a:lnTo>
                    <a:pt x="354" y="270"/>
                  </a:lnTo>
                  <a:lnTo>
                    <a:pt x="348" y="268"/>
                  </a:lnTo>
                  <a:lnTo>
                    <a:pt x="346" y="260"/>
                  </a:lnTo>
                  <a:lnTo>
                    <a:pt x="326" y="260"/>
                  </a:lnTo>
                  <a:lnTo>
                    <a:pt x="322" y="246"/>
                  </a:lnTo>
                  <a:lnTo>
                    <a:pt x="314" y="244"/>
                  </a:lnTo>
                  <a:lnTo>
                    <a:pt x="310" y="234"/>
                  </a:lnTo>
                  <a:lnTo>
                    <a:pt x="288" y="214"/>
                  </a:lnTo>
                  <a:lnTo>
                    <a:pt x="244" y="218"/>
                  </a:lnTo>
                  <a:lnTo>
                    <a:pt x="226" y="196"/>
                  </a:lnTo>
                  <a:lnTo>
                    <a:pt x="186" y="178"/>
                  </a:lnTo>
                  <a:lnTo>
                    <a:pt x="152" y="188"/>
                  </a:lnTo>
                  <a:lnTo>
                    <a:pt x="162" y="254"/>
                  </a:lnTo>
                  <a:lnTo>
                    <a:pt x="154" y="254"/>
                  </a:lnTo>
                  <a:lnTo>
                    <a:pt x="140" y="242"/>
                  </a:lnTo>
                  <a:lnTo>
                    <a:pt x="130" y="238"/>
                  </a:lnTo>
                  <a:lnTo>
                    <a:pt x="118" y="23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0" name=""/>
            <p:cNvSpPr/>
            <p:nvPr/>
          </p:nvSpPr>
          <p:spPr>
            <a:xfrm>
              <a:off x="5982480" y="2864880"/>
              <a:ext cx="46080" cy="24120"/>
            </a:xfrm>
            <a:custGeom>
              <a:avLst/>
              <a:gdLst/>
              <a:ahLst/>
              <a:rect l="l" t="t" r="r" b="b"/>
              <a:pathLst>
                <a:path w="24" h="14">
                  <a:moveTo>
                    <a:pt x="0" y="2"/>
                  </a:moveTo>
                  <a:lnTo>
                    <a:pt x="8" y="0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16" y="14"/>
                  </a:lnTo>
                  <a:lnTo>
                    <a:pt x="12" y="14"/>
                  </a:lnTo>
                  <a:lnTo>
                    <a:pt x="6" y="1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1" name=""/>
            <p:cNvSpPr/>
            <p:nvPr/>
          </p:nvSpPr>
          <p:spPr>
            <a:xfrm>
              <a:off x="5325840" y="1728360"/>
              <a:ext cx="3886920" cy="1082520"/>
            </a:xfrm>
            <a:custGeom>
              <a:avLst/>
              <a:gdLst/>
              <a:ahLst/>
              <a:rect l="l" t="t" r="r" b="b"/>
              <a:pathLst>
                <a:path w="1968" h="606">
                  <a:moveTo>
                    <a:pt x="902" y="458"/>
                  </a:moveTo>
                  <a:lnTo>
                    <a:pt x="912" y="448"/>
                  </a:lnTo>
                  <a:lnTo>
                    <a:pt x="924" y="440"/>
                  </a:lnTo>
                  <a:lnTo>
                    <a:pt x="936" y="436"/>
                  </a:lnTo>
                  <a:lnTo>
                    <a:pt x="950" y="434"/>
                  </a:lnTo>
                  <a:lnTo>
                    <a:pt x="958" y="436"/>
                  </a:lnTo>
                  <a:lnTo>
                    <a:pt x="964" y="436"/>
                  </a:lnTo>
                  <a:lnTo>
                    <a:pt x="982" y="442"/>
                  </a:lnTo>
                  <a:lnTo>
                    <a:pt x="1000" y="448"/>
                  </a:lnTo>
                  <a:lnTo>
                    <a:pt x="1010" y="450"/>
                  </a:lnTo>
                  <a:lnTo>
                    <a:pt x="1020" y="450"/>
                  </a:lnTo>
                  <a:lnTo>
                    <a:pt x="1026" y="450"/>
                  </a:lnTo>
                  <a:lnTo>
                    <a:pt x="1030" y="448"/>
                  </a:lnTo>
                  <a:lnTo>
                    <a:pt x="1034" y="446"/>
                  </a:lnTo>
                  <a:lnTo>
                    <a:pt x="1036" y="442"/>
                  </a:lnTo>
                  <a:lnTo>
                    <a:pt x="1036" y="438"/>
                  </a:lnTo>
                  <a:lnTo>
                    <a:pt x="1034" y="436"/>
                  </a:lnTo>
                  <a:lnTo>
                    <a:pt x="1028" y="430"/>
                  </a:lnTo>
                  <a:lnTo>
                    <a:pt x="1024" y="424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4"/>
                  </a:lnTo>
                  <a:lnTo>
                    <a:pt x="1024" y="414"/>
                  </a:lnTo>
                  <a:lnTo>
                    <a:pt x="1030" y="412"/>
                  </a:lnTo>
                  <a:lnTo>
                    <a:pt x="1048" y="412"/>
                  </a:lnTo>
                  <a:lnTo>
                    <a:pt x="1066" y="416"/>
                  </a:lnTo>
                  <a:lnTo>
                    <a:pt x="1076" y="420"/>
                  </a:lnTo>
                  <a:lnTo>
                    <a:pt x="1082" y="426"/>
                  </a:lnTo>
                  <a:lnTo>
                    <a:pt x="1088" y="434"/>
                  </a:lnTo>
                  <a:lnTo>
                    <a:pt x="1092" y="436"/>
                  </a:lnTo>
                  <a:lnTo>
                    <a:pt x="1094" y="438"/>
                  </a:lnTo>
                  <a:lnTo>
                    <a:pt x="1100" y="440"/>
                  </a:lnTo>
                  <a:lnTo>
                    <a:pt x="1108" y="438"/>
                  </a:lnTo>
                  <a:lnTo>
                    <a:pt x="1122" y="436"/>
                  </a:lnTo>
                  <a:lnTo>
                    <a:pt x="1136" y="438"/>
                  </a:lnTo>
                  <a:lnTo>
                    <a:pt x="1148" y="440"/>
                  </a:lnTo>
                  <a:lnTo>
                    <a:pt x="1160" y="446"/>
                  </a:lnTo>
                  <a:lnTo>
                    <a:pt x="1186" y="458"/>
                  </a:lnTo>
                  <a:lnTo>
                    <a:pt x="1200" y="460"/>
                  </a:lnTo>
                  <a:lnTo>
                    <a:pt x="1214" y="462"/>
                  </a:lnTo>
                  <a:lnTo>
                    <a:pt x="1222" y="462"/>
                  </a:lnTo>
                  <a:lnTo>
                    <a:pt x="1230" y="460"/>
                  </a:lnTo>
                  <a:lnTo>
                    <a:pt x="1240" y="452"/>
                  </a:lnTo>
                  <a:lnTo>
                    <a:pt x="1252" y="444"/>
                  </a:lnTo>
                  <a:lnTo>
                    <a:pt x="1258" y="442"/>
                  </a:lnTo>
                  <a:lnTo>
                    <a:pt x="1264" y="442"/>
                  </a:lnTo>
                  <a:lnTo>
                    <a:pt x="1272" y="442"/>
                  </a:lnTo>
                  <a:lnTo>
                    <a:pt x="1284" y="446"/>
                  </a:lnTo>
                  <a:lnTo>
                    <a:pt x="1306" y="454"/>
                  </a:lnTo>
                  <a:lnTo>
                    <a:pt x="1314" y="454"/>
                  </a:lnTo>
                  <a:lnTo>
                    <a:pt x="1324" y="452"/>
                  </a:lnTo>
                  <a:lnTo>
                    <a:pt x="1326" y="450"/>
                  </a:lnTo>
                  <a:lnTo>
                    <a:pt x="1328" y="446"/>
                  </a:lnTo>
                  <a:lnTo>
                    <a:pt x="1328" y="442"/>
                  </a:lnTo>
                  <a:lnTo>
                    <a:pt x="1328" y="436"/>
                  </a:lnTo>
                  <a:lnTo>
                    <a:pt x="1326" y="426"/>
                  </a:lnTo>
                  <a:lnTo>
                    <a:pt x="1324" y="416"/>
                  </a:lnTo>
                  <a:lnTo>
                    <a:pt x="1318" y="410"/>
                  </a:lnTo>
                  <a:lnTo>
                    <a:pt x="1314" y="406"/>
                  </a:lnTo>
                  <a:lnTo>
                    <a:pt x="1312" y="404"/>
                  </a:lnTo>
                  <a:lnTo>
                    <a:pt x="1312" y="398"/>
                  </a:lnTo>
                  <a:lnTo>
                    <a:pt x="1314" y="394"/>
                  </a:lnTo>
                  <a:lnTo>
                    <a:pt x="1318" y="390"/>
                  </a:lnTo>
                  <a:lnTo>
                    <a:pt x="1324" y="388"/>
                  </a:lnTo>
                  <a:lnTo>
                    <a:pt x="1334" y="386"/>
                  </a:lnTo>
                  <a:lnTo>
                    <a:pt x="1346" y="386"/>
                  </a:lnTo>
                  <a:lnTo>
                    <a:pt x="1368" y="388"/>
                  </a:lnTo>
                  <a:lnTo>
                    <a:pt x="1384" y="394"/>
                  </a:lnTo>
                  <a:lnTo>
                    <a:pt x="1396" y="402"/>
                  </a:lnTo>
                  <a:lnTo>
                    <a:pt x="1408" y="410"/>
                  </a:lnTo>
                  <a:lnTo>
                    <a:pt x="1430" y="432"/>
                  </a:lnTo>
                  <a:lnTo>
                    <a:pt x="1442" y="440"/>
                  </a:lnTo>
                  <a:lnTo>
                    <a:pt x="1452" y="448"/>
                  </a:lnTo>
                  <a:lnTo>
                    <a:pt x="1466" y="454"/>
                  </a:lnTo>
                  <a:lnTo>
                    <a:pt x="1480" y="458"/>
                  </a:lnTo>
                  <a:lnTo>
                    <a:pt x="1494" y="462"/>
                  </a:lnTo>
                  <a:lnTo>
                    <a:pt x="1506" y="466"/>
                  </a:lnTo>
                  <a:lnTo>
                    <a:pt x="1512" y="474"/>
                  </a:lnTo>
                  <a:lnTo>
                    <a:pt x="1518" y="482"/>
                  </a:lnTo>
                  <a:lnTo>
                    <a:pt x="1526" y="488"/>
                  </a:lnTo>
                  <a:lnTo>
                    <a:pt x="1532" y="490"/>
                  </a:lnTo>
                  <a:lnTo>
                    <a:pt x="1536" y="490"/>
                  </a:lnTo>
                  <a:lnTo>
                    <a:pt x="1548" y="488"/>
                  </a:lnTo>
                  <a:lnTo>
                    <a:pt x="1554" y="484"/>
                  </a:lnTo>
                  <a:lnTo>
                    <a:pt x="1560" y="478"/>
                  </a:lnTo>
                  <a:lnTo>
                    <a:pt x="1568" y="472"/>
                  </a:lnTo>
                  <a:lnTo>
                    <a:pt x="1576" y="486"/>
                  </a:lnTo>
                  <a:lnTo>
                    <a:pt x="1580" y="496"/>
                  </a:lnTo>
                  <a:lnTo>
                    <a:pt x="1582" y="510"/>
                  </a:lnTo>
                  <a:lnTo>
                    <a:pt x="1582" y="522"/>
                  </a:lnTo>
                  <a:lnTo>
                    <a:pt x="1582" y="528"/>
                  </a:lnTo>
                  <a:lnTo>
                    <a:pt x="1582" y="538"/>
                  </a:lnTo>
                  <a:lnTo>
                    <a:pt x="1574" y="532"/>
                  </a:lnTo>
                  <a:lnTo>
                    <a:pt x="1562" y="528"/>
                  </a:lnTo>
                  <a:lnTo>
                    <a:pt x="1562" y="544"/>
                  </a:lnTo>
                  <a:lnTo>
                    <a:pt x="1570" y="550"/>
                  </a:lnTo>
                  <a:lnTo>
                    <a:pt x="1576" y="558"/>
                  </a:lnTo>
                  <a:lnTo>
                    <a:pt x="1584" y="580"/>
                  </a:lnTo>
                  <a:lnTo>
                    <a:pt x="1590" y="576"/>
                  </a:lnTo>
                  <a:lnTo>
                    <a:pt x="1600" y="574"/>
                  </a:lnTo>
                  <a:lnTo>
                    <a:pt x="1612" y="576"/>
                  </a:lnTo>
                  <a:lnTo>
                    <a:pt x="1618" y="576"/>
                  </a:lnTo>
                  <a:lnTo>
                    <a:pt x="1624" y="574"/>
                  </a:lnTo>
                  <a:lnTo>
                    <a:pt x="1630" y="574"/>
                  </a:lnTo>
                  <a:lnTo>
                    <a:pt x="1634" y="570"/>
                  </a:lnTo>
                  <a:lnTo>
                    <a:pt x="1640" y="558"/>
                  </a:lnTo>
                  <a:lnTo>
                    <a:pt x="1640" y="546"/>
                  </a:lnTo>
                  <a:lnTo>
                    <a:pt x="1642" y="532"/>
                  </a:lnTo>
                  <a:lnTo>
                    <a:pt x="1642" y="518"/>
                  </a:lnTo>
                  <a:lnTo>
                    <a:pt x="1642" y="494"/>
                  </a:lnTo>
                  <a:lnTo>
                    <a:pt x="1640" y="476"/>
                  </a:lnTo>
                  <a:lnTo>
                    <a:pt x="1636" y="458"/>
                  </a:lnTo>
                  <a:lnTo>
                    <a:pt x="1628" y="436"/>
                  </a:lnTo>
                  <a:lnTo>
                    <a:pt x="1616" y="418"/>
                  </a:lnTo>
                  <a:lnTo>
                    <a:pt x="1604" y="402"/>
                  </a:lnTo>
                  <a:lnTo>
                    <a:pt x="1588" y="386"/>
                  </a:lnTo>
                  <a:lnTo>
                    <a:pt x="1580" y="382"/>
                  </a:lnTo>
                  <a:lnTo>
                    <a:pt x="1572" y="380"/>
                  </a:lnTo>
                  <a:lnTo>
                    <a:pt x="1562" y="376"/>
                  </a:lnTo>
                  <a:lnTo>
                    <a:pt x="1554" y="376"/>
                  </a:lnTo>
                  <a:lnTo>
                    <a:pt x="1550" y="376"/>
                  </a:lnTo>
                  <a:lnTo>
                    <a:pt x="1548" y="376"/>
                  </a:lnTo>
                  <a:lnTo>
                    <a:pt x="1544" y="382"/>
                  </a:lnTo>
                  <a:lnTo>
                    <a:pt x="1534" y="378"/>
                  </a:lnTo>
                  <a:lnTo>
                    <a:pt x="1530" y="370"/>
                  </a:lnTo>
                  <a:lnTo>
                    <a:pt x="1524" y="362"/>
                  </a:lnTo>
                  <a:lnTo>
                    <a:pt x="1516" y="354"/>
                  </a:lnTo>
                  <a:lnTo>
                    <a:pt x="1510" y="358"/>
                  </a:lnTo>
                  <a:lnTo>
                    <a:pt x="1502" y="362"/>
                  </a:lnTo>
                  <a:lnTo>
                    <a:pt x="1492" y="366"/>
                  </a:lnTo>
                  <a:lnTo>
                    <a:pt x="1492" y="354"/>
                  </a:lnTo>
                  <a:lnTo>
                    <a:pt x="1494" y="354"/>
                  </a:lnTo>
                  <a:lnTo>
                    <a:pt x="1496" y="350"/>
                  </a:lnTo>
                  <a:lnTo>
                    <a:pt x="1502" y="344"/>
                  </a:lnTo>
                  <a:lnTo>
                    <a:pt x="1504" y="340"/>
                  </a:lnTo>
                  <a:lnTo>
                    <a:pt x="1504" y="334"/>
                  </a:lnTo>
                  <a:lnTo>
                    <a:pt x="1504" y="324"/>
                  </a:lnTo>
                  <a:lnTo>
                    <a:pt x="1506" y="312"/>
                  </a:lnTo>
                  <a:lnTo>
                    <a:pt x="1506" y="308"/>
                  </a:lnTo>
                  <a:lnTo>
                    <a:pt x="1508" y="302"/>
                  </a:lnTo>
                  <a:lnTo>
                    <a:pt x="1516" y="296"/>
                  </a:lnTo>
                  <a:lnTo>
                    <a:pt x="1524" y="290"/>
                  </a:lnTo>
                  <a:lnTo>
                    <a:pt x="1534" y="286"/>
                  </a:lnTo>
                  <a:lnTo>
                    <a:pt x="1546" y="284"/>
                  </a:lnTo>
                  <a:lnTo>
                    <a:pt x="1570" y="286"/>
                  </a:lnTo>
                  <a:lnTo>
                    <a:pt x="1592" y="286"/>
                  </a:lnTo>
                  <a:lnTo>
                    <a:pt x="1610" y="288"/>
                  </a:lnTo>
                  <a:lnTo>
                    <a:pt x="1624" y="292"/>
                  </a:lnTo>
                  <a:lnTo>
                    <a:pt x="1636" y="296"/>
                  </a:lnTo>
                  <a:lnTo>
                    <a:pt x="1648" y="298"/>
                  </a:lnTo>
                  <a:lnTo>
                    <a:pt x="1656" y="296"/>
                  </a:lnTo>
                  <a:lnTo>
                    <a:pt x="1662" y="294"/>
                  </a:lnTo>
                  <a:lnTo>
                    <a:pt x="1668" y="290"/>
                  </a:lnTo>
                  <a:lnTo>
                    <a:pt x="1670" y="286"/>
                  </a:lnTo>
                  <a:lnTo>
                    <a:pt x="1666" y="284"/>
                  </a:lnTo>
                  <a:lnTo>
                    <a:pt x="1660" y="278"/>
                  </a:lnTo>
                  <a:lnTo>
                    <a:pt x="1656" y="272"/>
                  </a:lnTo>
                  <a:lnTo>
                    <a:pt x="1654" y="262"/>
                  </a:lnTo>
                  <a:lnTo>
                    <a:pt x="1654" y="254"/>
                  </a:lnTo>
                  <a:lnTo>
                    <a:pt x="1656" y="252"/>
                  </a:lnTo>
                  <a:lnTo>
                    <a:pt x="1658" y="248"/>
                  </a:lnTo>
                  <a:lnTo>
                    <a:pt x="1662" y="246"/>
                  </a:lnTo>
                  <a:lnTo>
                    <a:pt x="1668" y="246"/>
                  </a:lnTo>
                  <a:lnTo>
                    <a:pt x="1682" y="246"/>
                  </a:lnTo>
                  <a:lnTo>
                    <a:pt x="1694" y="250"/>
                  </a:lnTo>
                  <a:lnTo>
                    <a:pt x="1704" y="256"/>
                  </a:lnTo>
                  <a:lnTo>
                    <a:pt x="1714" y="262"/>
                  </a:lnTo>
                  <a:lnTo>
                    <a:pt x="1722" y="264"/>
                  </a:lnTo>
                  <a:lnTo>
                    <a:pt x="1722" y="256"/>
                  </a:lnTo>
                  <a:lnTo>
                    <a:pt x="1722" y="250"/>
                  </a:lnTo>
                  <a:lnTo>
                    <a:pt x="1724" y="244"/>
                  </a:lnTo>
                  <a:lnTo>
                    <a:pt x="1722" y="230"/>
                  </a:lnTo>
                  <a:lnTo>
                    <a:pt x="1738" y="230"/>
                  </a:lnTo>
                  <a:lnTo>
                    <a:pt x="1740" y="240"/>
                  </a:lnTo>
                  <a:lnTo>
                    <a:pt x="1744" y="246"/>
                  </a:lnTo>
                  <a:lnTo>
                    <a:pt x="1750" y="254"/>
                  </a:lnTo>
                  <a:lnTo>
                    <a:pt x="1754" y="260"/>
                  </a:lnTo>
                  <a:lnTo>
                    <a:pt x="1748" y="270"/>
                  </a:lnTo>
                  <a:lnTo>
                    <a:pt x="1740" y="284"/>
                  </a:lnTo>
                  <a:lnTo>
                    <a:pt x="1734" y="300"/>
                  </a:lnTo>
                  <a:lnTo>
                    <a:pt x="1732" y="314"/>
                  </a:lnTo>
                  <a:lnTo>
                    <a:pt x="1732" y="322"/>
                  </a:lnTo>
                  <a:lnTo>
                    <a:pt x="1736" y="330"/>
                  </a:lnTo>
                  <a:lnTo>
                    <a:pt x="1740" y="338"/>
                  </a:lnTo>
                  <a:lnTo>
                    <a:pt x="1746" y="346"/>
                  </a:lnTo>
                  <a:lnTo>
                    <a:pt x="1760" y="362"/>
                  </a:lnTo>
                  <a:lnTo>
                    <a:pt x="1776" y="378"/>
                  </a:lnTo>
                  <a:lnTo>
                    <a:pt x="1814" y="406"/>
                  </a:lnTo>
                  <a:lnTo>
                    <a:pt x="1830" y="420"/>
                  </a:lnTo>
                  <a:lnTo>
                    <a:pt x="1840" y="434"/>
                  </a:lnTo>
                  <a:lnTo>
                    <a:pt x="1846" y="424"/>
                  </a:lnTo>
                  <a:lnTo>
                    <a:pt x="1848" y="416"/>
                  </a:lnTo>
                  <a:lnTo>
                    <a:pt x="1846" y="410"/>
                  </a:lnTo>
                  <a:lnTo>
                    <a:pt x="1840" y="404"/>
                  </a:lnTo>
                  <a:lnTo>
                    <a:pt x="1838" y="400"/>
                  </a:lnTo>
                  <a:lnTo>
                    <a:pt x="1840" y="398"/>
                  </a:lnTo>
                  <a:lnTo>
                    <a:pt x="1844" y="394"/>
                  </a:lnTo>
                  <a:lnTo>
                    <a:pt x="1850" y="390"/>
                  </a:lnTo>
                  <a:lnTo>
                    <a:pt x="1842" y="384"/>
                  </a:lnTo>
                  <a:lnTo>
                    <a:pt x="1838" y="382"/>
                  </a:lnTo>
                  <a:lnTo>
                    <a:pt x="1838" y="376"/>
                  </a:lnTo>
                  <a:lnTo>
                    <a:pt x="1838" y="372"/>
                  </a:lnTo>
                  <a:lnTo>
                    <a:pt x="1840" y="368"/>
                  </a:lnTo>
                  <a:lnTo>
                    <a:pt x="1850" y="366"/>
                  </a:lnTo>
                  <a:lnTo>
                    <a:pt x="1850" y="364"/>
                  </a:lnTo>
                  <a:lnTo>
                    <a:pt x="1852" y="362"/>
                  </a:lnTo>
                  <a:lnTo>
                    <a:pt x="1852" y="358"/>
                  </a:lnTo>
                  <a:lnTo>
                    <a:pt x="1850" y="356"/>
                  </a:lnTo>
                  <a:lnTo>
                    <a:pt x="1846" y="354"/>
                  </a:lnTo>
                  <a:lnTo>
                    <a:pt x="1838" y="354"/>
                  </a:lnTo>
                  <a:lnTo>
                    <a:pt x="1828" y="354"/>
                  </a:lnTo>
                  <a:lnTo>
                    <a:pt x="1840" y="338"/>
                  </a:lnTo>
                  <a:lnTo>
                    <a:pt x="1828" y="328"/>
                  </a:lnTo>
                  <a:lnTo>
                    <a:pt x="1806" y="316"/>
                  </a:lnTo>
                  <a:lnTo>
                    <a:pt x="1798" y="308"/>
                  </a:lnTo>
                  <a:lnTo>
                    <a:pt x="1790" y="302"/>
                  </a:lnTo>
                  <a:lnTo>
                    <a:pt x="1784" y="296"/>
                  </a:lnTo>
                  <a:lnTo>
                    <a:pt x="1782" y="290"/>
                  </a:lnTo>
                  <a:lnTo>
                    <a:pt x="1784" y="282"/>
                  </a:lnTo>
                  <a:lnTo>
                    <a:pt x="1786" y="274"/>
                  </a:lnTo>
                  <a:lnTo>
                    <a:pt x="1792" y="270"/>
                  </a:lnTo>
                  <a:lnTo>
                    <a:pt x="1796" y="268"/>
                  </a:lnTo>
                  <a:lnTo>
                    <a:pt x="1828" y="268"/>
                  </a:lnTo>
                  <a:lnTo>
                    <a:pt x="1838" y="266"/>
                  </a:lnTo>
                  <a:lnTo>
                    <a:pt x="1850" y="262"/>
                  </a:lnTo>
                  <a:lnTo>
                    <a:pt x="1858" y="258"/>
                  </a:lnTo>
                  <a:lnTo>
                    <a:pt x="1868" y="252"/>
                  </a:lnTo>
                  <a:lnTo>
                    <a:pt x="1888" y="240"/>
                  </a:lnTo>
                  <a:lnTo>
                    <a:pt x="1898" y="234"/>
                  </a:lnTo>
                  <a:lnTo>
                    <a:pt x="1912" y="228"/>
                  </a:lnTo>
                  <a:lnTo>
                    <a:pt x="1906" y="218"/>
                  </a:lnTo>
                  <a:lnTo>
                    <a:pt x="1900" y="214"/>
                  </a:lnTo>
                  <a:lnTo>
                    <a:pt x="1892" y="210"/>
                  </a:lnTo>
                  <a:lnTo>
                    <a:pt x="1884" y="208"/>
                  </a:lnTo>
                  <a:lnTo>
                    <a:pt x="1864" y="206"/>
                  </a:lnTo>
                  <a:lnTo>
                    <a:pt x="1856" y="204"/>
                  </a:lnTo>
                  <a:lnTo>
                    <a:pt x="1846" y="198"/>
                  </a:lnTo>
                  <a:lnTo>
                    <a:pt x="1858" y="194"/>
                  </a:lnTo>
                  <a:lnTo>
                    <a:pt x="1868" y="190"/>
                  </a:lnTo>
                  <a:lnTo>
                    <a:pt x="1862" y="184"/>
                  </a:lnTo>
                  <a:lnTo>
                    <a:pt x="1858" y="178"/>
                  </a:lnTo>
                  <a:lnTo>
                    <a:pt x="1868" y="176"/>
                  </a:lnTo>
                  <a:lnTo>
                    <a:pt x="1882" y="180"/>
                  </a:lnTo>
                  <a:lnTo>
                    <a:pt x="1912" y="188"/>
                  </a:lnTo>
                  <a:lnTo>
                    <a:pt x="1940" y="194"/>
                  </a:lnTo>
                  <a:lnTo>
                    <a:pt x="1950" y="198"/>
                  </a:lnTo>
                  <a:lnTo>
                    <a:pt x="1962" y="198"/>
                  </a:lnTo>
                  <a:lnTo>
                    <a:pt x="1966" y="198"/>
                  </a:lnTo>
                  <a:lnTo>
                    <a:pt x="1968" y="196"/>
                  </a:lnTo>
                  <a:lnTo>
                    <a:pt x="1968" y="194"/>
                  </a:lnTo>
                  <a:lnTo>
                    <a:pt x="1968" y="190"/>
                  </a:lnTo>
                  <a:lnTo>
                    <a:pt x="1968" y="188"/>
                  </a:lnTo>
                  <a:lnTo>
                    <a:pt x="1962" y="182"/>
                  </a:lnTo>
                  <a:lnTo>
                    <a:pt x="1960" y="178"/>
                  </a:lnTo>
                  <a:lnTo>
                    <a:pt x="1956" y="174"/>
                  </a:lnTo>
                  <a:lnTo>
                    <a:pt x="1940" y="166"/>
                  </a:lnTo>
                  <a:lnTo>
                    <a:pt x="1924" y="164"/>
                  </a:lnTo>
                  <a:lnTo>
                    <a:pt x="1906" y="162"/>
                  </a:lnTo>
                  <a:lnTo>
                    <a:pt x="1896" y="162"/>
                  </a:lnTo>
                  <a:lnTo>
                    <a:pt x="1892" y="162"/>
                  </a:lnTo>
                  <a:lnTo>
                    <a:pt x="1888" y="164"/>
                  </a:lnTo>
                  <a:lnTo>
                    <a:pt x="1868" y="152"/>
                  </a:lnTo>
                  <a:lnTo>
                    <a:pt x="1844" y="142"/>
                  </a:lnTo>
                  <a:lnTo>
                    <a:pt x="1818" y="134"/>
                  </a:lnTo>
                  <a:lnTo>
                    <a:pt x="1788" y="126"/>
                  </a:lnTo>
                  <a:lnTo>
                    <a:pt x="1760" y="122"/>
                  </a:lnTo>
                  <a:lnTo>
                    <a:pt x="1730" y="118"/>
                  </a:lnTo>
                  <a:lnTo>
                    <a:pt x="1700" y="114"/>
                  </a:lnTo>
                  <a:lnTo>
                    <a:pt x="1674" y="114"/>
                  </a:lnTo>
                  <a:lnTo>
                    <a:pt x="1668" y="112"/>
                  </a:lnTo>
                  <a:lnTo>
                    <a:pt x="1656" y="110"/>
                  </a:lnTo>
                  <a:lnTo>
                    <a:pt x="1652" y="110"/>
                  </a:lnTo>
                  <a:lnTo>
                    <a:pt x="1650" y="114"/>
                  </a:lnTo>
                  <a:lnTo>
                    <a:pt x="1652" y="120"/>
                  </a:lnTo>
                  <a:lnTo>
                    <a:pt x="1660" y="130"/>
                  </a:lnTo>
                  <a:lnTo>
                    <a:pt x="1644" y="130"/>
                  </a:lnTo>
                  <a:lnTo>
                    <a:pt x="1636" y="124"/>
                  </a:lnTo>
                  <a:lnTo>
                    <a:pt x="1622" y="120"/>
                  </a:lnTo>
                  <a:lnTo>
                    <a:pt x="1610" y="118"/>
                  </a:lnTo>
                  <a:lnTo>
                    <a:pt x="1594" y="118"/>
                  </a:lnTo>
                  <a:lnTo>
                    <a:pt x="1562" y="120"/>
                  </a:lnTo>
                  <a:lnTo>
                    <a:pt x="1548" y="120"/>
                  </a:lnTo>
                  <a:lnTo>
                    <a:pt x="1534" y="118"/>
                  </a:lnTo>
                  <a:lnTo>
                    <a:pt x="1526" y="116"/>
                  </a:lnTo>
                  <a:lnTo>
                    <a:pt x="1520" y="112"/>
                  </a:lnTo>
                  <a:lnTo>
                    <a:pt x="1514" y="108"/>
                  </a:lnTo>
                  <a:lnTo>
                    <a:pt x="1508" y="102"/>
                  </a:lnTo>
                  <a:lnTo>
                    <a:pt x="1500" y="98"/>
                  </a:lnTo>
                  <a:lnTo>
                    <a:pt x="1480" y="96"/>
                  </a:lnTo>
                  <a:lnTo>
                    <a:pt x="1454" y="96"/>
                  </a:lnTo>
                  <a:lnTo>
                    <a:pt x="1418" y="100"/>
                  </a:lnTo>
                  <a:lnTo>
                    <a:pt x="1406" y="100"/>
                  </a:lnTo>
                  <a:lnTo>
                    <a:pt x="1394" y="96"/>
                  </a:lnTo>
                  <a:lnTo>
                    <a:pt x="1388" y="90"/>
                  </a:lnTo>
                  <a:lnTo>
                    <a:pt x="1378" y="84"/>
                  </a:lnTo>
                  <a:lnTo>
                    <a:pt x="1364" y="72"/>
                  </a:lnTo>
                  <a:lnTo>
                    <a:pt x="1354" y="68"/>
                  </a:lnTo>
                  <a:lnTo>
                    <a:pt x="1344" y="66"/>
                  </a:lnTo>
                  <a:lnTo>
                    <a:pt x="1340" y="68"/>
                  </a:lnTo>
                  <a:lnTo>
                    <a:pt x="1336" y="70"/>
                  </a:lnTo>
                  <a:lnTo>
                    <a:pt x="1334" y="78"/>
                  </a:lnTo>
                  <a:lnTo>
                    <a:pt x="1328" y="78"/>
                  </a:lnTo>
                  <a:lnTo>
                    <a:pt x="1312" y="80"/>
                  </a:lnTo>
                  <a:lnTo>
                    <a:pt x="1304" y="78"/>
                  </a:lnTo>
                  <a:lnTo>
                    <a:pt x="1292" y="76"/>
                  </a:lnTo>
                  <a:lnTo>
                    <a:pt x="1280" y="72"/>
                  </a:lnTo>
                  <a:lnTo>
                    <a:pt x="1266" y="66"/>
                  </a:lnTo>
                  <a:lnTo>
                    <a:pt x="1260" y="64"/>
                  </a:lnTo>
                  <a:lnTo>
                    <a:pt x="1256" y="64"/>
                  </a:lnTo>
                  <a:lnTo>
                    <a:pt x="1250" y="68"/>
                  </a:lnTo>
                  <a:lnTo>
                    <a:pt x="1246" y="74"/>
                  </a:lnTo>
                  <a:lnTo>
                    <a:pt x="1240" y="82"/>
                  </a:lnTo>
                  <a:lnTo>
                    <a:pt x="1236" y="88"/>
                  </a:lnTo>
                  <a:lnTo>
                    <a:pt x="1232" y="90"/>
                  </a:lnTo>
                  <a:lnTo>
                    <a:pt x="1224" y="94"/>
                  </a:lnTo>
                  <a:lnTo>
                    <a:pt x="1212" y="96"/>
                  </a:lnTo>
                  <a:lnTo>
                    <a:pt x="1190" y="98"/>
                  </a:lnTo>
                  <a:lnTo>
                    <a:pt x="1148" y="96"/>
                  </a:lnTo>
                  <a:lnTo>
                    <a:pt x="1136" y="94"/>
                  </a:lnTo>
                  <a:lnTo>
                    <a:pt x="1124" y="90"/>
                  </a:lnTo>
                  <a:lnTo>
                    <a:pt x="1114" y="84"/>
                  </a:lnTo>
                  <a:lnTo>
                    <a:pt x="1104" y="80"/>
                  </a:lnTo>
                  <a:lnTo>
                    <a:pt x="1094" y="72"/>
                  </a:lnTo>
                  <a:lnTo>
                    <a:pt x="1082" y="66"/>
                  </a:lnTo>
                  <a:lnTo>
                    <a:pt x="1066" y="62"/>
                  </a:lnTo>
                  <a:lnTo>
                    <a:pt x="1048" y="60"/>
                  </a:lnTo>
                  <a:lnTo>
                    <a:pt x="1038" y="58"/>
                  </a:lnTo>
                  <a:lnTo>
                    <a:pt x="1018" y="56"/>
                  </a:lnTo>
                  <a:lnTo>
                    <a:pt x="980" y="54"/>
                  </a:lnTo>
                  <a:lnTo>
                    <a:pt x="924" y="56"/>
                  </a:lnTo>
                  <a:lnTo>
                    <a:pt x="898" y="54"/>
                  </a:lnTo>
                  <a:lnTo>
                    <a:pt x="868" y="54"/>
                  </a:lnTo>
                  <a:lnTo>
                    <a:pt x="880" y="46"/>
                  </a:lnTo>
                  <a:lnTo>
                    <a:pt x="886" y="40"/>
                  </a:lnTo>
                  <a:lnTo>
                    <a:pt x="890" y="34"/>
                  </a:lnTo>
                  <a:lnTo>
                    <a:pt x="876" y="26"/>
                  </a:lnTo>
                  <a:lnTo>
                    <a:pt x="852" y="20"/>
                  </a:lnTo>
                  <a:lnTo>
                    <a:pt x="828" y="12"/>
                  </a:lnTo>
                  <a:lnTo>
                    <a:pt x="800" y="4"/>
                  </a:lnTo>
                  <a:lnTo>
                    <a:pt x="774" y="2"/>
                  </a:lnTo>
                  <a:lnTo>
                    <a:pt x="764" y="0"/>
                  </a:lnTo>
                  <a:lnTo>
                    <a:pt x="752" y="2"/>
                  </a:lnTo>
                  <a:lnTo>
                    <a:pt x="742" y="4"/>
                  </a:lnTo>
                  <a:lnTo>
                    <a:pt x="736" y="8"/>
                  </a:lnTo>
                  <a:lnTo>
                    <a:pt x="732" y="14"/>
                  </a:lnTo>
                  <a:lnTo>
                    <a:pt x="728" y="22"/>
                  </a:lnTo>
                  <a:lnTo>
                    <a:pt x="712" y="20"/>
                  </a:lnTo>
                  <a:lnTo>
                    <a:pt x="692" y="18"/>
                  </a:lnTo>
                  <a:lnTo>
                    <a:pt x="668" y="20"/>
                  </a:lnTo>
                  <a:lnTo>
                    <a:pt x="642" y="26"/>
                  </a:lnTo>
                  <a:lnTo>
                    <a:pt x="630" y="28"/>
                  </a:lnTo>
                  <a:lnTo>
                    <a:pt x="618" y="32"/>
                  </a:lnTo>
                  <a:lnTo>
                    <a:pt x="608" y="38"/>
                  </a:lnTo>
                  <a:lnTo>
                    <a:pt x="602" y="46"/>
                  </a:lnTo>
                  <a:lnTo>
                    <a:pt x="608" y="46"/>
                  </a:lnTo>
                  <a:lnTo>
                    <a:pt x="618" y="52"/>
                  </a:lnTo>
                  <a:lnTo>
                    <a:pt x="606" y="54"/>
                  </a:lnTo>
                  <a:lnTo>
                    <a:pt x="596" y="54"/>
                  </a:lnTo>
                  <a:lnTo>
                    <a:pt x="578" y="54"/>
                  </a:lnTo>
                  <a:lnTo>
                    <a:pt x="564" y="56"/>
                  </a:lnTo>
                  <a:lnTo>
                    <a:pt x="574" y="74"/>
                  </a:lnTo>
                  <a:lnTo>
                    <a:pt x="562" y="74"/>
                  </a:lnTo>
                  <a:lnTo>
                    <a:pt x="552" y="76"/>
                  </a:lnTo>
                  <a:lnTo>
                    <a:pt x="548" y="80"/>
                  </a:lnTo>
                  <a:lnTo>
                    <a:pt x="548" y="82"/>
                  </a:lnTo>
                  <a:lnTo>
                    <a:pt x="546" y="86"/>
                  </a:lnTo>
                  <a:lnTo>
                    <a:pt x="548" y="90"/>
                  </a:lnTo>
                  <a:lnTo>
                    <a:pt x="548" y="96"/>
                  </a:lnTo>
                  <a:lnTo>
                    <a:pt x="542" y="94"/>
                  </a:lnTo>
                  <a:lnTo>
                    <a:pt x="536" y="90"/>
                  </a:lnTo>
                  <a:lnTo>
                    <a:pt x="524" y="82"/>
                  </a:lnTo>
                  <a:lnTo>
                    <a:pt x="516" y="74"/>
                  </a:lnTo>
                  <a:lnTo>
                    <a:pt x="510" y="72"/>
                  </a:lnTo>
                  <a:lnTo>
                    <a:pt x="502" y="68"/>
                  </a:lnTo>
                  <a:lnTo>
                    <a:pt x="502" y="72"/>
                  </a:lnTo>
                  <a:lnTo>
                    <a:pt x="500" y="80"/>
                  </a:lnTo>
                  <a:lnTo>
                    <a:pt x="502" y="84"/>
                  </a:lnTo>
                  <a:lnTo>
                    <a:pt x="506" y="90"/>
                  </a:lnTo>
                  <a:lnTo>
                    <a:pt x="514" y="96"/>
                  </a:lnTo>
                  <a:lnTo>
                    <a:pt x="522" y="102"/>
                  </a:lnTo>
                  <a:lnTo>
                    <a:pt x="522" y="124"/>
                  </a:lnTo>
                  <a:lnTo>
                    <a:pt x="512" y="116"/>
                  </a:lnTo>
                  <a:lnTo>
                    <a:pt x="504" y="108"/>
                  </a:lnTo>
                  <a:lnTo>
                    <a:pt x="492" y="88"/>
                  </a:lnTo>
                  <a:lnTo>
                    <a:pt x="486" y="82"/>
                  </a:lnTo>
                  <a:lnTo>
                    <a:pt x="478" y="74"/>
                  </a:lnTo>
                  <a:lnTo>
                    <a:pt x="466" y="68"/>
                  </a:lnTo>
                  <a:lnTo>
                    <a:pt x="450" y="66"/>
                  </a:lnTo>
                  <a:lnTo>
                    <a:pt x="442" y="68"/>
                  </a:lnTo>
                  <a:lnTo>
                    <a:pt x="438" y="72"/>
                  </a:lnTo>
                  <a:lnTo>
                    <a:pt x="434" y="80"/>
                  </a:lnTo>
                  <a:lnTo>
                    <a:pt x="434" y="88"/>
                  </a:lnTo>
                  <a:lnTo>
                    <a:pt x="434" y="94"/>
                  </a:lnTo>
                  <a:lnTo>
                    <a:pt x="438" y="102"/>
                  </a:lnTo>
                  <a:lnTo>
                    <a:pt x="440" y="108"/>
                  </a:lnTo>
                  <a:lnTo>
                    <a:pt x="446" y="114"/>
                  </a:lnTo>
                  <a:lnTo>
                    <a:pt x="454" y="120"/>
                  </a:lnTo>
                  <a:lnTo>
                    <a:pt x="462" y="126"/>
                  </a:lnTo>
                  <a:lnTo>
                    <a:pt x="468" y="128"/>
                  </a:lnTo>
                  <a:lnTo>
                    <a:pt x="478" y="130"/>
                  </a:lnTo>
                  <a:lnTo>
                    <a:pt x="468" y="136"/>
                  </a:lnTo>
                  <a:lnTo>
                    <a:pt x="460" y="136"/>
                  </a:lnTo>
                  <a:lnTo>
                    <a:pt x="450" y="134"/>
                  </a:lnTo>
                  <a:lnTo>
                    <a:pt x="440" y="132"/>
                  </a:lnTo>
                  <a:lnTo>
                    <a:pt x="420" y="122"/>
                  </a:lnTo>
                  <a:lnTo>
                    <a:pt x="410" y="118"/>
                  </a:lnTo>
                  <a:lnTo>
                    <a:pt x="400" y="116"/>
                  </a:lnTo>
                  <a:lnTo>
                    <a:pt x="366" y="116"/>
                  </a:lnTo>
                  <a:lnTo>
                    <a:pt x="368" y="120"/>
                  </a:lnTo>
                  <a:lnTo>
                    <a:pt x="370" y="130"/>
                  </a:lnTo>
                  <a:lnTo>
                    <a:pt x="370" y="134"/>
                  </a:lnTo>
                  <a:lnTo>
                    <a:pt x="368" y="134"/>
                  </a:lnTo>
                  <a:lnTo>
                    <a:pt x="362" y="132"/>
                  </a:lnTo>
                  <a:lnTo>
                    <a:pt x="356" y="124"/>
                  </a:lnTo>
                  <a:lnTo>
                    <a:pt x="350" y="122"/>
                  </a:lnTo>
                  <a:lnTo>
                    <a:pt x="346" y="122"/>
                  </a:lnTo>
                  <a:lnTo>
                    <a:pt x="340" y="124"/>
                  </a:lnTo>
                  <a:lnTo>
                    <a:pt x="334" y="128"/>
                  </a:lnTo>
                  <a:lnTo>
                    <a:pt x="322" y="136"/>
                  </a:lnTo>
                  <a:lnTo>
                    <a:pt x="314" y="136"/>
                  </a:lnTo>
                  <a:lnTo>
                    <a:pt x="306" y="138"/>
                  </a:lnTo>
                  <a:lnTo>
                    <a:pt x="302" y="136"/>
                  </a:lnTo>
                  <a:lnTo>
                    <a:pt x="302" y="134"/>
                  </a:lnTo>
                  <a:lnTo>
                    <a:pt x="298" y="132"/>
                  </a:lnTo>
                  <a:lnTo>
                    <a:pt x="290" y="130"/>
                  </a:lnTo>
                  <a:lnTo>
                    <a:pt x="280" y="132"/>
                  </a:lnTo>
                  <a:lnTo>
                    <a:pt x="270" y="134"/>
                  </a:lnTo>
                  <a:lnTo>
                    <a:pt x="260" y="136"/>
                  </a:lnTo>
                  <a:lnTo>
                    <a:pt x="250" y="142"/>
                  </a:lnTo>
                  <a:lnTo>
                    <a:pt x="236" y="152"/>
                  </a:lnTo>
                  <a:lnTo>
                    <a:pt x="222" y="164"/>
                  </a:lnTo>
                  <a:lnTo>
                    <a:pt x="218" y="158"/>
                  </a:lnTo>
                  <a:lnTo>
                    <a:pt x="216" y="152"/>
                  </a:lnTo>
                  <a:lnTo>
                    <a:pt x="214" y="144"/>
                  </a:lnTo>
                  <a:lnTo>
                    <a:pt x="214" y="136"/>
                  </a:lnTo>
                  <a:lnTo>
                    <a:pt x="192" y="136"/>
                  </a:lnTo>
                  <a:lnTo>
                    <a:pt x="192" y="144"/>
                  </a:lnTo>
                  <a:lnTo>
                    <a:pt x="194" y="150"/>
                  </a:lnTo>
                  <a:lnTo>
                    <a:pt x="196" y="158"/>
                  </a:lnTo>
                  <a:lnTo>
                    <a:pt x="198" y="166"/>
                  </a:lnTo>
                  <a:lnTo>
                    <a:pt x="190" y="166"/>
                  </a:lnTo>
                  <a:lnTo>
                    <a:pt x="180" y="168"/>
                  </a:lnTo>
                  <a:lnTo>
                    <a:pt x="172" y="172"/>
                  </a:lnTo>
                  <a:lnTo>
                    <a:pt x="166" y="176"/>
                  </a:lnTo>
                  <a:lnTo>
                    <a:pt x="158" y="186"/>
                  </a:lnTo>
                  <a:lnTo>
                    <a:pt x="148" y="196"/>
                  </a:lnTo>
                  <a:lnTo>
                    <a:pt x="132" y="190"/>
                  </a:lnTo>
                  <a:lnTo>
                    <a:pt x="118" y="190"/>
                  </a:lnTo>
                  <a:lnTo>
                    <a:pt x="126" y="198"/>
                  </a:lnTo>
                  <a:lnTo>
                    <a:pt x="130" y="206"/>
                  </a:lnTo>
                  <a:lnTo>
                    <a:pt x="132" y="210"/>
                  </a:lnTo>
                  <a:lnTo>
                    <a:pt x="118" y="210"/>
                  </a:lnTo>
                  <a:lnTo>
                    <a:pt x="110" y="208"/>
                  </a:lnTo>
                  <a:lnTo>
                    <a:pt x="102" y="202"/>
                  </a:lnTo>
                  <a:lnTo>
                    <a:pt x="94" y="196"/>
                  </a:lnTo>
                  <a:lnTo>
                    <a:pt x="84" y="180"/>
                  </a:lnTo>
                  <a:lnTo>
                    <a:pt x="76" y="166"/>
                  </a:lnTo>
                  <a:lnTo>
                    <a:pt x="84" y="166"/>
                  </a:lnTo>
                  <a:lnTo>
                    <a:pt x="96" y="170"/>
                  </a:lnTo>
                  <a:lnTo>
                    <a:pt x="110" y="172"/>
                  </a:lnTo>
                  <a:lnTo>
                    <a:pt x="124" y="174"/>
                  </a:lnTo>
                  <a:lnTo>
                    <a:pt x="134" y="172"/>
                  </a:lnTo>
                  <a:lnTo>
                    <a:pt x="142" y="170"/>
                  </a:lnTo>
                  <a:lnTo>
                    <a:pt x="158" y="164"/>
                  </a:lnTo>
                  <a:lnTo>
                    <a:pt x="156" y="158"/>
                  </a:lnTo>
                  <a:lnTo>
                    <a:pt x="150" y="152"/>
                  </a:lnTo>
                  <a:lnTo>
                    <a:pt x="144" y="146"/>
                  </a:lnTo>
                  <a:lnTo>
                    <a:pt x="138" y="142"/>
                  </a:lnTo>
                  <a:lnTo>
                    <a:pt x="120" y="136"/>
                  </a:lnTo>
                  <a:lnTo>
                    <a:pt x="100" y="132"/>
                  </a:lnTo>
                  <a:lnTo>
                    <a:pt x="56" y="124"/>
                  </a:lnTo>
                  <a:lnTo>
                    <a:pt x="36" y="118"/>
                  </a:lnTo>
                  <a:lnTo>
                    <a:pt x="28" y="114"/>
                  </a:lnTo>
                  <a:lnTo>
                    <a:pt x="24" y="110"/>
                  </a:lnTo>
                  <a:lnTo>
                    <a:pt x="24" y="122"/>
                  </a:lnTo>
                  <a:lnTo>
                    <a:pt x="8" y="126"/>
                  </a:lnTo>
                  <a:lnTo>
                    <a:pt x="2" y="130"/>
                  </a:lnTo>
                  <a:lnTo>
                    <a:pt x="0" y="134"/>
                  </a:lnTo>
                  <a:lnTo>
                    <a:pt x="0" y="136"/>
                  </a:lnTo>
                  <a:lnTo>
                    <a:pt x="0" y="140"/>
                  </a:lnTo>
                  <a:lnTo>
                    <a:pt x="2" y="142"/>
                  </a:lnTo>
                  <a:lnTo>
                    <a:pt x="10" y="144"/>
                  </a:lnTo>
                  <a:lnTo>
                    <a:pt x="18" y="146"/>
                  </a:lnTo>
                  <a:lnTo>
                    <a:pt x="20" y="148"/>
                  </a:lnTo>
                  <a:lnTo>
                    <a:pt x="20" y="150"/>
                  </a:lnTo>
                  <a:lnTo>
                    <a:pt x="20" y="154"/>
                  </a:lnTo>
                  <a:lnTo>
                    <a:pt x="18" y="158"/>
                  </a:lnTo>
                  <a:lnTo>
                    <a:pt x="14" y="160"/>
                  </a:lnTo>
                  <a:lnTo>
                    <a:pt x="14" y="164"/>
                  </a:lnTo>
                  <a:lnTo>
                    <a:pt x="16" y="166"/>
                  </a:lnTo>
                  <a:lnTo>
                    <a:pt x="18" y="164"/>
                  </a:lnTo>
                  <a:lnTo>
                    <a:pt x="24" y="164"/>
                  </a:lnTo>
                  <a:lnTo>
                    <a:pt x="24" y="174"/>
                  </a:lnTo>
                  <a:lnTo>
                    <a:pt x="28" y="186"/>
                  </a:lnTo>
                  <a:lnTo>
                    <a:pt x="30" y="192"/>
                  </a:lnTo>
                  <a:lnTo>
                    <a:pt x="32" y="196"/>
                  </a:lnTo>
                  <a:lnTo>
                    <a:pt x="36" y="198"/>
                  </a:lnTo>
                  <a:lnTo>
                    <a:pt x="36" y="202"/>
                  </a:lnTo>
                  <a:lnTo>
                    <a:pt x="38" y="208"/>
                  </a:lnTo>
                  <a:lnTo>
                    <a:pt x="40" y="212"/>
                  </a:lnTo>
                  <a:lnTo>
                    <a:pt x="40" y="218"/>
                  </a:lnTo>
                  <a:lnTo>
                    <a:pt x="50" y="222"/>
                  </a:lnTo>
                  <a:lnTo>
                    <a:pt x="56" y="228"/>
                  </a:lnTo>
                  <a:lnTo>
                    <a:pt x="56" y="240"/>
                  </a:lnTo>
                  <a:lnTo>
                    <a:pt x="46" y="242"/>
                  </a:lnTo>
                  <a:lnTo>
                    <a:pt x="38" y="246"/>
                  </a:lnTo>
                  <a:lnTo>
                    <a:pt x="28" y="260"/>
                  </a:lnTo>
                  <a:lnTo>
                    <a:pt x="32" y="266"/>
                  </a:lnTo>
                  <a:lnTo>
                    <a:pt x="36" y="268"/>
                  </a:lnTo>
                  <a:lnTo>
                    <a:pt x="40" y="270"/>
                  </a:lnTo>
                  <a:lnTo>
                    <a:pt x="34" y="276"/>
                  </a:lnTo>
                  <a:lnTo>
                    <a:pt x="26" y="282"/>
                  </a:lnTo>
                  <a:lnTo>
                    <a:pt x="20" y="284"/>
                  </a:lnTo>
                  <a:lnTo>
                    <a:pt x="20" y="294"/>
                  </a:lnTo>
                  <a:lnTo>
                    <a:pt x="18" y="296"/>
                  </a:lnTo>
                  <a:lnTo>
                    <a:pt x="14" y="296"/>
                  </a:lnTo>
                  <a:lnTo>
                    <a:pt x="16" y="300"/>
                  </a:lnTo>
                  <a:lnTo>
                    <a:pt x="24" y="314"/>
                  </a:lnTo>
                  <a:lnTo>
                    <a:pt x="26" y="320"/>
                  </a:lnTo>
                  <a:lnTo>
                    <a:pt x="28" y="330"/>
                  </a:lnTo>
                  <a:lnTo>
                    <a:pt x="30" y="338"/>
                  </a:lnTo>
                  <a:lnTo>
                    <a:pt x="30" y="340"/>
                  </a:lnTo>
                  <a:lnTo>
                    <a:pt x="32" y="340"/>
                  </a:lnTo>
                  <a:lnTo>
                    <a:pt x="34" y="340"/>
                  </a:lnTo>
                  <a:lnTo>
                    <a:pt x="42" y="338"/>
                  </a:lnTo>
                  <a:lnTo>
                    <a:pt x="50" y="334"/>
                  </a:lnTo>
                  <a:lnTo>
                    <a:pt x="58" y="338"/>
                  </a:lnTo>
                  <a:lnTo>
                    <a:pt x="68" y="338"/>
                  </a:lnTo>
                  <a:lnTo>
                    <a:pt x="80" y="338"/>
                  </a:lnTo>
                  <a:lnTo>
                    <a:pt x="88" y="350"/>
                  </a:lnTo>
                  <a:lnTo>
                    <a:pt x="88" y="358"/>
                  </a:lnTo>
                  <a:lnTo>
                    <a:pt x="94" y="362"/>
                  </a:lnTo>
                  <a:lnTo>
                    <a:pt x="100" y="372"/>
                  </a:lnTo>
                  <a:lnTo>
                    <a:pt x="104" y="376"/>
                  </a:lnTo>
                  <a:lnTo>
                    <a:pt x="108" y="376"/>
                  </a:lnTo>
                  <a:lnTo>
                    <a:pt x="112" y="378"/>
                  </a:lnTo>
                  <a:lnTo>
                    <a:pt x="112" y="376"/>
                  </a:lnTo>
                  <a:lnTo>
                    <a:pt x="114" y="384"/>
                  </a:lnTo>
                  <a:lnTo>
                    <a:pt x="110" y="386"/>
                  </a:lnTo>
                  <a:lnTo>
                    <a:pt x="96" y="390"/>
                  </a:lnTo>
                  <a:lnTo>
                    <a:pt x="104" y="406"/>
                  </a:lnTo>
                  <a:lnTo>
                    <a:pt x="112" y="406"/>
                  </a:lnTo>
                  <a:lnTo>
                    <a:pt x="132" y="400"/>
                  </a:lnTo>
                  <a:lnTo>
                    <a:pt x="142" y="408"/>
                  </a:lnTo>
                  <a:lnTo>
                    <a:pt x="142" y="414"/>
                  </a:lnTo>
                  <a:lnTo>
                    <a:pt x="144" y="422"/>
                  </a:lnTo>
                  <a:lnTo>
                    <a:pt x="160" y="424"/>
                  </a:lnTo>
                  <a:lnTo>
                    <a:pt x="164" y="436"/>
                  </a:lnTo>
                  <a:lnTo>
                    <a:pt x="174" y="436"/>
                  </a:lnTo>
                  <a:lnTo>
                    <a:pt x="178" y="440"/>
                  </a:lnTo>
                  <a:lnTo>
                    <a:pt x="192" y="436"/>
                  </a:lnTo>
                  <a:lnTo>
                    <a:pt x="198" y="444"/>
                  </a:lnTo>
                  <a:lnTo>
                    <a:pt x="210" y="448"/>
                  </a:lnTo>
                  <a:lnTo>
                    <a:pt x="214" y="448"/>
                  </a:lnTo>
                  <a:lnTo>
                    <a:pt x="222" y="450"/>
                  </a:lnTo>
                  <a:lnTo>
                    <a:pt x="228" y="452"/>
                  </a:lnTo>
                  <a:lnTo>
                    <a:pt x="234" y="454"/>
                  </a:lnTo>
                  <a:lnTo>
                    <a:pt x="236" y="456"/>
                  </a:lnTo>
                  <a:lnTo>
                    <a:pt x="236" y="458"/>
                  </a:lnTo>
                  <a:lnTo>
                    <a:pt x="234" y="460"/>
                  </a:lnTo>
                  <a:lnTo>
                    <a:pt x="230" y="464"/>
                  </a:lnTo>
                  <a:lnTo>
                    <a:pt x="234" y="472"/>
                  </a:lnTo>
                  <a:lnTo>
                    <a:pt x="236" y="480"/>
                  </a:lnTo>
                  <a:lnTo>
                    <a:pt x="236" y="484"/>
                  </a:lnTo>
                  <a:lnTo>
                    <a:pt x="220" y="484"/>
                  </a:lnTo>
                  <a:lnTo>
                    <a:pt x="212" y="492"/>
                  </a:lnTo>
                  <a:lnTo>
                    <a:pt x="212" y="500"/>
                  </a:lnTo>
                  <a:lnTo>
                    <a:pt x="216" y="500"/>
                  </a:lnTo>
                  <a:lnTo>
                    <a:pt x="224" y="500"/>
                  </a:lnTo>
                  <a:lnTo>
                    <a:pt x="206" y="510"/>
                  </a:lnTo>
                  <a:lnTo>
                    <a:pt x="214" y="518"/>
                  </a:lnTo>
                  <a:lnTo>
                    <a:pt x="206" y="520"/>
                  </a:lnTo>
                  <a:lnTo>
                    <a:pt x="206" y="532"/>
                  </a:lnTo>
                  <a:lnTo>
                    <a:pt x="192" y="534"/>
                  </a:lnTo>
                  <a:lnTo>
                    <a:pt x="198" y="536"/>
                  </a:lnTo>
                  <a:lnTo>
                    <a:pt x="202" y="540"/>
                  </a:lnTo>
                  <a:lnTo>
                    <a:pt x="208" y="544"/>
                  </a:lnTo>
                  <a:lnTo>
                    <a:pt x="216" y="548"/>
                  </a:lnTo>
                  <a:lnTo>
                    <a:pt x="242" y="562"/>
                  </a:lnTo>
                  <a:lnTo>
                    <a:pt x="250" y="564"/>
                  </a:lnTo>
                  <a:lnTo>
                    <a:pt x="260" y="564"/>
                  </a:lnTo>
                  <a:lnTo>
                    <a:pt x="272" y="568"/>
                  </a:lnTo>
                  <a:lnTo>
                    <a:pt x="284" y="570"/>
                  </a:lnTo>
                  <a:lnTo>
                    <a:pt x="294" y="572"/>
                  </a:lnTo>
                  <a:lnTo>
                    <a:pt x="304" y="578"/>
                  </a:lnTo>
                  <a:lnTo>
                    <a:pt x="318" y="578"/>
                  </a:lnTo>
                  <a:lnTo>
                    <a:pt x="334" y="584"/>
                  </a:lnTo>
                  <a:lnTo>
                    <a:pt x="340" y="592"/>
                  </a:lnTo>
                  <a:lnTo>
                    <a:pt x="350" y="594"/>
                  </a:lnTo>
                  <a:lnTo>
                    <a:pt x="354" y="598"/>
                  </a:lnTo>
                  <a:lnTo>
                    <a:pt x="356" y="600"/>
                  </a:lnTo>
                  <a:lnTo>
                    <a:pt x="358" y="602"/>
                  </a:lnTo>
                  <a:lnTo>
                    <a:pt x="362" y="604"/>
                  </a:lnTo>
                  <a:lnTo>
                    <a:pt x="364" y="606"/>
                  </a:lnTo>
                  <a:lnTo>
                    <a:pt x="370" y="606"/>
                  </a:lnTo>
                  <a:lnTo>
                    <a:pt x="376" y="600"/>
                  </a:lnTo>
                  <a:lnTo>
                    <a:pt x="380" y="596"/>
                  </a:lnTo>
                  <a:lnTo>
                    <a:pt x="372" y="582"/>
                  </a:lnTo>
                  <a:lnTo>
                    <a:pt x="362" y="568"/>
                  </a:lnTo>
                  <a:lnTo>
                    <a:pt x="352" y="558"/>
                  </a:lnTo>
                  <a:lnTo>
                    <a:pt x="350" y="556"/>
                  </a:lnTo>
                  <a:lnTo>
                    <a:pt x="342" y="544"/>
                  </a:lnTo>
                  <a:lnTo>
                    <a:pt x="344" y="542"/>
                  </a:lnTo>
                  <a:lnTo>
                    <a:pt x="348" y="530"/>
                  </a:lnTo>
                  <a:lnTo>
                    <a:pt x="350" y="526"/>
                  </a:lnTo>
                  <a:lnTo>
                    <a:pt x="354" y="526"/>
                  </a:lnTo>
                  <a:lnTo>
                    <a:pt x="358" y="524"/>
                  </a:lnTo>
                  <a:lnTo>
                    <a:pt x="366" y="518"/>
                  </a:lnTo>
                  <a:lnTo>
                    <a:pt x="374" y="512"/>
                  </a:lnTo>
                  <a:lnTo>
                    <a:pt x="370" y="506"/>
                  </a:lnTo>
                  <a:lnTo>
                    <a:pt x="366" y="498"/>
                  </a:lnTo>
                  <a:lnTo>
                    <a:pt x="358" y="486"/>
                  </a:lnTo>
                  <a:lnTo>
                    <a:pt x="342" y="486"/>
                  </a:lnTo>
                  <a:lnTo>
                    <a:pt x="342" y="476"/>
                  </a:lnTo>
                  <a:lnTo>
                    <a:pt x="336" y="478"/>
                  </a:lnTo>
                  <a:lnTo>
                    <a:pt x="332" y="478"/>
                  </a:lnTo>
                  <a:lnTo>
                    <a:pt x="332" y="476"/>
                  </a:lnTo>
                  <a:lnTo>
                    <a:pt x="332" y="474"/>
                  </a:lnTo>
                  <a:lnTo>
                    <a:pt x="332" y="464"/>
                  </a:lnTo>
                  <a:lnTo>
                    <a:pt x="332" y="462"/>
                  </a:lnTo>
                  <a:lnTo>
                    <a:pt x="332" y="446"/>
                  </a:lnTo>
                  <a:lnTo>
                    <a:pt x="342" y="436"/>
                  </a:lnTo>
                  <a:lnTo>
                    <a:pt x="350" y="448"/>
                  </a:lnTo>
                  <a:lnTo>
                    <a:pt x="358" y="444"/>
                  </a:lnTo>
                  <a:lnTo>
                    <a:pt x="356" y="432"/>
                  </a:lnTo>
                  <a:lnTo>
                    <a:pt x="380" y="412"/>
                  </a:lnTo>
                  <a:lnTo>
                    <a:pt x="402" y="416"/>
                  </a:lnTo>
                  <a:lnTo>
                    <a:pt x="418" y="422"/>
                  </a:lnTo>
                  <a:lnTo>
                    <a:pt x="434" y="434"/>
                  </a:lnTo>
                  <a:lnTo>
                    <a:pt x="442" y="432"/>
                  </a:lnTo>
                  <a:lnTo>
                    <a:pt x="454" y="436"/>
                  </a:lnTo>
                  <a:lnTo>
                    <a:pt x="460" y="428"/>
                  </a:lnTo>
                  <a:lnTo>
                    <a:pt x="492" y="428"/>
                  </a:lnTo>
                  <a:lnTo>
                    <a:pt x="502" y="436"/>
                  </a:lnTo>
                  <a:lnTo>
                    <a:pt x="534" y="434"/>
                  </a:lnTo>
                  <a:lnTo>
                    <a:pt x="536" y="420"/>
                  </a:lnTo>
                  <a:lnTo>
                    <a:pt x="512" y="412"/>
                  </a:lnTo>
                  <a:lnTo>
                    <a:pt x="516" y="406"/>
                  </a:lnTo>
                  <a:lnTo>
                    <a:pt x="518" y="394"/>
                  </a:lnTo>
                  <a:lnTo>
                    <a:pt x="532" y="392"/>
                  </a:lnTo>
                  <a:lnTo>
                    <a:pt x="520" y="386"/>
                  </a:lnTo>
                  <a:lnTo>
                    <a:pt x="514" y="376"/>
                  </a:lnTo>
                  <a:lnTo>
                    <a:pt x="534" y="376"/>
                  </a:lnTo>
                  <a:lnTo>
                    <a:pt x="602" y="360"/>
                  </a:lnTo>
                  <a:lnTo>
                    <a:pt x="612" y="350"/>
                  </a:lnTo>
                  <a:lnTo>
                    <a:pt x="640" y="354"/>
                  </a:lnTo>
                  <a:lnTo>
                    <a:pt x="652" y="372"/>
                  </a:lnTo>
                  <a:lnTo>
                    <a:pt x="684" y="376"/>
                  </a:lnTo>
                  <a:lnTo>
                    <a:pt x="684" y="382"/>
                  </a:lnTo>
                  <a:lnTo>
                    <a:pt x="702" y="382"/>
                  </a:lnTo>
                  <a:lnTo>
                    <a:pt x="720" y="368"/>
                  </a:lnTo>
                  <a:lnTo>
                    <a:pt x="728" y="368"/>
                  </a:lnTo>
                  <a:lnTo>
                    <a:pt x="728" y="378"/>
                  </a:lnTo>
                  <a:lnTo>
                    <a:pt x="744" y="384"/>
                  </a:lnTo>
                  <a:lnTo>
                    <a:pt x="796" y="432"/>
                  </a:lnTo>
                  <a:lnTo>
                    <a:pt x="804" y="434"/>
                  </a:lnTo>
                  <a:lnTo>
                    <a:pt x="804" y="424"/>
                  </a:lnTo>
                  <a:lnTo>
                    <a:pt x="816" y="426"/>
                  </a:lnTo>
                  <a:lnTo>
                    <a:pt x="818" y="434"/>
                  </a:lnTo>
                  <a:lnTo>
                    <a:pt x="836" y="436"/>
                  </a:lnTo>
                  <a:lnTo>
                    <a:pt x="842" y="428"/>
                  </a:lnTo>
                  <a:lnTo>
                    <a:pt x="866" y="446"/>
                  </a:lnTo>
                  <a:lnTo>
                    <a:pt x="884" y="454"/>
                  </a:lnTo>
                  <a:lnTo>
                    <a:pt x="902" y="45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2" name=""/>
            <p:cNvSpPr/>
            <p:nvPr/>
          </p:nvSpPr>
          <p:spPr>
            <a:xfrm>
              <a:off x="6665040" y="2826000"/>
              <a:ext cx="220320" cy="119880"/>
            </a:xfrm>
            <a:custGeom>
              <a:avLst/>
              <a:gdLst/>
              <a:ahLst/>
              <a:rect l="l" t="t" r="r" b="b"/>
              <a:pathLst>
                <a:path w="112" h="68">
                  <a:moveTo>
                    <a:pt x="0" y="26"/>
                  </a:moveTo>
                  <a:lnTo>
                    <a:pt x="14" y="26"/>
                  </a:lnTo>
                  <a:lnTo>
                    <a:pt x="16" y="16"/>
                  </a:lnTo>
                  <a:lnTo>
                    <a:pt x="22" y="14"/>
                  </a:lnTo>
                  <a:lnTo>
                    <a:pt x="22" y="4"/>
                  </a:lnTo>
                  <a:lnTo>
                    <a:pt x="32" y="6"/>
                  </a:lnTo>
                  <a:lnTo>
                    <a:pt x="36" y="0"/>
                  </a:lnTo>
                  <a:lnTo>
                    <a:pt x="44" y="6"/>
                  </a:lnTo>
                  <a:lnTo>
                    <a:pt x="44" y="10"/>
                  </a:lnTo>
                  <a:lnTo>
                    <a:pt x="36" y="14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46" y="18"/>
                  </a:lnTo>
                  <a:lnTo>
                    <a:pt x="44" y="28"/>
                  </a:lnTo>
                  <a:lnTo>
                    <a:pt x="58" y="28"/>
                  </a:lnTo>
                  <a:lnTo>
                    <a:pt x="64" y="30"/>
                  </a:lnTo>
                  <a:lnTo>
                    <a:pt x="78" y="30"/>
                  </a:lnTo>
                  <a:lnTo>
                    <a:pt x="84" y="26"/>
                  </a:lnTo>
                  <a:lnTo>
                    <a:pt x="84" y="30"/>
                  </a:lnTo>
                  <a:lnTo>
                    <a:pt x="88" y="32"/>
                  </a:lnTo>
                  <a:lnTo>
                    <a:pt x="98" y="38"/>
                  </a:lnTo>
                  <a:lnTo>
                    <a:pt x="102" y="44"/>
                  </a:lnTo>
                  <a:lnTo>
                    <a:pt x="108" y="48"/>
                  </a:lnTo>
                  <a:lnTo>
                    <a:pt x="112" y="58"/>
                  </a:lnTo>
                  <a:lnTo>
                    <a:pt x="106" y="60"/>
                  </a:lnTo>
                  <a:lnTo>
                    <a:pt x="98" y="62"/>
                  </a:lnTo>
                  <a:lnTo>
                    <a:pt x="90" y="64"/>
                  </a:lnTo>
                  <a:lnTo>
                    <a:pt x="82" y="66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0" y="68"/>
                  </a:lnTo>
                  <a:lnTo>
                    <a:pt x="66" y="64"/>
                  </a:lnTo>
                  <a:lnTo>
                    <a:pt x="60" y="58"/>
                  </a:lnTo>
                  <a:lnTo>
                    <a:pt x="58" y="50"/>
                  </a:lnTo>
                  <a:lnTo>
                    <a:pt x="54" y="40"/>
                  </a:lnTo>
                  <a:lnTo>
                    <a:pt x="48" y="40"/>
                  </a:lnTo>
                  <a:lnTo>
                    <a:pt x="44" y="46"/>
                  </a:lnTo>
                  <a:lnTo>
                    <a:pt x="40" y="50"/>
                  </a:lnTo>
                  <a:lnTo>
                    <a:pt x="34" y="56"/>
                  </a:lnTo>
                  <a:lnTo>
                    <a:pt x="30" y="60"/>
                  </a:lnTo>
                  <a:lnTo>
                    <a:pt x="20" y="66"/>
                  </a:lnTo>
                  <a:lnTo>
                    <a:pt x="12" y="66"/>
                  </a:lnTo>
                  <a:lnTo>
                    <a:pt x="16" y="56"/>
                  </a:lnTo>
                  <a:lnTo>
                    <a:pt x="16" y="46"/>
                  </a:lnTo>
                  <a:lnTo>
                    <a:pt x="12" y="42"/>
                  </a:lnTo>
                  <a:lnTo>
                    <a:pt x="6" y="38"/>
                  </a:lnTo>
                  <a:lnTo>
                    <a:pt x="0" y="32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3" name=""/>
            <p:cNvSpPr/>
            <p:nvPr/>
          </p:nvSpPr>
          <p:spPr>
            <a:xfrm>
              <a:off x="5802840" y="2731680"/>
              <a:ext cx="218880" cy="82800"/>
            </a:xfrm>
            <a:custGeom>
              <a:avLst/>
              <a:gdLst/>
              <a:ahLst/>
              <a:rect l="l" t="t" r="r" b="b"/>
              <a:pathLst>
                <a:path w="110" h="46">
                  <a:moveTo>
                    <a:pt x="36" y="36"/>
                  </a:moveTo>
                  <a:lnTo>
                    <a:pt x="44" y="34"/>
                  </a:lnTo>
                  <a:lnTo>
                    <a:pt x="50" y="34"/>
                  </a:lnTo>
                  <a:lnTo>
                    <a:pt x="60" y="36"/>
                  </a:lnTo>
                  <a:lnTo>
                    <a:pt x="64" y="40"/>
                  </a:lnTo>
                  <a:lnTo>
                    <a:pt x="66" y="42"/>
                  </a:lnTo>
                  <a:lnTo>
                    <a:pt x="66" y="44"/>
                  </a:lnTo>
                  <a:lnTo>
                    <a:pt x="78" y="44"/>
                  </a:lnTo>
                  <a:lnTo>
                    <a:pt x="86" y="44"/>
                  </a:lnTo>
                  <a:lnTo>
                    <a:pt x="88" y="38"/>
                  </a:lnTo>
                  <a:lnTo>
                    <a:pt x="96" y="42"/>
                  </a:lnTo>
                  <a:lnTo>
                    <a:pt x="100" y="46"/>
                  </a:lnTo>
                  <a:lnTo>
                    <a:pt x="110" y="46"/>
                  </a:lnTo>
                  <a:lnTo>
                    <a:pt x="106" y="40"/>
                  </a:lnTo>
                  <a:lnTo>
                    <a:pt x="104" y="36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92" y="22"/>
                  </a:lnTo>
                  <a:lnTo>
                    <a:pt x="76" y="16"/>
                  </a:lnTo>
                  <a:lnTo>
                    <a:pt x="62" y="16"/>
                  </a:lnTo>
                  <a:lnTo>
                    <a:pt x="52" y="10"/>
                  </a:lnTo>
                  <a:lnTo>
                    <a:pt x="40" y="8"/>
                  </a:lnTo>
                  <a:lnTo>
                    <a:pt x="30" y="6"/>
                  </a:lnTo>
                  <a:lnTo>
                    <a:pt x="18" y="2"/>
                  </a:lnTo>
                  <a:lnTo>
                    <a:pt x="0" y="0"/>
                  </a:lnTo>
                  <a:lnTo>
                    <a:pt x="6" y="4"/>
                  </a:lnTo>
                  <a:lnTo>
                    <a:pt x="12" y="8"/>
                  </a:lnTo>
                  <a:lnTo>
                    <a:pt x="20" y="12"/>
                  </a:lnTo>
                  <a:lnTo>
                    <a:pt x="24" y="14"/>
                  </a:lnTo>
                  <a:lnTo>
                    <a:pt x="30" y="16"/>
                  </a:lnTo>
                  <a:lnTo>
                    <a:pt x="32" y="20"/>
                  </a:lnTo>
                  <a:lnTo>
                    <a:pt x="34" y="24"/>
                  </a:lnTo>
                  <a:lnTo>
                    <a:pt x="34" y="26"/>
                  </a:lnTo>
                  <a:lnTo>
                    <a:pt x="36" y="30"/>
                  </a:lnTo>
                  <a:lnTo>
                    <a:pt x="36" y="32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0" bIns="36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4" name=""/>
            <p:cNvSpPr/>
            <p:nvPr/>
          </p:nvSpPr>
          <p:spPr>
            <a:xfrm>
              <a:off x="5932800" y="2811240"/>
              <a:ext cx="104040" cy="74520"/>
            </a:xfrm>
            <a:custGeom>
              <a:avLst/>
              <a:gdLst/>
              <a:ahLst/>
              <a:rect l="l" t="t" r="r" b="b"/>
              <a:pathLst>
                <a:path w="52" h="42">
                  <a:moveTo>
                    <a:pt x="0" y="0"/>
                  </a:moveTo>
                  <a:lnTo>
                    <a:pt x="20" y="0"/>
                  </a:lnTo>
                  <a:lnTo>
                    <a:pt x="26" y="6"/>
                  </a:lnTo>
                  <a:lnTo>
                    <a:pt x="28" y="6"/>
                  </a:lnTo>
                  <a:lnTo>
                    <a:pt x="30" y="10"/>
                  </a:lnTo>
                  <a:lnTo>
                    <a:pt x="32" y="16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8" y="26"/>
                  </a:lnTo>
                  <a:lnTo>
                    <a:pt x="52" y="38"/>
                  </a:lnTo>
                  <a:lnTo>
                    <a:pt x="48" y="42"/>
                  </a:lnTo>
                  <a:lnTo>
                    <a:pt x="42" y="38"/>
                  </a:lnTo>
                  <a:lnTo>
                    <a:pt x="38" y="34"/>
                  </a:lnTo>
                  <a:lnTo>
                    <a:pt x="32" y="30"/>
                  </a:lnTo>
                  <a:lnTo>
                    <a:pt x="24" y="32"/>
                  </a:lnTo>
                  <a:lnTo>
                    <a:pt x="20" y="26"/>
                  </a:lnTo>
                  <a:lnTo>
                    <a:pt x="16" y="22"/>
                  </a:lnTo>
                  <a:lnTo>
                    <a:pt x="12" y="20"/>
                  </a:lnTo>
                  <a:lnTo>
                    <a:pt x="2" y="18"/>
                  </a:lnTo>
                  <a:lnTo>
                    <a:pt x="2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5" name=""/>
            <p:cNvSpPr/>
            <p:nvPr/>
          </p:nvSpPr>
          <p:spPr>
            <a:xfrm>
              <a:off x="5972400" y="2790000"/>
              <a:ext cx="153720" cy="106920"/>
            </a:xfrm>
            <a:custGeom>
              <a:avLst/>
              <a:gdLst/>
              <a:ahLst/>
              <a:rect l="l" t="t" r="r" b="b"/>
              <a:pathLst>
                <a:path w="78" h="60">
                  <a:moveTo>
                    <a:pt x="52" y="2"/>
                  </a:moveTo>
                  <a:lnTo>
                    <a:pt x="48" y="6"/>
                  </a:lnTo>
                  <a:lnTo>
                    <a:pt x="42" y="12"/>
                  </a:lnTo>
                  <a:lnTo>
                    <a:pt x="36" y="12"/>
                  </a:lnTo>
                  <a:lnTo>
                    <a:pt x="32" y="8"/>
                  </a:lnTo>
                  <a:lnTo>
                    <a:pt x="28" y="6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4" y="14"/>
                  </a:lnTo>
                  <a:lnTo>
                    <a:pt x="20" y="14"/>
                  </a:lnTo>
                  <a:lnTo>
                    <a:pt x="14" y="14"/>
                  </a:lnTo>
                  <a:lnTo>
                    <a:pt x="10" y="10"/>
                  </a:lnTo>
                  <a:lnTo>
                    <a:pt x="2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8" y="18"/>
                  </a:lnTo>
                  <a:lnTo>
                    <a:pt x="10" y="24"/>
                  </a:lnTo>
                  <a:lnTo>
                    <a:pt x="12" y="28"/>
                  </a:lnTo>
                  <a:lnTo>
                    <a:pt x="14" y="30"/>
                  </a:lnTo>
                  <a:lnTo>
                    <a:pt x="20" y="34"/>
                  </a:lnTo>
                  <a:lnTo>
                    <a:pt x="28" y="38"/>
                  </a:lnTo>
                  <a:lnTo>
                    <a:pt x="32" y="50"/>
                  </a:lnTo>
                  <a:lnTo>
                    <a:pt x="36" y="46"/>
                  </a:lnTo>
                  <a:lnTo>
                    <a:pt x="42" y="42"/>
                  </a:lnTo>
                  <a:lnTo>
                    <a:pt x="46" y="38"/>
                  </a:lnTo>
                  <a:lnTo>
                    <a:pt x="54" y="38"/>
                  </a:lnTo>
                  <a:lnTo>
                    <a:pt x="54" y="44"/>
                  </a:lnTo>
                  <a:lnTo>
                    <a:pt x="56" y="46"/>
                  </a:lnTo>
                  <a:lnTo>
                    <a:pt x="56" y="52"/>
                  </a:lnTo>
                  <a:lnTo>
                    <a:pt x="58" y="54"/>
                  </a:lnTo>
                  <a:lnTo>
                    <a:pt x="60" y="56"/>
                  </a:lnTo>
                  <a:lnTo>
                    <a:pt x="64" y="56"/>
                  </a:lnTo>
                  <a:lnTo>
                    <a:pt x="68" y="60"/>
                  </a:lnTo>
                  <a:lnTo>
                    <a:pt x="72" y="28"/>
                  </a:lnTo>
                  <a:lnTo>
                    <a:pt x="78" y="28"/>
                  </a:lnTo>
                  <a:lnTo>
                    <a:pt x="64" y="18"/>
                  </a:lnTo>
                  <a:lnTo>
                    <a:pt x="62" y="14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2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6" name=""/>
            <p:cNvSpPr/>
            <p:nvPr/>
          </p:nvSpPr>
          <p:spPr>
            <a:xfrm>
              <a:off x="9129240" y="4236480"/>
              <a:ext cx="300600" cy="273960"/>
            </a:xfrm>
            <a:custGeom>
              <a:avLst/>
              <a:gdLst/>
              <a:ahLst/>
              <a:rect l="l" t="t" r="r" b="b"/>
              <a:pathLst>
                <a:path w="152" h="154">
                  <a:moveTo>
                    <a:pt x="4" y="0"/>
                  </a:moveTo>
                  <a:lnTo>
                    <a:pt x="4" y="76"/>
                  </a:lnTo>
                  <a:lnTo>
                    <a:pt x="0" y="80"/>
                  </a:lnTo>
                  <a:lnTo>
                    <a:pt x="0" y="84"/>
                  </a:lnTo>
                  <a:lnTo>
                    <a:pt x="4" y="88"/>
                  </a:lnTo>
                  <a:lnTo>
                    <a:pt x="4" y="126"/>
                  </a:lnTo>
                  <a:lnTo>
                    <a:pt x="14" y="130"/>
                  </a:lnTo>
                  <a:lnTo>
                    <a:pt x="24" y="130"/>
                  </a:lnTo>
                  <a:lnTo>
                    <a:pt x="28" y="130"/>
                  </a:lnTo>
                  <a:lnTo>
                    <a:pt x="32" y="126"/>
                  </a:lnTo>
                  <a:lnTo>
                    <a:pt x="36" y="122"/>
                  </a:lnTo>
                  <a:lnTo>
                    <a:pt x="38" y="118"/>
                  </a:lnTo>
                  <a:lnTo>
                    <a:pt x="32" y="118"/>
                  </a:lnTo>
                  <a:lnTo>
                    <a:pt x="42" y="118"/>
                  </a:lnTo>
                  <a:lnTo>
                    <a:pt x="42" y="110"/>
                  </a:lnTo>
                  <a:lnTo>
                    <a:pt x="42" y="104"/>
                  </a:lnTo>
                  <a:lnTo>
                    <a:pt x="46" y="98"/>
                  </a:lnTo>
                  <a:lnTo>
                    <a:pt x="52" y="98"/>
                  </a:lnTo>
                  <a:lnTo>
                    <a:pt x="68" y="98"/>
                  </a:lnTo>
                  <a:lnTo>
                    <a:pt x="82" y="106"/>
                  </a:lnTo>
                  <a:lnTo>
                    <a:pt x="86" y="110"/>
                  </a:lnTo>
                  <a:lnTo>
                    <a:pt x="88" y="114"/>
                  </a:lnTo>
                  <a:lnTo>
                    <a:pt x="90" y="120"/>
                  </a:lnTo>
                  <a:lnTo>
                    <a:pt x="92" y="126"/>
                  </a:lnTo>
                  <a:lnTo>
                    <a:pt x="90" y="124"/>
                  </a:lnTo>
                  <a:lnTo>
                    <a:pt x="92" y="130"/>
                  </a:lnTo>
                  <a:lnTo>
                    <a:pt x="96" y="134"/>
                  </a:lnTo>
                  <a:lnTo>
                    <a:pt x="98" y="138"/>
                  </a:lnTo>
                  <a:lnTo>
                    <a:pt x="104" y="142"/>
                  </a:lnTo>
                  <a:lnTo>
                    <a:pt x="120" y="146"/>
                  </a:lnTo>
                  <a:lnTo>
                    <a:pt x="132" y="150"/>
                  </a:lnTo>
                  <a:lnTo>
                    <a:pt x="136" y="152"/>
                  </a:lnTo>
                  <a:lnTo>
                    <a:pt x="138" y="154"/>
                  </a:lnTo>
                  <a:lnTo>
                    <a:pt x="142" y="154"/>
                  </a:lnTo>
                  <a:lnTo>
                    <a:pt x="148" y="154"/>
                  </a:lnTo>
                  <a:lnTo>
                    <a:pt x="150" y="152"/>
                  </a:lnTo>
                  <a:lnTo>
                    <a:pt x="152" y="150"/>
                  </a:lnTo>
                  <a:lnTo>
                    <a:pt x="150" y="146"/>
                  </a:lnTo>
                  <a:lnTo>
                    <a:pt x="148" y="142"/>
                  </a:lnTo>
                  <a:lnTo>
                    <a:pt x="144" y="138"/>
                  </a:lnTo>
                  <a:lnTo>
                    <a:pt x="142" y="134"/>
                  </a:lnTo>
                  <a:lnTo>
                    <a:pt x="136" y="132"/>
                  </a:lnTo>
                  <a:lnTo>
                    <a:pt x="132" y="130"/>
                  </a:lnTo>
                  <a:lnTo>
                    <a:pt x="130" y="122"/>
                  </a:lnTo>
                  <a:lnTo>
                    <a:pt x="128" y="120"/>
                  </a:lnTo>
                  <a:lnTo>
                    <a:pt x="124" y="118"/>
                  </a:lnTo>
                  <a:lnTo>
                    <a:pt x="122" y="118"/>
                  </a:lnTo>
                  <a:lnTo>
                    <a:pt x="118" y="116"/>
                  </a:lnTo>
                  <a:lnTo>
                    <a:pt x="114" y="108"/>
                  </a:lnTo>
                  <a:lnTo>
                    <a:pt x="112" y="104"/>
                  </a:lnTo>
                  <a:lnTo>
                    <a:pt x="112" y="98"/>
                  </a:lnTo>
                  <a:lnTo>
                    <a:pt x="108" y="98"/>
                  </a:lnTo>
                  <a:lnTo>
                    <a:pt x="102" y="94"/>
                  </a:lnTo>
                  <a:lnTo>
                    <a:pt x="96" y="84"/>
                  </a:lnTo>
                  <a:lnTo>
                    <a:pt x="102" y="84"/>
                  </a:lnTo>
                  <a:lnTo>
                    <a:pt x="112" y="84"/>
                  </a:lnTo>
                  <a:lnTo>
                    <a:pt x="118" y="84"/>
                  </a:lnTo>
                  <a:lnTo>
                    <a:pt x="122" y="82"/>
                  </a:lnTo>
                  <a:lnTo>
                    <a:pt x="124" y="80"/>
                  </a:lnTo>
                  <a:lnTo>
                    <a:pt x="126" y="76"/>
                  </a:lnTo>
                  <a:lnTo>
                    <a:pt x="122" y="74"/>
                  </a:lnTo>
                  <a:lnTo>
                    <a:pt x="116" y="72"/>
                  </a:lnTo>
                  <a:lnTo>
                    <a:pt x="104" y="66"/>
                  </a:lnTo>
                  <a:lnTo>
                    <a:pt x="96" y="62"/>
                  </a:lnTo>
                  <a:lnTo>
                    <a:pt x="94" y="60"/>
                  </a:lnTo>
                  <a:lnTo>
                    <a:pt x="90" y="58"/>
                  </a:lnTo>
                  <a:lnTo>
                    <a:pt x="86" y="58"/>
                  </a:lnTo>
                  <a:lnTo>
                    <a:pt x="82" y="58"/>
                  </a:lnTo>
                  <a:lnTo>
                    <a:pt x="82" y="56"/>
                  </a:lnTo>
                  <a:lnTo>
                    <a:pt x="80" y="52"/>
                  </a:lnTo>
                  <a:lnTo>
                    <a:pt x="80" y="46"/>
                  </a:lnTo>
                  <a:lnTo>
                    <a:pt x="80" y="44"/>
                  </a:lnTo>
                  <a:lnTo>
                    <a:pt x="78" y="38"/>
                  </a:lnTo>
                  <a:lnTo>
                    <a:pt x="56" y="22"/>
                  </a:lnTo>
                  <a:lnTo>
                    <a:pt x="32" y="1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7" name=""/>
            <p:cNvSpPr/>
            <p:nvPr/>
          </p:nvSpPr>
          <p:spPr>
            <a:xfrm>
              <a:off x="7684200" y="3971880"/>
              <a:ext cx="348840" cy="368280"/>
            </a:xfrm>
            <a:custGeom>
              <a:avLst/>
              <a:gdLst/>
              <a:ahLst/>
              <a:rect l="l" t="t" r="r" b="b"/>
              <a:pathLst>
                <a:path w="176" h="206">
                  <a:moveTo>
                    <a:pt x="42" y="54"/>
                  </a:moveTo>
                  <a:lnTo>
                    <a:pt x="36" y="46"/>
                  </a:lnTo>
                  <a:lnTo>
                    <a:pt x="32" y="38"/>
                  </a:lnTo>
                  <a:lnTo>
                    <a:pt x="22" y="28"/>
                  </a:lnTo>
                  <a:lnTo>
                    <a:pt x="16" y="24"/>
                  </a:lnTo>
                  <a:lnTo>
                    <a:pt x="6" y="14"/>
                  </a:lnTo>
                  <a:lnTo>
                    <a:pt x="2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18" y="6"/>
                  </a:lnTo>
                  <a:lnTo>
                    <a:pt x="34" y="6"/>
                  </a:lnTo>
                  <a:lnTo>
                    <a:pt x="36" y="6"/>
                  </a:lnTo>
                  <a:lnTo>
                    <a:pt x="40" y="8"/>
                  </a:lnTo>
                  <a:lnTo>
                    <a:pt x="44" y="14"/>
                  </a:lnTo>
                  <a:lnTo>
                    <a:pt x="48" y="20"/>
                  </a:lnTo>
                  <a:lnTo>
                    <a:pt x="52" y="28"/>
                  </a:lnTo>
                  <a:lnTo>
                    <a:pt x="60" y="32"/>
                  </a:lnTo>
                  <a:lnTo>
                    <a:pt x="62" y="34"/>
                  </a:lnTo>
                  <a:lnTo>
                    <a:pt x="64" y="36"/>
                  </a:lnTo>
                  <a:lnTo>
                    <a:pt x="70" y="38"/>
                  </a:lnTo>
                  <a:lnTo>
                    <a:pt x="74" y="42"/>
                  </a:lnTo>
                  <a:lnTo>
                    <a:pt x="82" y="52"/>
                  </a:lnTo>
                  <a:lnTo>
                    <a:pt x="88" y="58"/>
                  </a:lnTo>
                  <a:lnTo>
                    <a:pt x="90" y="62"/>
                  </a:lnTo>
                  <a:lnTo>
                    <a:pt x="92" y="64"/>
                  </a:lnTo>
                  <a:lnTo>
                    <a:pt x="98" y="62"/>
                  </a:lnTo>
                  <a:lnTo>
                    <a:pt x="100" y="66"/>
                  </a:lnTo>
                  <a:lnTo>
                    <a:pt x="108" y="72"/>
                  </a:lnTo>
                  <a:lnTo>
                    <a:pt x="118" y="80"/>
                  </a:lnTo>
                  <a:lnTo>
                    <a:pt x="120" y="82"/>
                  </a:lnTo>
                  <a:lnTo>
                    <a:pt x="122" y="86"/>
                  </a:lnTo>
                  <a:lnTo>
                    <a:pt x="124" y="84"/>
                  </a:lnTo>
                  <a:lnTo>
                    <a:pt x="128" y="82"/>
                  </a:lnTo>
                  <a:lnTo>
                    <a:pt x="128" y="86"/>
                  </a:lnTo>
                  <a:lnTo>
                    <a:pt x="126" y="90"/>
                  </a:lnTo>
                  <a:lnTo>
                    <a:pt x="124" y="94"/>
                  </a:lnTo>
                  <a:lnTo>
                    <a:pt x="140" y="94"/>
                  </a:lnTo>
                  <a:lnTo>
                    <a:pt x="140" y="102"/>
                  </a:lnTo>
                  <a:lnTo>
                    <a:pt x="136" y="114"/>
                  </a:lnTo>
                  <a:lnTo>
                    <a:pt x="138" y="118"/>
                  </a:lnTo>
                  <a:lnTo>
                    <a:pt x="142" y="120"/>
                  </a:lnTo>
                  <a:lnTo>
                    <a:pt x="146" y="122"/>
                  </a:lnTo>
                  <a:lnTo>
                    <a:pt x="152" y="122"/>
                  </a:lnTo>
                  <a:lnTo>
                    <a:pt x="152" y="134"/>
                  </a:lnTo>
                  <a:lnTo>
                    <a:pt x="152" y="136"/>
                  </a:lnTo>
                  <a:lnTo>
                    <a:pt x="152" y="138"/>
                  </a:lnTo>
                  <a:lnTo>
                    <a:pt x="156" y="138"/>
                  </a:lnTo>
                  <a:lnTo>
                    <a:pt x="158" y="138"/>
                  </a:lnTo>
                  <a:lnTo>
                    <a:pt x="160" y="140"/>
                  </a:lnTo>
                  <a:lnTo>
                    <a:pt x="162" y="144"/>
                  </a:lnTo>
                  <a:lnTo>
                    <a:pt x="172" y="150"/>
                  </a:lnTo>
                  <a:lnTo>
                    <a:pt x="174" y="152"/>
                  </a:lnTo>
                  <a:lnTo>
                    <a:pt x="176" y="158"/>
                  </a:lnTo>
                  <a:lnTo>
                    <a:pt x="174" y="192"/>
                  </a:lnTo>
                  <a:lnTo>
                    <a:pt x="174" y="204"/>
                  </a:lnTo>
                  <a:lnTo>
                    <a:pt x="170" y="206"/>
                  </a:lnTo>
                  <a:lnTo>
                    <a:pt x="164" y="206"/>
                  </a:lnTo>
                  <a:lnTo>
                    <a:pt x="160" y="204"/>
                  </a:lnTo>
                  <a:lnTo>
                    <a:pt x="154" y="206"/>
                  </a:lnTo>
                  <a:lnTo>
                    <a:pt x="152" y="206"/>
                  </a:lnTo>
                  <a:lnTo>
                    <a:pt x="148" y="206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0" y="192"/>
                  </a:lnTo>
                  <a:lnTo>
                    <a:pt x="132" y="186"/>
                  </a:lnTo>
                  <a:lnTo>
                    <a:pt x="124" y="180"/>
                  </a:lnTo>
                  <a:lnTo>
                    <a:pt x="118" y="176"/>
                  </a:lnTo>
                  <a:lnTo>
                    <a:pt x="112" y="168"/>
                  </a:lnTo>
                  <a:lnTo>
                    <a:pt x="104" y="160"/>
                  </a:lnTo>
                  <a:lnTo>
                    <a:pt x="98" y="150"/>
                  </a:lnTo>
                  <a:lnTo>
                    <a:pt x="96" y="144"/>
                  </a:lnTo>
                  <a:lnTo>
                    <a:pt x="94" y="138"/>
                  </a:lnTo>
                  <a:lnTo>
                    <a:pt x="88" y="126"/>
                  </a:lnTo>
                  <a:lnTo>
                    <a:pt x="82" y="114"/>
                  </a:lnTo>
                  <a:lnTo>
                    <a:pt x="76" y="104"/>
                  </a:lnTo>
                  <a:lnTo>
                    <a:pt x="66" y="94"/>
                  </a:lnTo>
                  <a:lnTo>
                    <a:pt x="64" y="88"/>
                  </a:lnTo>
                  <a:lnTo>
                    <a:pt x="64" y="82"/>
                  </a:lnTo>
                  <a:lnTo>
                    <a:pt x="62" y="76"/>
                  </a:lnTo>
                  <a:lnTo>
                    <a:pt x="60" y="70"/>
                  </a:lnTo>
                  <a:lnTo>
                    <a:pt x="54" y="66"/>
                  </a:lnTo>
                  <a:lnTo>
                    <a:pt x="48" y="62"/>
                  </a:lnTo>
                  <a:lnTo>
                    <a:pt x="42" y="58"/>
                  </a:lnTo>
                  <a:lnTo>
                    <a:pt x="40" y="54"/>
                  </a:lnTo>
                  <a:lnTo>
                    <a:pt x="42" y="5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8" name=""/>
            <p:cNvSpPr/>
            <p:nvPr/>
          </p:nvSpPr>
          <p:spPr>
            <a:xfrm>
              <a:off x="8130600" y="4025160"/>
              <a:ext cx="316440" cy="261360"/>
            </a:xfrm>
            <a:custGeom>
              <a:avLst/>
              <a:gdLst/>
              <a:ahLst/>
              <a:rect l="l" t="t" r="r" b="b"/>
              <a:pathLst>
                <a:path w="160" h="146">
                  <a:moveTo>
                    <a:pt x="136" y="4"/>
                  </a:moveTo>
                  <a:lnTo>
                    <a:pt x="126" y="2"/>
                  </a:lnTo>
                  <a:lnTo>
                    <a:pt x="120" y="0"/>
                  </a:lnTo>
                  <a:lnTo>
                    <a:pt x="114" y="0"/>
                  </a:lnTo>
                  <a:lnTo>
                    <a:pt x="108" y="0"/>
                  </a:lnTo>
                  <a:lnTo>
                    <a:pt x="102" y="4"/>
                  </a:lnTo>
                  <a:lnTo>
                    <a:pt x="96" y="8"/>
                  </a:lnTo>
                  <a:lnTo>
                    <a:pt x="92" y="14"/>
                  </a:lnTo>
                  <a:lnTo>
                    <a:pt x="88" y="26"/>
                  </a:lnTo>
                  <a:lnTo>
                    <a:pt x="84" y="40"/>
                  </a:lnTo>
                  <a:lnTo>
                    <a:pt x="84" y="48"/>
                  </a:lnTo>
                  <a:lnTo>
                    <a:pt x="82" y="52"/>
                  </a:lnTo>
                  <a:lnTo>
                    <a:pt x="78" y="52"/>
                  </a:lnTo>
                  <a:lnTo>
                    <a:pt x="74" y="50"/>
                  </a:lnTo>
                  <a:lnTo>
                    <a:pt x="70" y="48"/>
                  </a:lnTo>
                  <a:lnTo>
                    <a:pt x="66" y="44"/>
                  </a:lnTo>
                  <a:lnTo>
                    <a:pt x="62" y="42"/>
                  </a:lnTo>
                  <a:lnTo>
                    <a:pt x="58" y="42"/>
                  </a:lnTo>
                  <a:lnTo>
                    <a:pt x="56" y="44"/>
                  </a:lnTo>
                  <a:lnTo>
                    <a:pt x="50" y="50"/>
                  </a:lnTo>
                  <a:lnTo>
                    <a:pt x="42" y="52"/>
                  </a:lnTo>
                  <a:lnTo>
                    <a:pt x="40" y="54"/>
                  </a:lnTo>
                  <a:lnTo>
                    <a:pt x="34" y="56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6" y="50"/>
                  </a:lnTo>
                  <a:lnTo>
                    <a:pt x="14" y="48"/>
                  </a:lnTo>
                  <a:lnTo>
                    <a:pt x="14" y="46"/>
                  </a:lnTo>
                  <a:lnTo>
                    <a:pt x="14" y="36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4" y="44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2"/>
                  </a:lnTo>
                  <a:lnTo>
                    <a:pt x="4" y="74"/>
                  </a:lnTo>
                  <a:lnTo>
                    <a:pt x="2" y="78"/>
                  </a:lnTo>
                  <a:lnTo>
                    <a:pt x="4" y="82"/>
                  </a:lnTo>
                  <a:lnTo>
                    <a:pt x="8" y="86"/>
                  </a:lnTo>
                  <a:lnTo>
                    <a:pt x="10" y="86"/>
                  </a:lnTo>
                  <a:lnTo>
                    <a:pt x="10" y="92"/>
                  </a:lnTo>
                  <a:lnTo>
                    <a:pt x="16" y="94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18" y="102"/>
                  </a:lnTo>
                  <a:lnTo>
                    <a:pt x="16" y="106"/>
                  </a:lnTo>
                  <a:lnTo>
                    <a:pt x="16" y="108"/>
                  </a:lnTo>
                  <a:lnTo>
                    <a:pt x="18" y="112"/>
                  </a:lnTo>
                  <a:lnTo>
                    <a:pt x="18" y="110"/>
                  </a:lnTo>
                  <a:lnTo>
                    <a:pt x="18" y="116"/>
                  </a:lnTo>
                  <a:lnTo>
                    <a:pt x="20" y="120"/>
                  </a:lnTo>
                  <a:lnTo>
                    <a:pt x="24" y="124"/>
                  </a:lnTo>
                  <a:lnTo>
                    <a:pt x="28" y="126"/>
                  </a:lnTo>
                  <a:lnTo>
                    <a:pt x="34" y="126"/>
                  </a:lnTo>
                  <a:lnTo>
                    <a:pt x="42" y="128"/>
                  </a:lnTo>
                  <a:lnTo>
                    <a:pt x="46" y="130"/>
                  </a:lnTo>
                  <a:lnTo>
                    <a:pt x="44" y="134"/>
                  </a:lnTo>
                  <a:lnTo>
                    <a:pt x="48" y="134"/>
                  </a:lnTo>
                  <a:lnTo>
                    <a:pt x="54" y="134"/>
                  </a:lnTo>
                  <a:lnTo>
                    <a:pt x="56" y="132"/>
                  </a:lnTo>
                  <a:lnTo>
                    <a:pt x="62" y="130"/>
                  </a:lnTo>
                  <a:lnTo>
                    <a:pt x="66" y="130"/>
                  </a:lnTo>
                  <a:lnTo>
                    <a:pt x="72" y="130"/>
                  </a:lnTo>
                  <a:lnTo>
                    <a:pt x="78" y="132"/>
                  </a:lnTo>
                  <a:lnTo>
                    <a:pt x="82" y="134"/>
                  </a:lnTo>
                  <a:lnTo>
                    <a:pt x="88" y="134"/>
                  </a:lnTo>
                  <a:lnTo>
                    <a:pt x="88" y="140"/>
                  </a:lnTo>
                  <a:lnTo>
                    <a:pt x="88" y="144"/>
                  </a:lnTo>
                  <a:lnTo>
                    <a:pt x="88" y="146"/>
                  </a:lnTo>
                  <a:lnTo>
                    <a:pt x="90" y="146"/>
                  </a:lnTo>
                  <a:lnTo>
                    <a:pt x="98" y="144"/>
                  </a:lnTo>
                  <a:lnTo>
                    <a:pt x="106" y="142"/>
                  </a:lnTo>
                  <a:lnTo>
                    <a:pt x="112" y="138"/>
                  </a:lnTo>
                  <a:lnTo>
                    <a:pt x="120" y="138"/>
                  </a:lnTo>
                  <a:lnTo>
                    <a:pt x="120" y="134"/>
                  </a:lnTo>
                  <a:lnTo>
                    <a:pt x="118" y="134"/>
                  </a:lnTo>
                  <a:lnTo>
                    <a:pt x="116" y="130"/>
                  </a:lnTo>
                  <a:lnTo>
                    <a:pt x="116" y="126"/>
                  </a:lnTo>
                  <a:lnTo>
                    <a:pt x="118" y="124"/>
                  </a:lnTo>
                  <a:lnTo>
                    <a:pt x="122" y="120"/>
                  </a:lnTo>
                  <a:lnTo>
                    <a:pt x="122" y="114"/>
                  </a:lnTo>
                  <a:lnTo>
                    <a:pt x="122" y="108"/>
                  </a:lnTo>
                  <a:lnTo>
                    <a:pt x="120" y="106"/>
                  </a:lnTo>
                  <a:lnTo>
                    <a:pt x="122" y="100"/>
                  </a:lnTo>
                  <a:lnTo>
                    <a:pt x="126" y="94"/>
                  </a:lnTo>
                  <a:lnTo>
                    <a:pt x="132" y="92"/>
                  </a:lnTo>
                  <a:lnTo>
                    <a:pt x="136" y="82"/>
                  </a:lnTo>
                  <a:lnTo>
                    <a:pt x="138" y="72"/>
                  </a:lnTo>
                  <a:lnTo>
                    <a:pt x="142" y="60"/>
                  </a:lnTo>
                  <a:lnTo>
                    <a:pt x="144" y="58"/>
                  </a:lnTo>
                  <a:lnTo>
                    <a:pt x="148" y="56"/>
                  </a:lnTo>
                  <a:lnTo>
                    <a:pt x="154" y="56"/>
                  </a:lnTo>
                  <a:lnTo>
                    <a:pt x="160" y="56"/>
                  </a:lnTo>
                  <a:lnTo>
                    <a:pt x="160" y="52"/>
                  </a:lnTo>
                  <a:lnTo>
                    <a:pt x="150" y="46"/>
                  </a:lnTo>
                  <a:lnTo>
                    <a:pt x="146" y="40"/>
                  </a:lnTo>
                  <a:lnTo>
                    <a:pt x="144" y="34"/>
                  </a:lnTo>
                  <a:lnTo>
                    <a:pt x="146" y="32"/>
                  </a:lnTo>
                  <a:lnTo>
                    <a:pt x="148" y="28"/>
                  </a:lnTo>
                  <a:lnTo>
                    <a:pt x="142" y="26"/>
                  </a:lnTo>
                  <a:lnTo>
                    <a:pt x="138" y="22"/>
                  </a:lnTo>
                  <a:lnTo>
                    <a:pt x="138" y="14"/>
                  </a:lnTo>
                  <a:lnTo>
                    <a:pt x="136" y="8"/>
                  </a:lnTo>
                  <a:lnTo>
                    <a:pt x="136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9" name=""/>
            <p:cNvSpPr/>
            <p:nvPr/>
          </p:nvSpPr>
          <p:spPr>
            <a:xfrm>
              <a:off x="8127000" y="4510800"/>
              <a:ext cx="1256760" cy="921960"/>
            </a:xfrm>
            <a:custGeom>
              <a:avLst/>
              <a:gdLst/>
              <a:ahLst/>
              <a:rect l="l" t="t" r="r" b="b"/>
              <a:pathLst>
                <a:path w="636" h="516">
                  <a:moveTo>
                    <a:pt x="180" y="138"/>
                  </a:moveTo>
                  <a:lnTo>
                    <a:pt x="186" y="132"/>
                  </a:lnTo>
                  <a:lnTo>
                    <a:pt x="188" y="130"/>
                  </a:lnTo>
                  <a:lnTo>
                    <a:pt x="188" y="124"/>
                  </a:lnTo>
                  <a:lnTo>
                    <a:pt x="190" y="118"/>
                  </a:lnTo>
                  <a:lnTo>
                    <a:pt x="194" y="112"/>
                  </a:lnTo>
                  <a:lnTo>
                    <a:pt x="198" y="108"/>
                  </a:lnTo>
                  <a:lnTo>
                    <a:pt x="202" y="106"/>
                  </a:lnTo>
                  <a:lnTo>
                    <a:pt x="204" y="112"/>
                  </a:lnTo>
                  <a:lnTo>
                    <a:pt x="206" y="114"/>
                  </a:lnTo>
                  <a:lnTo>
                    <a:pt x="210" y="116"/>
                  </a:lnTo>
                  <a:lnTo>
                    <a:pt x="212" y="114"/>
                  </a:lnTo>
                  <a:lnTo>
                    <a:pt x="212" y="112"/>
                  </a:lnTo>
                  <a:lnTo>
                    <a:pt x="214" y="110"/>
                  </a:lnTo>
                  <a:lnTo>
                    <a:pt x="212" y="106"/>
                  </a:lnTo>
                  <a:lnTo>
                    <a:pt x="212" y="100"/>
                  </a:lnTo>
                  <a:lnTo>
                    <a:pt x="220" y="100"/>
                  </a:lnTo>
                  <a:lnTo>
                    <a:pt x="226" y="100"/>
                  </a:lnTo>
                  <a:lnTo>
                    <a:pt x="226" y="92"/>
                  </a:lnTo>
                  <a:lnTo>
                    <a:pt x="230" y="86"/>
                  </a:lnTo>
                  <a:lnTo>
                    <a:pt x="232" y="82"/>
                  </a:lnTo>
                  <a:lnTo>
                    <a:pt x="236" y="80"/>
                  </a:lnTo>
                  <a:lnTo>
                    <a:pt x="240" y="78"/>
                  </a:lnTo>
                  <a:lnTo>
                    <a:pt x="242" y="72"/>
                  </a:lnTo>
                  <a:lnTo>
                    <a:pt x="244" y="68"/>
                  </a:lnTo>
                  <a:lnTo>
                    <a:pt x="248" y="64"/>
                  </a:lnTo>
                  <a:lnTo>
                    <a:pt x="262" y="58"/>
                  </a:lnTo>
                  <a:lnTo>
                    <a:pt x="270" y="56"/>
                  </a:lnTo>
                  <a:lnTo>
                    <a:pt x="276" y="54"/>
                  </a:lnTo>
                  <a:lnTo>
                    <a:pt x="284" y="62"/>
                  </a:lnTo>
                  <a:lnTo>
                    <a:pt x="288" y="66"/>
                  </a:lnTo>
                  <a:lnTo>
                    <a:pt x="288" y="72"/>
                  </a:lnTo>
                  <a:lnTo>
                    <a:pt x="288" y="74"/>
                  </a:lnTo>
                  <a:lnTo>
                    <a:pt x="286" y="76"/>
                  </a:lnTo>
                  <a:lnTo>
                    <a:pt x="290" y="74"/>
                  </a:lnTo>
                  <a:lnTo>
                    <a:pt x="294" y="72"/>
                  </a:lnTo>
                  <a:lnTo>
                    <a:pt x="298" y="74"/>
                  </a:lnTo>
                  <a:lnTo>
                    <a:pt x="302" y="74"/>
                  </a:lnTo>
                  <a:lnTo>
                    <a:pt x="306" y="72"/>
                  </a:lnTo>
                  <a:lnTo>
                    <a:pt x="310" y="70"/>
                  </a:lnTo>
                  <a:lnTo>
                    <a:pt x="308" y="62"/>
                  </a:lnTo>
                  <a:lnTo>
                    <a:pt x="310" y="56"/>
                  </a:lnTo>
                  <a:lnTo>
                    <a:pt x="314" y="54"/>
                  </a:lnTo>
                  <a:lnTo>
                    <a:pt x="320" y="50"/>
                  </a:lnTo>
                  <a:lnTo>
                    <a:pt x="326" y="48"/>
                  </a:lnTo>
                  <a:lnTo>
                    <a:pt x="324" y="44"/>
                  </a:lnTo>
                  <a:lnTo>
                    <a:pt x="322" y="42"/>
                  </a:lnTo>
                  <a:lnTo>
                    <a:pt x="324" y="38"/>
                  </a:lnTo>
                  <a:lnTo>
                    <a:pt x="326" y="34"/>
                  </a:lnTo>
                  <a:lnTo>
                    <a:pt x="334" y="28"/>
                  </a:lnTo>
                  <a:lnTo>
                    <a:pt x="344" y="26"/>
                  </a:lnTo>
                  <a:lnTo>
                    <a:pt x="354" y="26"/>
                  </a:lnTo>
                  <a:lnTo>
                    <a:pt x="358" y="24"/>
                  </a:lnTo>
                  <a:lnTo>
                    <a:pt x="360" y="24"/>
                  </a:lnTo>
                  <a:lnTo>
                    <a:pt x="362" y="20"/>
                  </a:lnTo>
                  <a:lnTo>
                    <a:pt x="364" y="16"/>
                  </a:lnTo>
                  <a:lnTo>
                    <a:pt x="364" y="12"/>
                  </a:lnTo>
                  <a:lnTo>
                    <a:pt x="358" y="10"/>
                  </a:lnTo>
                  <a:lnTo>
                    <a:pt x="358" y="8"/>
                  </a:lnTo>
                  <a:lnTo>
                    <a:pt x="358" y="2"/>
                  </a:lnTo>
                  <a:lnTo>
                    <a:pt x="362" y="2"/>
                  </a:lnTo>
                  <a:lnTo>
                    <a:pt x="364" y="4"/>
                  </a:lnTo>
                  <a:lnTo>
                    <a:pt x="368" y="6"/>
                  </a:lnTo>
                  <a:lnTo>
                    <a:pt x="366" y="10"/>
                  </a:lnTo>
                  <a:lnTo>
                    <a:pt x="368" y="10"/>
                  </a:lnTo>
                  <a:lnTo>
                    <a:pt x="372" y="12"/>
                  </a:lnTo>
                  <a:lnTo>
                    <a:pt x="374" y="12"/>
                  </a:lnTo>
                  <a:lnTo>
                    <a:pt x="384" y="14"/>
                  </a:lnTo>
                  <a:lnTo>
                    <a:pt x="390" y="18"/>
                  </a:lnTo>
                  <a:lnTo>
                    <a:pt x="398" y="22"/>
                  </a:lnTo>
                  <a:lnTo>
                    <a:pt x="408" y="22"/>
                  </a:lnTo>
                  <a:lnTo>
                    <a:pt x="414" y="22"/>
                  </a:lnTo>
                  <a:lnTo>
                    <a:pt x="416" y="18"/>
                  </a:lnTo>
                  <a:lnTo>
                    <a:pt x="418" y="24"/>
                  </a:lnTo>
                  <a:lnTo>
                    <a:pt x="422" y="26"/>
                  </a:lnTo>
                  <a:lnTo>
                    <a:pt x="424" y="22"/>
                  </a:lnTo>
                  <a:lnTo>
                    <a:pt x="424" y="20"/>
                  </a:lnTo>
                  <a:lnTo>
                    <a:pt x="428" y="20"/>
                  </a:lnTo>
                  <a:lnTo>
                    <a:pt x="432" y="22"/>
                  </a:lnTo>
                  <a:lnTo>
                    <a:pt x="434" y="26"/>
                  </a:lnTo>
                  <a:lnTo>
                    <a:pt x="432" y="30"/>
                  </a:lnTo>
                  <a:lnTo>
                    <a:pt x="428" y="36"/>
                  </a:lnTo>
                  <a:lnTo>
                    <a:pt x="422" y="40"/>
                  </a:lnTo>
                  <a:lnTo>
                    <a:pt x="416" y="42"/>
                  </a:lnTo>
                  <a:lnTo>
                    <a:pt x="416" y="48"/>
                  </a:lnTo>
                  <a:lnTo>
                    <a:pt x="416" y="50"/>
                  </a:lnTo>
                  <a:lnTo>
                    <a:pt x="418" y="52"/>
                  </a:lnTo>
                  <a:lnTo>
                    <a:pt x="420" y="54"/>
                  </a:lnTo>
                  <a:lnTo>
                    <a:pt x="422" y="54"/>
                  </a:lnTo>
                  <a:lnTo>
                    <a:pt x="424" y="52"/>
                  </a:lnTo>
                  <a:lnTo>
                    <a:pt x="426" y="54"/>
                  </a:lnTo>
                  <a:lnTo>
                    <a:pt x="428" y="54"/>
                  </a:lnTo>
                  <a:lnTo>
                    <a:pt x="426" y="58"/>
                  </a:lnTo>
                  <a:lnTo>
                    <a:pt x="422" y="60"/>
                  </a:lnTo>
                  <a:lnTo>
                    <a:pt x="420" y="60"/>
                  </a:lnTo>
                  <a:lnTo>
                    <a:pt x="418" y="56"/>
                  </a:lnTo>
                  <a:lnTo>
                    <a:pt x="418" y="54"/>
                  </a:lnTo>
                  <a:lnTo>
                    <a:pt x="410" y="60"/>
                  </a:lnTo>
                  <a:lnTo>
                    <a:pt x="406" y="64"/>
                  </a:lnTo>
                  <a:lnTo>
                    <a:pt x="404" y="70"/>
                  </a:lnTo>
                  <a:lnTo>
                    <a:pt x="404" y="76"/>
                  </a:lnTo>
                  <a:lnTo>
                    <a:pt x="408" y="80"/>
                  </a:lnTo>
                  <a:lnTo>
                    <a:pt x="410" y="84"/>
                  </a:lnTo>
                  <a:lnTo>
                    <a:pt x="414" y="86"/>
                  </a:lnTo>
                  <a:lnTo>
                    <a:pt x="424" y="90"/>
                  </a:lnTo>
                  <a:lnTo>
                    <a:pt x="430" y="92"/>
                  </a:lnTo>
                  <a:lnTo>
                    <a:pt x="434" y="96"/>
                  </a:lnTo>
                  <a:lnTo>
                    <a:pt x="442" y="104"/>
                  </a:lnTo>
                  <a:lnTo>
                    <a:pt x="456" y="108"/>
                  </a:lnTo>
                  <a:lnTo>
                    <a:pt x="458" y="110"/>
                  </a:lnTo>
                  <a:lnTo>
                    <a:pt x="462" y="116"/>
                  </a:lnTo>
                  <a:lnTo>
                    <a:pt x="464" y="120"/>
                  </a:lnTo>
                  <a:lnTo>
                    <a:pt x="466" y="122"/>
                  </a:lnTo>
                  <a:lnTo>
                    <a:pt x="468" y="122"/>
                  </a:lnTo>
                  <a:lnTo>
                    <a:pt x="472" y="122"/>
                  </a:lnTo>
                  <a:lnTo>
                    <a:pt x="476" y="120"/>
                  </a:lnTo>
                  <a:lnTo>
                    <a:pt x="480" y="116"/>
                  </a:lnTo>
                  <a:lnTo>
                    <a:pt x="484" y="110"/>
                  </a:lnTo>
                  <a:lnTo>
                    <a:pt x="486" y="104"/>
                  </a:lnTo>
                  <a:lnTo>
                    <a:pt x="490" y="92"/>
                  </a:lnTo>
                  <a:lnTo>
                    <a:pt x="494" y="84"/>
                  </a:lnTo>
                  <a:lnTo>
                    <a:pt x="498" y="76"/>
                  </a:lnTo>
                  <a:lnTo>
                    <a:pt x="500" y="64"/>
                  </a:lnTo>
                  <a:lnTo>
                    <a:pt x="502" y="52"/>
                  </a:lnTo>
                  <a:lnTo>
                    <a:pt x="504" y="42"/>
                  </a:lnTo>
                  <a:lnTo>
                    <a:pt x="510" y="32"/>
                  </a:lnTo>
                  <a:lnTo>
                    <a:pt x="514" y="24"/>
                  </a:lnTo>
                  <a:lnTo>
                    <a:pt x="520" y="6"/>
                  </a:lnTo>
                  <a:lnTo>
                    <a:pt x="522" y="0"/>
                  </a:lnTo>
                  <a:lnTo>
                    <a:pt x="524" y="0"/>
                  </a:lnTo>
                  <a:lnTo>
                    <a:pt x="528" y="0"/>
                  </a:lnTo>
                  <a:lnTo>
                    <a:pt x="532" y="0"/>
                  </a:lnTo>
                  <a:lnTo>
                    <a:pt x="534" y="4"/>
                  </a:lnTo>
                  <a:lnTo>
                    <a:pt x="532" y="12"/>
                  </a:lnTo>
                  <a:lnTo>
                    <a:pt x="532" y="20"/>
                  </a:lnTo>
                  <a:lnTo>
                    <a:pt x="532" y="26"/>
                  </a:lnTo>
                  <a:lnTo>
                    <a:pt x="536" y="44"/>
                  </a:lnTo>
                  <a:lnTo>
                    <a:pt x="538" y="56"/>
                  </a:lnTo>
                  <a:lnTo>
                    <a:pt x="540" y="60"/>
                  </a:lnTo>
                  <a:lnTo>
                    <a:pt x="542" y="62"/>
                  </a:lnTo>
                  <a:lnTo>
                    <a:pt x="546" y="62"/>
                  </a:lnTo>
                  <a:lnTo>
                    <a:pt x="548" y="60"/>
                  </a:lnTo>
                  <a:lnTo>
                    <a:pt x="552" y="68"/>
                  </a:lnTo>
                  <a:lnTo>
                    <a:pt x="558" y="76"/>
                  </a:lnTo>
                  <a:lnTo>
                    <a:pt x="554" y="82"/>
                  </a:lnTo>
                  <a:lnTo>
                    <a:pt x="556" y="90"/>
                  </a:lnTo>
                  <a:lnTo>
                    <a:pt x="554" y="100"/>
                  </a:lnTo>
                  <a:lnTo>
                    <a:pt x="556" y="106"/>
                  </a:lnTo>
                  <a:lnTo>
                    <a:pt x="558" y="110"/>
                  </a:lnTo>
                  <a:lnTo>
                    <a:pt x="560" y="118"/>
                  </a:lnTo>
                  <a:lnTo>
                    <a:pt x="560" y="124"/>
                  </a:lnTo>
                  <a:lnTo>
                    <a:pt x="562" y="132"/>
                  </a:lnTo>
                  <a:lnTo>
                    <a:pt x="564" y="136"/>
                  </a:lnTo>
                  <a:lnTo>
                    <a:pt x="564" y="144"/>
                  </a:lnTo>
                  <a:lnTo>
                    <a:pt x="564" y="148"/>
                  </a:lnTo>
                  <a:lnTo>
                    <a:pt x="568" y="152"/>
                  </a:lnTo>
                  <a:lnTo>
                    <a:pt x="576" y="158"/>
                  </a:lnTo>
                  <a:lnTo>
                    <a:pt x="584" y="162"/>
                  </a:lnTo>
                  <a:lnTo>
                    <a:pt x="592" y="168"/>
                  </a:lnTo>
                  <a:lnTo>
                    <a:pt x="594" y="174"/>
                  </a:lnTo>
                  <a:lnTo>
                    <a:pt x="594" y="178"/>
                  </a:lnTo>
                  <a:lnTo>
                    <a:pt x="596" y="182"/>
                  </a:lnTo>
                  <a:lnTo>
                    <a:pt x="598" y="186"/>
                  </a:lnTo>
                  <a:lnTo>
                    <a:pt x="598" y="200"/>
                  </a:lnTo>
                  <a:lnTo>
                    <a:pt x="598" y="206"/>
                  </a:lnTo>
                  <a:lnTo>
                    <a:pt x="600" y="208"/>
                  </a:lnTo>
                  <a:lnTo>
                    <a:pt x="602" y="208"/>
                  </a:lnTo>
                  <a:lnTo>
                    <a:pt x="604" y="208"/>
                  </a:lnTo>
                  <a:lnTo>
                    <a:pt x="604" y="206"/>
                  </a:lnTo>
                  <a:lnTo>
                    <a:pt x="612" y="216"/>
                  </a:lnTo>
                  <a:lnTo>
                    <a:pt x="614" y="220"/>
                  </a:lnTo>
                  <a:lnTo>
                    <a:pt x="614" y="228"/>
                  </a:lnTo>
                  <a:lnTo>
                    <a:pt x="616" y="232"/>
                  </a:lnTo>
                  <a:lnTo>
                    <a:pt x="618" y="234"/>
                  </a:lnTo>
                  <a:lnTo>
                    <a:pt x="620" y="236"/>
                  </a:lnTo>
                  <a:lnTo>
                    <a:pt x="622" y="238"/>
                  </a:lnTo>
                  <a:lnTo>
                    <a:pt x="632" y="250"/>
                  </a:lnTo>
                  <a:lnTo>
                    <a:pt x="634" y="258"/>
                  </a:lnTo>
                  <a:lnTo>
                    <a:pt x="636" y="264"/>
                  </a:lnTo>
                  <a:lnTo>
                    <a:pt x="634" y="270"/>
                  </a:lnTo>
                  <a:lnTo>
                    <a:pt x="632" y="276"/>
                  </a:lnTo>
                  <a:lnTo>
                    <a:pt x="630" y="280"/>
                  </a:lnTo>
                  <a:lnTo>
                    <a:pt x="630" y="288"/>
                  </a:lnTo>
                  <a:lnTo>
                    <a:pt x="630" y="300"/>
                  </a:lnTo>
                  <a:lnTo>
                    <a:pt x="630" y="312"/>
                  </a:lnTo>
                  <a:lnTo>
                    <a:pt x="626" y="322"/>
                  </a:lnTo>
                  <a:lnTo>
                    <a:pt x="624" y="328"/>
                  </a:lnTo>
                  <a:lnTo>
                    <a:pt x="620" y="336"/>
                  </a:lnTo>
                  <a:lnTo>
                    <a:pt x="608" y="352"/>
                  </a:lnTo>
                  <a:lnTo>
                    <a:pt x="600" y="370"/>
                  </a:lnTo>
                  <a:lnTo>
                    <a:pt x="598" y="376"/>
                  </a:lnTo>
                  <a:lnTo>
                    <a:pt x="594" y="378"/>
                  </a:lnTo>
                  <a:lnTo>
                    <a:pt x="590" y="382"/>
                  </a:lnTo>
                  <a:lnTo>
                    <a:pt x="586" y="384"/>
                  </a:lnTo>
                  <a:lnTo>
                    <a:pt x="582" y="390"/>
                  </a:lnTo>
                  <a:lnTo>
                    <a:pt x="578" y="394"/>
                  </a:lnTo>
                  <a:lnTo>
                    <a:pt x="566" y="402"/>
                  </a:lnTo>
                  <a:lnTo>
                    <a:pt x="558" y="408"/>
                  </a:lnTo>
                  <a:lnTo>
                    <a:pt x="552" y="416"/>
                  </a:lnTo>
                  <a:lnTo>
                    <a:pt x="548" y="424"/>
                  </a:lnTo>
                  <a:lnTo>
                    <a:pt x="542" y="432"/>
                  </a:lnTo>
                  <a:lnTo>
                    <a:pt x="522" y="454"/>
                  </a:lnTo>
                  <a:lnTo>
                    <a:pt x="510" y="466"/>
                  </a:lnTo>
                  <a:lnTo>
                    <a:pt x="500" y="480"/>
                  </a:lnTo>
                  <a:lnTo>
                    <a:pt x="498" y="482"/>
                  </a:lnTo>
                  <a:lnTo>
                    <a:pt x="496" y="486"/>
                  </a:lnTo>
                  <a:lnTo>
                    <a:pt x="496" y="488"/>
                  </a:lnTo>
                  <a:lnTo>
                    <a:pt x="494" y="490"/>
                  </a:lnTo>
                  <a:lnTo>
                    <a:pt x="484" y="490"/>
                  </a:lnTo>
                  <a:lnTo>
                    <a:pt x="476" y="490"/>
                  </a:lnTo>
                  <a:lnTo>
                    <a:pt x="468" y="492"/>
                  </a:lnTo>
                  <a:lnTo>
                    <a:pt x="462" y="492"/>
                  </a:lnTo>
                  <a:lnTo>
                    <a:pt x="454" y="496"/>
                  </a:lnTo>
                  <a:lnTo>
                    <a:pt x="448" y="500"/>
                  </a:lnTo>
                  <a:lnTo>
                    <a:pt x="442" y="504"/>
                  </a:lnTo>
                  <a:lnTo>
                    <a:pt x="438" y="506"/>
                  </a:lnTo>
                  <a:lnTo>
                    <a:pt x="434" y="508"/>
                  </a:lnTo>
                  <a:lnTo>
                    <a:pt x="432" y="512"/>
                  </a:lnTo>
                  <a:lnTo>
                    <a:pt x="428" y="514"/>
                  </a:lnTo>
                  <a:lnTo>
                    <a:pt x="426" y="516"/>
                  </a:lnTo>
                  <a:lnTo>
                    <a:pt x="420" y="506"/>
                  </a:lnTo>
                  <a:lnTo>
                    <a:pt x="416" y="494"/>
                  </a:lnTo>
                  <a:lnTo>
                    <a:pt x="412" y="494"/>
                  </a:lnTo>
                  <a:lnTo>
                    <a:pt x="410" y="496"/>
                  </a:lnTo>
                  <a:lnTo>
                    <a:pt x="408" y="500"/>
                  </a:lnTo>
                  <a:lnTo>
                    <a:pt x="386" y="514"/>
                  </a:lnTo>
                  <a:lnTo>
                    <a:pt x="380" y="510"/>
                  </a:lnTo>
                  <a:lnTo>
                    <a:pt x="378" y="504"/>
                  </a:lnTo>
                  <a:lnTo>
                    <a:pt x="370" y="504"/>
                  </a:lnTo>
                  <a:lnTo>
                    <a:pt x="364" y="504"/>
                  </a:lnTo>
                  <a:lnTo>
                    <a:pt x="358" y="500"/>
                  </a:lnTo>
                  <a:lnTo>
                    <a:pt x="354" y="494"/>
                  </a:lnTo>
                  <a:lnTo>
                    <a:pt x="348" y="488"/>
                  </a:lnTo>
                  <a:lnTo>
                    <a:pt x="346" y="482"/>
                  </a:lnTo>
                  <a:lnTo>
                    <a:pt x="346" y="478"/>
                  </a:lnTo>
                  <a:lnTo>
                    <a:pt x="350" y="474"/>
                  </a:lnTo>
                  <a:lnTo>
                    <a:pt x="352" y="470"/>
                  </a:lnTo>
                  <a:lnTo>
                    <a:pt x="354" y="464"/>
                  </a:lnTo>
                  <a:lnTo>
                    <a:pt x="352" y="458"/>
                  </a:lnTo>
                  <a:lnTo>
                    <a:pt x="348" y="454"/>
                  </a:lnTo>
                  <a:lnTo>
                    <a:pt x="344" y="452"/>
                  </a:lnTo>
                  <a:lnTo>
                    <a:pt x="340" y="448"/>
                  </a:lnTo>
                  <a:lnTo>
                    <a:pt x="346" y="440"/>
                  </a:lnTo>
                  <a:lnTo>
                    <a:pt x="346" y="436"/>
                  </a:lnTo>
                  <a:lnTo>
                    <a:pt x="348" y="432"/>
                  </a:lnTo>
                  <a:lnTo>
                    <a:pt x="346" y="428"/>
                  </a:lnTo>
                  <a:lnTo>
                    <a:pt x="342" y="428"/>
                  </a:lnTo>
                  <a:lnTo>
                    <a:pt x="340" y="430"/>
                  </a:lnTo>
                  <a:lnTo>
                    <a:pt x="336" y="436"/>
                  </a:lnTo>
                  <a:lnTo>
                    <a:pt x="332" y="442"/>
                  </a:lnTo>
                  <a:lnTo>
                    <a:pt x="330" y="444"/>
                  </a:lnTo>
                  <a:lnTo>
                    <a:pt x="326" y="444"/>
                  </a:lnTo>
                  <a:lnTo>
                    <a:pt x="324" y="444"/>
                  </a:lnTo>
                  <a:lnTo>
                    <a:pt x="322" y="442"/>
                  </a:lnTo>
                  <a:lnTo>
                    <a:pt x="324" y="438"/>
                  </a:lnTo>
                  <a:lnTo>
                    <a:pt x="328" y="438"/>
                  </a:lnTo>
                  <a:lnTo>
                    <a:pt x="332" y="436"/>
                  </a:lnTo>
                  <a:lnTo>
                    <a:pt x="346" y="420"/>
                  </a:lnTo>
                  <a:lnTo>
                    <a:pt x="352" y="412"/>
                  </a:lnTo>
                  <a:lnTo>
                    <a:pt x="356" y="404"/>
                  </a:lnTo>
                  <a:lnTo>
                    <a:pt x="350" y="404"/>
                  </a:lnTo>
                  <a:lnTo>
                    <a:pt x="342" y="404"/>
                  </a:lnTo>
                  <a:lnTo>
                    <a:pt x="340" y="410"/>
                  </a:lnTo>
                  <a:lnTo>
                    <a:pt x="338" y="416"/>
                  </a:lnTo>
                  <a:lnTo>
                    <a:pt x="332" y="416"/>
                  </a:lnTo>
                  <a:lnTo>
                    <a:pt x="326" y="418"/>
                  </a:lnTo>
                  <a:lnTo>
                    <a:pt x="318" y="424"/>
                  </a:lnTo>
                  <a:lnTo>
                    <a:pt x="312" y="432"/>
                  </a:lnTo>
                  <a:lnTo>
                    <a:pt x="310" y="438"/>
                  </a:lnTo>
                  <a:lnTo>
                    <a:pt x="304" y="438"/>
                  </a:lnTo>
                  <a:lnTo>
                    <a:pt x="304" y="436"/>
                  </a:lnTo>
                  <a:lnTo>
                    <a:pt x="304" y="434"/>
                  </a:lnTo>
                  <a:lnTo>
                    <a:pt x="304" y="426"/>
                  </a:lnTo>
                  <a:lnTo>
                    <a:pt x="306" y="418"/>
                  </a:lnTo>
                  <a:lnTo>
                    <a:pt x="304" y="410"/>
                  </a:lnTo>
                  <a:lnTo>
                    <a:pt x="304" y="406"/>
                  </a:lnTo>
                  <a:lnTo>
                    <a:pt x="302" y="400"/>
                  </a:lnTo>
                  <a:lnTo>
                    <a:pt x="300" y="392"/>
                  </a:lnTo>
                  <a:lnTo>
                    <a:pt x="286" y="388"/>
                  </a:lnTo>
                  <a:lnTo>
                    <a:pt x="276" y="384"/>
                  </a:lnTo>
                  <a:lnTo>
                    <a:pt x="270" y="382"/>
                  </a:lnTo>
                  <a:lnTo>
                    <a:pt x="268" y="380"/>
                  </a:lnTo>
                  <a:lnTo>
                    <a:pt x="264" y="378"/>
                  </a:lnTo>
                  <a:lnTo>
                    <a:pt x="232" y="378"/>
                  </a:lnTo>
                  <a:lnTo>
                    <a:pt x="208" y="392"/>
                  </a:lnTo>
                  <a:lnTo>
                    <a:pt x="176" y="392"/>
                  </a:lnTo>
                  <a:lnTo>
                    <a:pt x="164" y="398"/>
                  </a:lnTo>
                  <a:lnTo>
                    <a:pt x="150" y="406"/>
                  </a:lnTo>
                  <a:lnTo>
                    <a:pt x="134" y="416"/>
                  </a:lnTo>
                  <a:lnTo>
                    <a:pt x="122" y="420"/>
                  </a:lnTo>
                  <a:lnTo>
                    <a:pt x="108" y="422"/>
                  </a:lnTo>
                  <a:lnTo>
                    <a:pt x="92" y="422"/>
                  </a:lnTo>
                  <a:lnTo>
                    <a:pt x="84" y="424"/>
                  </a:lnTo>
                  <a:lnTo>
                    <a:pt x="74" y="426"/>
                  </a:lnTo>
                  <a:lnTo>
                    <a:pt x="58" y="432"/>
                  </a:lnTo>
                  <a:lnTo>
                    <a:pt x="42" y="438"/>
                  </a:lnTo>
                  <a:lnTo>
                    <a:pt x="32" y="440"/>
                  </a:lnTo>
                  <a:lnTo>
                    <a:pt x="24" y="440"/>
                  </a:lnTo>
                  <a:lnTo>
                    <a:pt x="18" y="440"/>
                  </a:lnTo>
                  <a:lnTo>
                    <a:pt x="14" y="436"/>
                  </a:lnTo>
                  <a:lnTo>
                    <a:pt x="6" y="430"/>
                  </a:lnTo>
                  <a:lnTo>
                    <a:pt x="4" y="428"/>
                  </a:lnTo>
                  <a:lnTo>
                    <a:pt x="2" y="428"/>
                  </a:lnTo>
                  <a:lnTo>
                    <a:pt x="0" y="426"/>
                  </a:lnTo>
                  <a:lnTo>
                    <a:pt x="0" y="422"/>
                  </a:lnTo>
                  <a:lnTo>
                    <a:pt x="0" y="420"/>
                  </a:lnTo>
                  <a:lnTo>
                    <a:pt x="2" y="416"/>
                  </a:lnTo>
                  <a:lnTo>
                    <a:pt x="4" y="414"/>
                  </a:lnTo>
                  <a:lnTo>
                    <a:pt x="10" y="412"/>
                  </a:lnTo>
                  <a:lnTo>
                    <a:pt x="16" y="408"/>
                  </a:lnTo>
                  <a:lnTo>
                    <a:pt x="24" y="394"/>
                  </a:lnTo>
                  <a:lnTo>
                    <a:pt x="30" y="380"/>
                  </a:lnTo>
                  <a:lnTo>
                    <a:pt x="28" y="376"/>
                  </a:lnTo>
                  <a:lnTo>
                    <a:pt x="26" y="372"/>
                  </a:lnTo>
                  <a:lnTo>
                    <a:pt x="26" y="362"/>
                  </a:lnTo>
                  <a:lnTo>
                    <a:pt x="26" y="328"/>
                  </a:lnTo>
                  <a:lnTo>
                    <a:pt x="26" y="316"/>
                  </a:lnTo>
                  <a:lnTo>
                    <a:pt x="26" y="304"/>
                  </a:lnTo>
                  <a:lnTo>
                    <a:pt x="24" y="296"/>
                  </a:lnTo>
                  <a:lnTo>
                    <a:pt x="20" y="288"/>
                  </a:lnTo>
                  <a:lnTo>
                    <a:pt x="16" y="280"/>
                  </a:lnTo>
                  <a:lnTo>
                    <a:pt x="16" y="276"/>
                  </a:lnTo>
                  <a:lnTo>
                    <a:pt x="20" y="280"/>
                  </a:lnTo>
                  <a:lnTo>
                    <a:pt x="20" y="284"/>
                  </a:lnTo>
                  <a:lnTo>
                    <a:pt x="26" y="284"/>
                  </a:lnTo>
                  <a:lnTo>
                    <a:pt x="24" y="278"/>
                  </a:lnTo>
                  <a:lnTo>
                    <a:pt x="24" y="272"/>
                  </a:lnTo>
                  <a:lnTo>
                    <a:pt x="28" y="276"/>
                  </a:lnTo>
                  <a:lnTo>
                    <a:pt x="28" y="280"/>
                  </a:lnTo>
                  <a:lnTo>
                    <a:pt x="30" y="278"/>
                  </a:lnTo>
                  <a:lnTo>
                    <a:pt x="30" y="276"/>
                  </a:lnTo>
                  <a:lnTo>
                    <a:pt x="32" y="272"/>
                  </a:lnTo>
                  <a:lnTo>
                    <a:pt x="28" y="256"/>
                  </a:lnTo>
                  <a:lnTo>
                    <a:pt x="36" y="236"/>
                  </a:lnTo>
                  <a:lnTo>
                    <a:pt x="38" y="226"/>
                  </a:lnTo>
                  <a:lnTo>
                    <a:pt x="40" y="214"/>
                  </a:lnTo>
                  <a:lnTo>
                    <a:pt x="40" y="208"/>
                  </a:lnTo>
                  <a:lnTo>
                    <a:pt x="44" y="202"/>
                  </a:lnTo>
                  <a:lnTo>
                    <a:pt x="46" y="206"/>
                  </a:lnTo>
                  <a:lnTo>
                    <a:pt x="48" y="208"/>
                  </a:lnTo>
                  <a:lnTo>
                    <a:pt x="48" y="210"/>
                  </a:lnTo>
                  <a:lnTo>
                    <a:pt x="52" y="208"/>
                  </a:lnTo>
                  <a:lnTo>
                    <a:pt x="54" y="206"/>
                  </a:lnTo>
                  <a:lnTo>
                    <a:pt x="56" y="202"/>
                  </a:lnTo>
                  <a:lnTo>
                    <a:pt x="58" y="198"/>
                  </a:lnTo>
                  <a:lnTo>
                    <a:pt x="62" y="196"/>
                  </a:lnTo>
                  <a:lnTo>
                    <a:pt x="70" y="194"/>
                  </a:lnTo>
                  <a:lnTo>
                    <a:pt x="76" y="190"/>
                  </a:lnTo>
                  <a:lnTo>
                    <a:pt x="78" y="188"/>
                  </a:lnTo>
                  <a:lnTo>
                    <a:pt x="82" y="186"/>
                  </a:lnTo>
                  <a:lnTo>
                    <a:pt x="86" y="182"/>
                  </a:lnTo>
                  <a:lnTo>
                    <a:pt x="94" y="178"/>
                  </a:lnTo>
                  <a:lnTo>
                    <a:pt x="102" y="176"/>
                  </a:lnTo>
                  <a:lnTo>
                    <a:pt x="110" y="174"/>
                  </a:lnTo>
                  <a:lnTo>
                    <a:pt x="118" y="172"/>
                  </a:lnTo>
                  <a:lnTo>
                    <a:pt x="128" y="168"/>
                  </a:lnTo>
                  <a:lnTo>
                    <a:pt x="138" y="166"/>
                  </a:lnTo>
                  <a:lnTo>
                    <a:pt x="146" y="166"/>
                  </a:lnTo>
                  <a:lnTo>
                    <a:pt x="156" y="164"/>
                  </a:lnTo>
                  <a:lnTo>
                    <a:pt x="162" y="162"/>
                  </a:lnTo>
                  <a:lnTo>
                    <a:pt x="168" y="152"/>
                  </a:lnTo>
                  <a:lnTo>
                    <a:pt x="180" y="13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0" name=""/>
            <p:cNvSpPr/>
            <p:nvPr/>
          </p:nvSpPr>
          <p:spPr>
            <a:xfrm>
              <a:off x="8565120" y="4429440"/>
              <a:ext cx="126360" cy="66600"/>
            </a:xfrm>
            <a:custGeom>
              <a:avLst/>
              <a:gdLst/>
              <a:ahLst/>
              <a:rect l="l" t="t" r="r" b="b"/>
              <a:pathLst>
                <a:path w="64" h="38">
                  <a:moveTo>
                    <a:pt x="64" y="0"/>
                  </a:moveTo>
                  <a:lnTo>
                    <a:pt x="52" y="10"/>
                  </a:lnTo>
                  <a:lnTo>
                    <a:pt x="36" y="16"/>
                  </a:lnTo>
                  <a:lnTo>
                    <a:pt x="32" y="18"/>
                  </a:lnTo>
                  <a:lnTo>
                    <a:pt x="28" y="20"/>
                  </a:lnTo>
                  <a:lnTo>
                    <a:pt x="22" y="28"/>
                  </a:lnTo>
                  <a:lnTo>
                    <a:pt x="14" y="36"/>
                  </a:lnTo>
                  <a:lnTo>
                    <a:pt x="8" y="38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2" y="26"/>
                  </a:lnTo>
                  <a:lnTo>
                    <a:pt x="10" y="20"/>
                  </a:lnTo>
                  <a:lnTo>
                    <a:pt x="26" y="14"/>
                  </a:lnTo>
                  <a:lnTo>
                    <a:pt x="28" y="12"/>
                  </a:lnTo>
                  <a:lnTo>
                    <a:pt x="30" y="8"/>
                  </a:lnTo>
                  <a:lnTo>
                    <a:pt x="32" y="6"/>
                  </a:lnTo>
                  <a:lnTo>
                    <a:pt x="36" y="4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64" y="0"/>
                  </a:lnTo>
                  <a:lnTo>
                    <a:pt x="64" y="2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1" name=""/>
            <p:cNvSpPr/>
            <p:nvPr/>
          </p:nvSpPr>
          <p:spPr>
            <a:xfrm>
              <a:off x="8457120" y="4421160"/>
              <a:ext cx="100800" cy="18000"/>
            </a:xfrm>
            <a:custGeom>
              <a:avLst/>
              <a:gdLst/>
              <a:ahLst/>
              <a:rect l="l" t="t" r="r" b="b"/>
              <a:pathLst>
                <a:path w="50" h="10">
                  <a:moveTo>
                    <a:pt x="40" y="8"/>
                  </a:moveTo>
                  <a:lnTo>
                    <a:pt x="34" y="10"/>
                  </a:lnTo>
                  <a:lnTo>
                    <a:pt x="28" y="10"/>
                  </a:lnTo>
                  <a:lnTo>
                    <a:pt x="22" y="8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2" y="8"/>
                  </a:lnTo>
                  <a:lnTo>
                    <a:pt x="0" y="4"/>
                  </a:lnTo>
                  <a:lnTo>
                    <a:pt x="6" y="2"/>
                  </a:lnTo>
                  <a:lnTo>
                    <a:pt x="12" y="0"/>
                  </a:lnTo>
                  <a:lnTo>
                    <a:pt x="18" y="2"/>
                  </a:lnTo>
                  <a:lnTo>
                    <a:pt x="24" y="4"/>
                  </a:lnTo>
                  <a:lnTo>
                    <a:pt x="28" y="6"/>
                  </a:lnTo>
                  <a:lnTo>
                    <a:pt x="34" y="8"/>
                  </a:lnTo>
                  <a:lnTo>
                    <a:pt x="42" y="6"/>
                  </a:lnTo>
                  <a:lnTo>
                    <a:pt x="50" y="4"/>
                  </a:lnTo>
                  <a:lnTo>
                    <a:pt x="46" y="8"/>
                  </a:lnTo>
                  <a:lnTo>
                    <a:pt x="44" y="10"/>
                  </a:lnTo>
                  <a:lnTo>
                    <a:pt x="38" y="10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0" bIns="-28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2" name=""/>
            <p:cNvSpPr/>
            <p:nvPr/>
          </p:nvSpPr>
          <p:spPr>
            <a:xfrm>
              <a:off x="8009280" y="4349880"/>
              <a:ext cx="319320" cy="89280"/>
            </a:xfrm>
            <a:custGeom>
              <a:avLst/>
              <a:gdLst/>
              <a:ahLst/>
              <a:rect l="l" t="t" r="r" b="b"/>
              <a:pathLst>
                <a:path w="162" h="50">
                  <a:moveTo>
                    <a:pt x="16" y="16"/>
                  </a:moveTo>
                  <a:lnTo>
                    <a:pt x="8" y="16"/>
                  </a:lnTo>
                  <a:lnTo>
                    <a:pt x="4" y="14"/>
                  </a:lnTo>
                  <a:lnTo>
                    <a:pt x="0" y="12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36" y="2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2" y="8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62" y="16"/>
                  </a:lnTo>
                  <a:lnTo>
                    <a:pt x="70" y="16"/>
                  </a:lnTo>
                  <a:lnTo>
                    <a:pt x="78" y="14"/>
                  </a:lnTo>
                  <a:lnTo>
                    <a:pt x="84" y="12"/>
                  </a:lnTo>
                  <a:lnTo>
                    <a:pt x="88" y="10"/>
                  </a:lnTo>
                  <a:lnTo>
                    <a:pt x="90" y="8"/>
                  </a:lnTo>
                  <a:lnTo>
                    <a:pt x="92" y="10"/>
                  </a:lnTo>
                  <a:lnTo>
                    <a:pt x="94" y="10"/>
                  </a:lnTo>
                  <a:lnTo>
                    <a:pt x="100" y="12"/>
                  </a:lnTo>
                  <a:lnTo>
                    <a:pt x="102" y="16"/>
                  </a:lnTo>
                  <a:lnTo>
                    <a:pt x="106" y="16"/>
                  </a:lnTo>
                  <a:lnTo>
                    <a:pt x="114" y="18"/>
                  </a:lnTo>
                  <a:lnTo>
                    <a:pt x="118" y="20"/>
                  </a:lnTo>
                  <a:lnTo>
                    <a:pt x="118" y="22"/>
                  </a:lnTo>
                  <a:lnTo>
                    <a:pt x="118" y="30"/>
                  </a:lnTo>
                  <a:lnTo>
                    <a:pt x="124" y="32"/>
                  </a:lnTo>
                  <a:lnTo>
                    <a:pt x="132" y="32"/>
                  </a:lnTo>
                  <a:lnTo>
                    <a:pt x="146" y="34"/>
                  </a:lnTo>
                  <a:lnTo>
                    <a:pt x="150" y="36"/>
                  </a:lnTo>
                  <a:lnTo>
                    <a:pt x="162" y="40"/>
                  </a:lnTo>
                  <a:lnTo>
                    <a:pt x="162" y="42"/>
                  </a:lnTo>
                  <a:lnTo>
                    <a:pt x="160" y="46"/>
                  </a:lnTo>
                  <a:lnTo>
                    <a:pt x="156" y="48"/>
                  </a:lnTo>
                  <a:lnTo>
                    <a:pt x="152" y="48"/>
                  </a:lnTo>
                  <a:lnTo>
                    <a:pt x="150" y="46"/>
                  </a:lnTo>
                  <a:lnTo>
                    <a:pt x="146" y="40"/>
                  </a:lnTo>
                  <a:lnTo>
                    <a:pt x="144" y="46"/>
                  </a:lnTo>
                  <a:lnTo>
                    <a:pt x="144" y="48"/>
                  </a:lnTo>
                  <a:lnTo>
                    <a:pt x="142" y="50"/>
                  </a:lnTo>
                  <a:lnTo>
                    <a:pt x="136" y="48"/>
                  </a:lnTo>
                  <a:lnTo>
                    <a:pt x="130" y="46"/>
                  </a:lnTo>
                  <a:lnTo>
                    <a:pt x="126" y="44"/>
                  </a:lnTo>
                  <a:lnTo>
                    <a:pt x="118" y="42"/>
                  </a:lnTo>
                  <a:lnTo>
                    <a:pt x="92" y="42"/>
                  </a:lnTo>
                  <a:lnTo>
                    <a:pt x="90" y="40"/>
                  </a:lnTo>
                  <a:lnTo>
                    <a:pt x="84" y="40"/>
                  </a:lnTo>
                  <a:lnTo>
                    <a:pt x="82" y="38"/>
                  </a:lnTo>
                  <a:lnTo>
                    <a:pt x="80" y="36"/>
                  </a:lnTo>
                  <a:lnTo>
                    <a:pt x="74" y="34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6" y="32"/>
                  </a:lnTo>
                  <a:lnTo>
                    <a:pt x="36" y="30"/>
                  </a:lnTo>
                  <a:lnTo>
                    <a:pt x="32" y="26"/>
                  </a:lnTo>
                  <a:lnTo>
                    <a:pt x="24" y="26"/>
                  </a:lnTo>
                  <a:lnTo>
                    <a:pt x="20" y="26"/>
                  </a:lnTo>
                  <a:lnTo>
                    <a:pt x="18" y="2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480" bIns="42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3" name=""/>
            <p:cNvSpPr/>
            <p:nvPr/>
          </p:nvSpPr>
          <p:spPr>
            <a:xfrm>
              <a:off x="8009280" y="4206960"/>
              <a:ext cx="46080" cy="46800"/>
            </a:xfrm>
            <a:custGeom>
              <a:avLst/>
              <a:gdLst/>
              <a:ahLst/>
              <a:rect l="l" t="t" r="r" b="b"/>
              <a:pathLst>
                <a:path w="24" h="26">
                  <a:moveTo>
                    <a:pt x="0" y="6"/>
                  </a:moveTo>
                  <a:lnTo>
                    <a:pt x="4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4" y="6"/>
                  </a:lnTo>
                  <a:lnTo>
                    <a:pt x="18" y="12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22" y="26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0" y="16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6" y="8"/>
                  </a:lnTo>
                  <a:lnTo>
                    <a:pt x="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0" bIns="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4" name=""/>
            <p:cNvSpPr/>
            <p:nvPr/>
          </p:nvSpPr>
          <p:spPr>
            <a:xfrm>
              <a:off x="8084520" y="4239720"/>
              <a:ext cx="21960" cy="17640"/>
            </a:xfrm>
            <a:custGeom>
              <a:avLst/>
              <a:gdLst/>
              <a:ahLst/>
              <a:rect l="l" t="t" r="r" b="b"/>
              <a:pathLst>
                <a:path w="12" h="10">
                  <a:moveTo>
                    <a:pt x="12" y="2"/>
                  </a:moveTo>
                  <a:lnTo>
                    <a:pt x="10" y="6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2" y="8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160" bIns="-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5" name=""/>
            <p:cNvSpPr/>
            <p:nvPr/>
          </p:nvSpPr>
          <p:spPr>
            <a:xfrm>
              <a:off x="7798680" y="4186080"/>
              <a:ext cx="18720" cy="20880"/>
            </a:xfrm>
            <a:custGeom>
              <a:avLst/>
              <a:gdLst/>
              <a:ahLst/>
              <a:rect l="l" t="t" r="r" b="b"/>
              <a:pathLst>
                <a:path w="10" h="12">
                  <a:moveTo>
                    <a:pt x="6" y="0"/>
                  </a:moveTo>
                  <a:lnTo>
                    <a:pt x="6" y="6"/>
                  </a:lnTo>
                  <a:lnTo>
                    <a:pt x="10" y="8"/>
                  </a:lnTo>
                  <a:lnTo>
                    <a:pt x="10" y="12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6" name=""/>
            <p:cNvSpPr/>
            <p:nvPr/>
          </p:nvSpPr>
          <p:spPr>
            <a:xfrm>
              <a:off x="7755840" y="4107960"/>
              <a:ext cx="22320" cy="24120"/>
            </a:xfrm>
            <a:custGeom>
              <a:avLst/>
              <a:gdLst/>
              <a:ahLst/>
              <a:rect l="l" t="t" r="r" b="b"/>
              <a:pathLst>
                <a:path w="12" h="14">
                  <a:moveTo>
                    <a:pt x="12" y="8"/>
                  </a:moveTo>
                  <a:lnTo>
                    <a:pt x="10" y="12"/>
                  </a:lnTo>
                  <a:lnTo>
                    <a:pt x="8" y="1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7" name=""/>
            <p:cNvSpPr/>
            <p:nvPr/>
          </p:nvSpPr>
          <p:spPr>
            <a:xfrm>
              <a:off x="8777160" y="4522320"/>
              <a:ext cx="41040" cy="17640"/>
            </a:xfrm>
            <a:custGeom>
              <a:avLst/>
              <a:gdLst/>
              <a:ahLst/>
              <a:rect l="l" t="t" r="r" b="b"/>
              <a:pathLst>
                <a:path w="20" h="10">
                  <a:moveTo>
                    <a:pt x="0" y="0"/>
                  </a:moveTo>
                  <a:lnTo>
                    <a:pt x="0" y="8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4" y="10"/>
                  </a:lnTo>
                  <a:lnTo>
                    <a:pt x="16" y="6"/>
                  </a:lnTo>
                  <a:lnTo>
                    <a:pt x="20" y="2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160" bIns="-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8" name=""/>
            <p:cNvSpPr/>
            <p:nvPr/>
          </p:nvSpPr>
          <p:spPr>
            <a:xfrm>
              <a:off x="8852400" y="5474880"/>
              <a:ext cx="131400" cy="104040"/>
            </a:xfrm>
            <a:custGeom>
              <a:avLst/>
              <a:gdLst/>
              <a:ahLst/>
              <a:rect l="l" t="t" r="r" b="b"/>
              <a:pathLst>
                <a:path w="66" h="58">
                  <a:moveTo>
                    <a:pt x="18" y="2"/>
                  </a:moveTo>
                  <a:lnTo>
                    <a:pt x="24" y="8"/>
                  </a:lnTo>
                  <a:lnTo>
                    <a:pt x="28" y="10"/>
                  </a:lnTo>
                  <a:lnTo>
                    <a:pt x="32" y="12"/>
                  </a:lnTo>
                  <a:lnTo>
                    <a:pt x="40" y="12"/>
                  </a:lnTo>
                  <a:lnTo>
                    <a:pt x="46" y="10"/>
                  </a:lnTo>
                  <a:lnTo>
                    <a:pt x="58" y="6"/>
                  </a:lnTo>
                  <a:lnTo>
                    <a:pt x="66" y="6"/>
                  </a:lnTo>
                  <a:lnTo>
                    <a:pt x="66" y="8"/>
                  </a:lnTo>
                  <a:lnTo>
                    <a:pt x="64" y="12"/>
                  </a:lnTo>
                  <a:lnTo>
                    <a:pt x="60" y="16"/>
                  </a:lnTo>
                  <a:lnTo>
                    <a:pt x="56" y="24"/>
                  </a:lnTo>
                  <a:lnTo>
                    <a:pt x="54" y="32"/>
                  </a:lnTo>
                  <a:lnTo>
                    <a:pt x="50" y="34"/>
                  </a:lnTo>
                  <a:lnTo>
                    <a:pt x="46" y="36"/>
                  </a:lnTo>
                  <a:lnTo>
                    <a:pt x="42" y="42"/>
                  </a:lnTo>
                  <a:lnTo>
                    <a:pt x="38" y="48"/>
                  </a:lnTo>
                  <a:lnTo>
                    <a:pt x="34" y="50"/>
                  </a:lnTo>
                  <a:lnTo>
                    <a:pt x="32" y="52"/>
                  </a:lnTo>
                  <a:lnTo>
                    <a:pt x="30" y="50"/>
                  </a:lnTo>
                  <a:lnTo>
                    <a:pt x="28" y="46"/>
                  </a:lnTo>
                  <a:lnTo>
                    <a:pt x="18" y="54"/>
                  </a:lnTo>
                  <a:lnTo>
                    <a:pt x="16" y="56"/>
                  </a:lnTo>
                  <a:lnTo>
                    <a:pt x="10" y="58"/>
                  </a:lnTo>
                  <a:lnTo>
                    <a:pt x="4" y="56"/>
                  </a:lnTo>
                  <a:lnTo>
                    <a:pt x="0" y="52"/>
                  </a:lnTo>
                  <a:lnTo>
                    <a:pt x="0" y="48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2" y="36"/>
                  </a:lnTo>
                  <a:lnTo>
                    <a:pt x="6" y="32"/>
                  </a:lnTo>
                  <a:lnTo>
                    <a:pt x="8" y="32"/>
                  </a:lnTo>
                  <a:lnTo>
                    <a:pt x="8" y="28"/>
                  </a:lnTo>
                  <a:lnTo>
                    <a:pt x="6" y="20"/>
                  </a:lnTo>
                  <a:lnTo>
                    <a:pt x="8" y="16"/>
                  </a:lnTo>
                  <a:lnTo>
                    <a:pt x="12" y="8"/>
                  </a:lnTo>
                  <a:lnTo>
                    <a:pt x="18" y="0"/>
                  </a:lnTo>
                  <a:lnTo>
                    <a:pt x="18" y="4"/>
                  </a:lnTo>
                  <a:lnTo>
                    <a:pt x="18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9" name=""/>
            <p:cNvSpPr/>
            <p:nvPr/>
          </p:nvSpPr>
          <p:spPr>
            <a:xfrm>
              <a:off x="9375480" y="4296600"/>
              <a:ext cx="126720" cy="68040"/>
            </a:xfrm>
            <a:custGeom>
              <a:avLst/>
              <a:gdLst/>
              <a:ahLst/>
              <a:rect l="l" t="t" r="r" b="b"/>
              <a:pathLst>
                <a:path w="64" h="38">
                  <a:moveTo>
                    <a:pt x="36" y="38"/>
                  </a:moveTo>
                  <a:lnTo>
                    <a:pt x="34" y="38"/>
                  </a:lnTo>
                  <a:lnTo>
                    <a:pt x="30" y="38"/>
                  </a:lnTo>
                  <a:lnTo>
                    <a:pt x="22" y="38"/>
                  </a:lnTo>
                  <a:lnTo>
                    <a:pt x="10" y="36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4" y="22"/>
                  </a:lnTo>
                  <a:lnTo>
                    <a:pt x="28" y="24"/>
                  </a:lnTo>
                  <a:lnTo>
                    <a:pt x="30" y="24"/>
                  </a:lnTo>
                  <a:lnTo>
                    <a:pt x="38" y="22"/>
                  </a:lnTo>
                  <a:lnTo>
                    <a:pt x="42" y="18"/>
                  </a:lnTo>
                  <a:lnTo>
                    <a:pt x="46" y="14"/>
                  </a:lnTo>
                  <a:lnTo>
                    <a:pt x="52" y="10"/>
                  </a:lnTo>
                  <a:lnTo>
                    <a:pt x="52" y="4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2"/>
                  </a:lnTo>
                  <a:lnTo>
                    <a:pt x="60" y="4"/>
                  </a:lnTo>
                  <a:lnTo>
                    <a:pt x="62" y="8"/>
                  </a:lnTo>
                  <a:lnTo>
                    <a:pt x="64" y="10"/>
                  </a:lnTo>
                  <a:lnTo>
                    <a:pt x="62" y="12"/>
                  </a:lnTo>
                  <a:lnTo>
                    <a:pt x="60" y="16"/>
                  </a:lnTo>
                  <a:lnTo>
                    <a:pt x="58" y="18"/>
                  </a:lnTo>
                  <a:lnTo>
                    <a:pt x="58" y="20"/>
                  </a:lnTo>
                  <a:lnTo>
                    <a:pt x="54" y="26"/>
                  </a:lnTo>
                  <a:lnTo>
                    <a:pt x="46" y="32"/>
                  </a:lnTo>
                  <a:lnTo>
                    <a:pt x="40" y="36"/>
                  </a:lnTo>
                  <a:lnTo>
                    <a:pt x="34" y="38"/>
                  </a:lnTo>
                  <a:lnTo>
                    <a:pt x="36" y="3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240" bIns="21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0" name=""/>
            <p:cNvSpPr/>
            <p:nvPr/>
          </p:nvSpPr>
          <p:spPr>
            <a:xfrm>
              <a:off x="8920440" y="4335480"/>
              <a:ext cx="23760" cy="28800"/>
            </a:xfrm>
            <a:custGeom>
              <a:avLst/>
              <a:gdLst/>
              <a:ahLst/>
              <a:rect l="l" t="t" r="r" b="b"/>
              <a:pathLst>
                <a:path w="12" h="16">
                  <a:moveTo>
                    <a:pt x="12" y="10"/>
                  </a:moveTo>
                  <a:lnTo>
                    <a:pt x="12" y="14"/>
                  </a:lnTo>
                  <a:lnTo>
                    <a:pt x="12" y="16"/>
                  </a:lnTo>
                  <a:lnTo>
                    <a:pt x="6" y="16"/>
                  </a:lnTo>
                  <a:lnTo>
                    <a:pt x="2" y="14"/>
                  </a:lnTo>
                  <a:lnTo>
                    <a:pt x="0" y="10"/>
                  </a:lnTo>
                  <a:lnTo>
                    <a:pt x="2" y="4"/>
                  </a:lnTo>
                  <a:lnTo>
                    <a:pt x="8" y="0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1" name=""/>
            <p:cNvSpPr/>
            <p:nvPr/>
          </p:nvSpPr>
          <p:spPr>
            <a:xfrm>
              <a:off x="8818200" y="4388760"/>
              <a:ext cx="23400" cy="35640"/>
            </a:xfrm>
            <a:custGeom>
              <a:avLst/>
              <a:gdLst/>
              <a:ahLst/>
              <a:rect l="l" t="t" r="r" b="b"/>
              <a:pathLst>
                <a:path w="12" h="20">
                  <a:moveTo>
                    <a:pt x="6" y="2"/>
                  </a:moveTo>
                  <a:lnTo>
                    <a:pt x="8" y="2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12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1160" bIns="-11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2" name=""/>
            <p:cNvSpPr/>
            <p:nvPr/>
          </p:nvSpPr>
          <p:spPr>
            <a:xfrm>
              <a:off x="8727480" y="4246200"/>
              <a:ext cx="99000" cy="40320"/>
            </a:xfrm>
            <a:custGeom>
              <a:avLst/>
              <a:gdLst/>
              <a:ahLst/>
              <a:rect l="l" t="t" r="r" b="b"/>
              <a:pathLst>
                <a:path w="50" h="22">
                  <a:moveTo>
                    <a:pt x="42" y="22"/>
                  </a:moveTo>
                  <a:lnTo>
                    <a:pt x="40" y="20"/>
                  </a:lnTo>
                  <a:lnTo>
                    <a:pt x="38" y="16"/>
                  </a:lnTo>
                  <a:lnTo>
                    <a:pt x="34" y="14"/>
                  </a:lnTo>
                  <a:lnTo>
                    <a:pt x="30" y="14"/>
                  </a:lnTo>
                  <a:lnTo>
                    <a:pt x="24" y="12"/>
                  </a:lnTo>
                  <a:lnTo>
                    <a:pt x="16" y="12"/>
                  </a:lnTo>
                  <a:lnTo>
                    <a:pt x="10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8" y="4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4" y="2"/>
                  </a:lnTo>
                  <a:lnTo>
                    <a:pt x="28" y="0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44" y="6"/>
                  </a:lnTo>
                  <a:lnTo>
                    <a:pt x="48" y="10"/>
                  </a:lnTo>
                  <a:lnTo>
                    <a:pt x="50" y="16"/>
                  </a:lnTo>
                  <a:lnTo>
                    <a:pt x="48" y="18"/>
                  </a:lnTo>
                  <a:lnTo>
                    <a:pt x="46" y="20"/>
                  </a:lnTo>
                  <a:lnTo>
                    <a:pt x="42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3" name=""/>
            <p:cNvSpPr/>
            <p:nvPr/>
          </p:nvSpPr>
          <p:spPr>
            <a:xfrm>
              <a:off x="8723880" y="4093560"/>
              <a:ext cx="39240" cy="74520"/>
            </a:xfrm>
            <a:custGeom>
              <a:avLst/>
              <a:gdLst/>
              <a:ahLst/>
              <a:rect l="l" t="t" r="r" b="b"/>
              <a:pathLst>
                <a:path w="20" h="42">
                  <a:moveTo>
                    <a:pt x="2" y="22"/>
                  </a:moveTo>
                  <a:lnTo>
                    <a:pt x="2" y="18"/>
                  </a:lnTo>
                  <a:lnTo>
                    <a:pt x="2" y="14"/>
                  </a:lnTo>
                  <a:lnTo>
                    <a:pt x="0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8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4" y="16"/>
                  </a:lnTo>
                  <a:lnTo>
                    <a:pt x="12" y="18"/>
                  </a:lnTo>
                  <a:lnTo>
                    <a:pt x="12" y="22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4" y="30"/>
                  </a:lnTo>
                  <a:lnTo>
                    <a:pt x="12" y="28"/>
                  </a:lnTo>
                  <a:lnTo>
                    <a:pt x="8" y="28"/>
                  </a:lnTo>
                  <a:lnTo>
                    <a:pt x="6" y="28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6" y="42"/>
                  </a:lnTo>
                  <a:lnTo>
                    <a:pt x="2" y="40"/>
                  </a:lnTo>
                  <a:lnTo>
                    <a:pt x="2" y="34"/>
                  </a:lnTo>
                  <a:lnTo>
                    <a:pt x="2" y="2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720" bIns="27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4" name=""/>
            <p:cNvSpPr/>
            <p:nvPr/>
          </p:nvSpPr>
          <p:spPr>
            <a:xfrm>
              <a:off x="8672760" y="4257360"/>
              <a:ext cx="35640" cy="28800"/>
            </a:xfrm>
            <a:custGeom>
              <a:avLst/>
              <a:gdLst/>
              <a:ahLst/>
              <a:rect l="l" t="t" r="r" b="b"/>
              <a:pathLst>
                <a:path w="18" h="16">
                  <a:moveTo>
                    <a:pt x="16" y="4"/>
                  </a:moveTo>
                  <a:lnTo>
                    <a:pt x="18" y="6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0" y="16"/>
                  </a:lnTo>
                  <a:lnTo>
                    <a:pt x="2" y="12"/>
                  </a:lnTo>
                  <a:lnTo>
                    <a:pt x="0" y="8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8" y="4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5" name=""/>
            <p:cNvSpPr/>
            <p:nvPr/>
          </p:nvSpPr>
          <p:spPr>
            <a:xfrm>
              <a:off x="8339400" y="4418280"/>
              <a:ext cx="99000" cy="28800"/>
            </a:xfrm>
            <a:custGeom>
              <a:avLst/>
              <a:gdLst/>
              <a:ahLst/>
              <a:rect l="l" t="t" r="r" b="b"/>
              <a:pathLst>
                <a:path w="50" h="16">
                  <a:moveTo>
                    <a:pt x="50" y="12"/>
                  </a:moveTo>
                  <a:lnTo>
                    <a:pt x="48" y="12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4" y="14"/>
                  </a:lnTo>
                  <a:lnTo>
                    <a:pt x="30" y="16"/>
                  </a:lnTo>
                  <a:lnTo>
                    <a:pt x="20" y="16"/>
                  </a:lnTo>
                  <a:lnTo>
                    <a:pt x="16" y="16"/>
                  </a:lnTo>
                  <a:lnTo>
                    <a:pt x="14" y="14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4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6"/>
                  </a:lnTo>
                  <a:lnTo>
                    <a:pt x="6" y="4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14" y="6"/>
                  </a:lnTo>
                  <a:lnTo>
                    <a:pt x="32" y="10"/>
                  </a:lnTo>
                  <a:lnTo>
                    <a:pt x="38" y="10"/>
                  </a:lnTo>
                  <a:lnTo>
                    <a:pt x="34" y="6"/>
                  </a:lnTo>
                  <a:lnTo>
                    <a:pt x="32" y="4"/>
                  </a:lnTo>
                  <a:lnTo>
                    <a:pt x="34" y="2"/>
                  </a:lnTo>
                  <a:lnTo>
                    <a:pt x="38" y="0"/>
                  </a:lnTo>
                  <a:lnTo>
                    <a:pt x="42" y="4"/>
                  </a:lnTo>
                  <a:lnTo>
                    <a:pt x="50" y="8"/>
                  </a:lnTo>
                  <a:lnTo>
                    <a:pt x="50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6" name=""/>
            <p:cNvSpPr/>
            <p:nvPr/>
          </p:nvSpPr>
          <p:spPr>
            <a:xfrm>
              <a:off x="8532360" y="3832200"/>
              <a:ext cx="150120" cy="139320"/>
            </a:xfrm>
            <a:custGeom>
              <a:avLst/>
              <a:gdLst/>
              <a:ahLst/>
              <a:rect l="l" t="t" r="r" b="b"/>
              <a:pathLst>
                <a:path w="76" h="78">
                  <a:moveTo>
                    <a:pt x="64" y="56"/>
                  </a:moveTo>
                  <a:lnTo>
                    <a:pt x="60" y="52"/>
                  </a:lnTo>
                  <a:lnTo>
                    <a:pt x="56" y="54"/>
                  </a:lnTo>
                  <a:lnTo>
                    <a:pt x="54" y="58"/>
                  </a:lnTo>
                  <a:lnTo>
                    <a:pt x="56" y="62"/>
                  </a:lnTo>
                  <a:lnTo>
                    <a:pt x="58" y="64"/>
                  </a:lnTo>
                  <a:lnTo>
                    <a:pt x="60" y="68"/>
                  </a:lnTo>
                  <a:lnTo>
                    <a:pt x="62" y="72"/>
                  </a:lnTo>
                  <a:lnTo>
                    <a:pt x="60" y="78"/>
                  </a:lnTo>
                  <a:lnTo>
                    <a:pt x="58" y="78"/>
                  </a:lnTo>
                  <a:lnTo>
                    <a:pt x="54" y="78"/>
                  </a:lnTo>
                  <a:lnTo>
                    <a:pt x="52" y="78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6" y="76"/>
                  </a:lnTo>
                  <a:lnTo>
                    <a:pt x="42" y="74"/>
                  </a:lnTo>
                  <a:lnTo>
                    <a:pt x="36" y="70"/>
                  </a:lnTo>
                  <a:lnTo>
                    <a:pt x="34" y="62"/>
                  </a:lnTo>
                  <a:lnTo>
                    <a:pt x="32" y="54"/>
                  </a:lnTo>
                  <a:lnTo>
                    <a:pt x="34" y="52"/>
                  </a:lnTo>
                  <a:lnTo>
                    <a:pt x="36" y="50"/>
                  </a:lnTo>
                  <a:lnTo>
                    <a:pt x="32" y="44"/>
                  </a:lnTo>
                  <a:lnTo>
                    <a:pt x="24" y="44"/>
                  </a:lnTo>
                  <a:lnTo>
                    <a:pt x="24" y="48"/>
                  </a:lnTo>
                  <a:lnTo>
                    <a:pt x="20" y="48"/>
                  </a:lnTo>
                  <a:lnTo>
                    <a:pt x="18" y="46"/>
                  </a:lnTo>
                  <a:lnTo>
                    <a:pt x="16" y="48"/>
                  </a:lnTo>
                  <a:lnTo>
                    <a:pt x="12" y="44"/>
                  </a:lnTo>
                  <a:lnTo>
                    <a:pt x="10" y="50"/>
                  </a:lnTo>
                  <a:lnTo>
                    <a:pt x="8" y="56"/>
                  </a:lnTo>
                  <a:lnTo>
                    <a:pt x="6" y="64"/>
                  </a:lnTo>
                  <a:lnTo>
                    <a:pt x="4" y="66"/>
                  </a:lnTo>
                  <a:lnTo>
                    <a:pt x="2" y="68"/>
                  </a:lnTo>
                  <a:lnTo>
                    <a:pt x="0" y="66"/>
                  </a:lnTo>
                  <a:lnTo>
                    <a:pt x="0" y="62"/>
                  </a:lnTo>
                  <a:lnTo>
                    <a:pt x="2" y="54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2" y="34"/>
                  </a:lnTo>
                  <a:lnTo>
                    <a:pt x="6" y="34"/>
                  </a:lnTo>
                  <a:lnTo>
                    <a:pt x="10" y="32"/>
                  </a:lnTo>
                  <a:lnTo>
                    <a:pt x="14" y="28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20" y="22"/>
                  </a:lnTo>
                  <a:lnTo>
                    <a:pt x="26" y="24"/>
                  </a:lnTo>
                  <a:lnTo>
                    <a:pt x="28" y="26"/>
                  </a:lnTo>
                  <a:lnTo>
                    <a:pt x="30" y="28"/>
                  </a:lnTo>
                  <a:lnTo>
                    <a:pt x="32" y="30"/>
                  </a:lnTo>
                  <a:lnTo>
                    <a:pt x="36" y="30"/>
                  </a:lnTo>
                  <a:lnTo>
                    <a:pt x="36" y="26"/>
                  </a:lnTo>
                  <a:lnTo>
                    <a:pt x="40" y="24"/>
                  </a:lnTo>
                  <a:lnTo>
                    <a:pt x="42" y="20"/>
                  </a:lnTo>
                  <a:lnTo>
                    <a:pt x="44" y="18"/>
                  </a:lnTo>
                  <a:lnTo>
                    <a:pt x="48" y="16"/>
                  </a:lnTo>
                  <a:lnTo>
                    <a:pt x="52" y="14"/>
                  </a:lnTo>
                  <a:lnTo>
                    <a:pt x="52" y="6"/>
                  </a:lnTo>
                  <a:lnTo>
                    <a:pt x="54" y="0"/>
                  </a:lnTo>
                  <a:lnTo>
                    <a:pt x="58" y="2"/>
                  </a:lnTo>
                  <a:lnTo>
                    <a:pt x="62" y="6"/>
                  </a:lnTo>
                  <a:lnTo>
                    <a:pt x="68" y="14"/>
                  </a:lnTo>
                  <a:lnTo>
                    <a:pt x="70" y="26"/>
                  </a:lnTo>
                  <a:lnTo>
                    <a:pt x="76" y="50"/>
                  </a:lnTo>
                  <a:lnTo>
                    <a:pt x="74" y="52"/>
                  </a:lnTo>
                  <a:lnTo>
                    <a:pt x="72" y="56"/>
                  </a:lnTo>
                  <a:lnTo>
                    <a:pt x="70" y="62"/>
                  </a:lnTo>
                  <a:lnTo>
                    <a:pt x="70" y="68"/>
                  </a:lnTo>
                  <a:lnTo>
                    <a:pt x="68" y="66"/>
                  </a:lnTo>
                  <a:lnTo>
                    <a:pt x="66" y="60"/>
                  </a:lnTo>
                  <a:lnTo>
                    <a:pt x="62" y="52"/>
                  </a:lnTo>
                  <a:lnTo>
                    <a:pt x="64" y="5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7" name=""/>
            <p:cNvSpPr/>
            <p:nvPr/>
          </p:nvSpPr>
          <p:spPr>
            <a:xfrm>
              <a:off x="8381880" y="3799800"/>
              <a:ext cx="74880" cy="75960"/>
            </a:xfrm>
            <a:custGeom>
              <a:avLst/>
              <a:gdLst/>
              <a:ahLst/>
              <a:rect l="l" t="t" r="r" b="b"/>
              <a:pathLst>
                <a:path w="38" h="42">
                  <a:moveTo>
                    <a:pt x="4" y="42"/>
                  </a:moveTo>
                  <a:lnTo>
                    <a:pt x="0" y="42"/>
                  </a:lnTo>
                  <a:lnTo>
                    <a:pt x="2" y="38"/>
                  </a:lnTo>
                  <a:lnTo>
                    <a:pt x="6" y="34"/>
                  </a:lnTo>
                  <a:lnTo>
                    <a:pt x="14" y="24"/>
                  </a:lnTo>
                  <a:lnTo>
                    <a:pt x="24" y="16"/>
                  </a:lnTo>
                  <a:lnTo>
                    <a:pt x="30" y="8"/>
                  </a:lnTo>
                  <a:lnTo>
                    <a:pt x="32" y="4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6" y="6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2" y="14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22" y="18"/>
                  </a:lnTo>
                  <a:lnTo>
                    <a:pt x="20" y="28"/>
                  </a:lnTo>
                  <a:lnTo>
                    <a:pt x="14" y="36"/>
                  </a:lnTo>
                  <a:lnTo>
                    <a:pt x="10" y="40"/>
                  </a:lnTo>
                  <a:lnTo>
                    <a:pt x="4" y="4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8" name=""/>
            <p:cNvSpPr/>
            <p:nvPr/>
          </p:nvSpPr>
          <p:spPr>
            <a:xfrm>
              <a:off x="8438400" y="3549600"/>
              <a:ext cx="146880" cy="196560"/>
            </a:xfrm>
            <a:custGeom>
              <a:avLst/>
              <a:gdLst/>
              <a:ahLst/>
              <a:rect l="l" t="t" r="r" b="b"/>
              <a:pathLst>
                <a:path w="74" h="110">
                  <a:moveTo>
                    <a:pt x="4" y="46"/>
                  </a:moveTo>
                  <a:lnTo>
                    <a:pt x="8" y="38"/>
                  </a:lnTo>
                  <a:lnTo>
                    <a:pt x="8" y="30"/>
                  </a:lnTo>
                  <a:lnTo>
                    <a:pt x="6" y="20"/>
                  </a:lnTo>
                  <a:lnTo>
                    <a:pt x="4" y="12"/>
                  </a:lnTo>
                  <a:lnTo>
                    <a:pt x="6" y="4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2" y="2"/>
                  </a:lnTo>
                  <a:lnTo>
                    <a:pt x="14" y="6"/>
                  </a:lnTo>
                  <a:lnTo>
                    <a:pt x="16" y="10"/>
                  </a:lnTo>
                  <a:lnTo>
                    <a:pt x="20" y="10"/>
                  </a:lnTo>
                  <a:lnTo>
                    <a:pt x="22" y="10"/>
                  </a:lnTo>
                  <a:lnTo>
                    <a:pt x="24" y="8"/>
                  </a:lnTo>
                  <a:lnTo>
                    <a:pt x="28" y="4"/>
                  </a:lnTo>
                  <a:lnTo>
                    <a:pt x="28" y="8"/>
                  </a:lnTo>
                  <a:lnTo>
                    <a:pt x="30" y="12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44"/>
                  </a:lnTo>
                  <a:lnTo>
                    <a:pt x="32" y="48"/>
                  </a:lnTo>
                  <a:lnTo>
                    <a:pt x="28" y="54"/>
                  </a:lnTo>
                  <a:lnTo>
                    <a:pt x="26" y="62"/>
                  </a:lnTo>
                  <a:lnTo>
                    <a:pt x="28" y="70"/>
                  </a:lnTo>
                  <a:lnTo>
                    <a:pt x="32" y="76"/>
                  </a:lnTo>
                  <a:lnTo>
                    <a:pt x="36" y="82"/>
                  </a:lnTo>
                  <a:lnTo>
                    <a:pt x="40" y="86"/>
                  </a:lnTo>
                  <a:lnTo>
                    <a:pt x="40" y="84"/>
                  </a:lnTo>
                  <a:lnTo>
                    <a:pt x="42" y="80"/>
                  </a:lnTo>
                  <a:lnTo>
                    <a:pt x="46" y="80"/>
                  </a:lnTo>
                  <a:lnTo>
                    <a:pt x="50" y="82"/>
                  </a:lnTo>
                  <a:lnTo>
                    <a:pt x="54" y="86"/>
                  </a:lnTo>
                  <a:lnTo>
                    <a:pt x="56" y="90"/>
                  </a:lnTo>
                  <a:lnTo>
                    <a:pt x="60" y="92"/>
                  </a:lnTo>
                  <a:lnTo>
                    <a:pt x="62" y="90"/>
                  </a:lnTo>
                  <a:lnTo>
                    <a:pt x="64" y="88"/>
                  </a:lnTo>
                  <a:lnTo>
                    <a:pt x="66" y="90"/>
                  </a:lnTo>
                  <a:lnTo>
                    <a:pt x="64" y="94"/>
                  </a:lnTo>
                  <a:lnTo>
                    <a:pt x="64" y="96"/>
                  </a:lnTo>
                  <a:lnTo>
                    <a:pt x="64" y="98"/>
                  </a:lnTo>
                  <a:lnTo>
                    <a:pt x="66" y="96"/>
                  </a:lnTo>
                  <a:lnTo>
                    <a:pt x="68" y="100"/>
                  </a:lnTo>
                  <a:lnTo>
                    <a:pt x="74" y="102"/>
                  </a:lnTo>
                  <a:lnTo>
                    <a:pt x="74" y="106"/>
                  </a:lnTo>
                  <a:lnTo>
                    <a:pt x="74" y="110"/>
                  </a:lnTo>
                  <a:lnTo>
                    <a:pt x="72" y="110"/>
                  </a:lnTo>
                  <a:lnTo>
                    <a:pt x="70" y="108"/>
                  </a:lnTo>
                  <a:lnTo>
                    <a:pt x="68" y="106"/>
                  </a:lnTo>
                  <a:lnTo>
                    <a:pt x="64" y="100"/>
                  </a:lnTo>
                  <a:lnTo>
                    <a:pt x="60" y="98"/>
                  </a:lnTo>
                  <a:lnTo>
                    <a:pt x="54" y="94"/>
                  </a:lnTo>
                  <a:lnTo>
                    <a:pt x="50" y="90"/>
                  </a:lnTo>
                  <a:lnTo>
                    <a:pt x="48" y="92"/>
                  </a:lnTo>
                  <a:lnTo>
                    <a:pt x="48" y="96"/>
                  </a:lnTo>
                  <a:lnTo>
                    <a:pt x="50" y="100"/>
                  </a:lnTo>
                  <a:lnTo>
                    <a:pt x="44" y="100"/>
                  </a:lnTo>
                  <a:lnTo>
                    <a:pt x="42" y="94"/>
                  </a:lnTo>
                  <a:lnTo>
                    <a:pt x="38" y="90"/>
                  </a:lnTo>
                  <a:lnTo>
                    <a:pt x="34" y="88"/>
                  </a:lnTo>
                  <a:lnTo>
                    <a:pt x="30" y="90"/>
                  </a:lnTo>
                  <a:lnTo>
                    <a:pt x="26" y="92"/>
                  </a:lnTo>
                  <a:lnTo>
                    <a:pt x="22" y="90"/>
                  </a:lnTo>
                  <a:lnTo>
                    <a:pt x="20" y="88"/>
                  </a:lnTo>
                  <a:lnTo>
                    <a:pt x="16" y="84"/>
                  </a:lnTo>
                  <a:lnTo>
                    <a:pt x="18" y="80"/>
                  </a:lnTo>
                  <a:lnTo>
                    <a:pt x="20" y="76"/>
                  </a:lnTo>
                  <a:lnTo>
                    <a:pt x="20" y="72"/>
                  </a:lnTo>
                  <a:lnTo>
                    <a:pt x="16" y="72"/>
                  </a:lnTo>
                  <a:lnTo>
                    <a:pt x="14" y="74"/>
                  </a:lnTo>
                  <a:lnTo>
                    <a:pt x="12" y="74"/>
                  </a:lnTo>
                  <a:lnTo>
                    <a:pt x="6" y="72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0" y="52"/>
                  </a:lnTo>
                  <a:lnTo>
                    <a:pt x="2" y="46"/>
                  </a:lnTo>
                  <a:lnTo>
                    <a:pt x="4" y="4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9" name=""/>
            <p:cNvSpPr/>
            <p:nvPr/>
          </p:nvSpPr>
          <p:spPr>
            <a:xfrm>
              <a:off x="8593920" y="3749400"/>
              <a:ext cx="46080" cy="75960"/>
            </a:xfrm>
            <a:custGeom>
              <a:avLst/>
              <a:gdLst/>
              <a:ahLst/>
              <a:rect l="l" t="t" r="r" b="b"/>
              <a:pathLst>
                <a:path w="24" h="42">
                  <a:moveTo>
                    <a:pt x="22" y="28"/>
                  </a:moveTo>
                  <a:lnTo>
                    <a:pt x="14" y="28"/>
                  </a:lnTo>
                  <a:lnTo>
                    <a:pt x="14" y="36"/>
                  </a:lnTo>
                  <a:lnTo>
                    <a:pt x="18" y="40"/>
                  </a:lnTo>
                  <a:lnTo>
                    <a:pt x="18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0" y="42"/>
                  </a:lnTo>
                  <a:lnTo>
                    <a:pt x="10" y="38"/>
                  </a:lnTo>
                  <a:lnTo>
                    <a:pt x="12" y="36"/>
                  </a:lnTo>
                  <a:lnTo>
                    <a:pt x="12" y="32"/>
                  </a:lnTo>
                  <a:lnTo>
                    <a:pt x="8" y="32"/>
                  </a:lnTo>
                  <a:lnTo>
                    <a:pt x="6" y="30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0" y="22"/>
                  </a:lnTo>
                  <a:lnTo>
                    <a:pt x="12" y="20"/>
                  </a:lnTo>
                  <a:lnTo>
                    <a:pt x="14" y="18"/>
                  </a:lnTo>
                  <a:lnTo>
                    <a:pt x="12" y="14"/>
                  </a:lnTo>
                  <a:lnTo>
                    <a:pt x="6" y="10"/>
                  </a:lnTo>
                  <a:lnTo>
                    <a:pt x="2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6" y="8"/>
                  </a:lnTo>
                  <a:lnTo>
                    <a:pt x="20" y="8"/>
                  </a:lnTo>
                  <a:lnTo>
                    <a:pt x="20" y="16"/>
                  </a:lnTo>
                  <a:lnTo>
                    <a:pt x="24" y="22"/>
                  </a:lnTo>
                  <a:lnTo>
                    <a:pt x="22" y="2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0" name=""/>
            <p:cNvSpPr/>
            <p:nvPr/>
          </p:nvSpPr>
          <p:spPr>
            <a:xfrm>
              <a:off x="8518680" y="3772440"/>
              <a:ext cx="42480" cy="50040"/>
            </a:xfrm>
            <a:custGeom>
              <a:avLst/>
              <a:gdLst/>
              <a:ahLst/>
              <a:rect l="l" t="t" r="r" b="b"/>
              <a:pathLst>
                <a:path w="22" h="28">
                  <a:moveTo>
                    <a:pt x="10" y="4"/>
                  </a:moveTo>
                  <a:lnTo>
                    <a:pt x="12" y="4"/>
                  </a:lnTo>
                  <a:lnTo>
                    <a:pt x="14" y="4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6"/>
                  </a:lnTo>
                  <a:lnTo>
                    <a:pt x="14" y="22"/>
                  </a:lnTo>
                  <a:lnTo>
                    <a:pt x="2" y="28"/>
                  </a:lnTo>
                  <a:lnTo>
                    <a:pt x="2" y="1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8" y="4"/>
                  </a:lnTo>
                  <a:lnTo>
                    <a:pt x="10" y="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" bIns="3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1" name=""/>
            <p:cNvSpPr/>
            <p:nvPr/>
          </p:nvSpPr>
          <p:spPr>
            <a:xfrm>
              <a:off x="8447040" y="4100040"/>
              <a:ext cx="196560" cy="243360"/>
            </a:xfrm>
            <a:custGeom>
              <a:avLst/>
              <a:gdLst/>
              <a:ahLst/>
              <a:rect l="l" t="t" r="r" b="b"/>
              <a:pathLst>
                <a:path w="100" h="136">
                  <a:moveTo>
                    <a:pt x="12" y="46"/>
                  </a:moveTo>
                  <a:lnTo>
                    <a:pt x="12" y="28"/>
                  </a:lnTo>
                  <a:lnTo>
                    <a:pt x="16" y="26"/>
                  </a:lnTo>
                  <a:lnTo>
                    <a:pt x="18" y="22"/>
                  </a:lnTo>
                  <a:lnTo>
                    <a:pt x="24" y="14"/>
                  </a:lnTo>
                  <a:lnTo>
                    <a:pt x="28" y="10"/>
                  </a:lnTo>
                  <a:lnTo>
                    <a:pt x="32" y="8"/>
                  </a:lnTo>
                  <a:lnTo>
                    <a:pt x="34" y="6"/>
                  </a:lnTo>
                  <a:lnTo>
                    <a:pt x="36" y="6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60" y="12"/>
                  </a:lnTo>
                  <a:lnTo>
                    <a:pt x="80" y="14"/>
                  </a:lnTo>
                  <a:lnTo>
                    <a:pt x="84" y="12"/>
                  </a:lnTo>
                  <a:lnTo>
                    <a:pt x="88" y="12"/>
                  </a:lnTo>
                  <a:lnTo>
                    <a:pt x="90" y="8"/>
                  </a:lnTo>
                  <a:lnTo>
                    <a:pt x="94" y="2"/>
                  </a:lnTo>
                  <a:lnTo>
                    <a:pt x="100" y="0"/>
                  </a:lnTo>
                  <a:lnTo>
                    <a:pt x="100" y="6"/>
                  </a:lnTo>
                  <a:lnTo>
                    <a:pt x="90" y="16"/>
                  </a:lnTo>
                  <a:lnTo>
                    <a:pt x="86" y="22"/>
                  </a:lnTo>
                  <a:lnTo>
                    <a:pt x="82" y="24"/>
                  </a:lnTo>
                  <a:lnTo>
                    <a:pt x="76" y="24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26" y="22"/>
                  </a:lnTo>
                  <a:lnTo>
                    <a:pt x="22" y="24"/>
                  </a:lnTo>
                  <a:lnTo>
                    <a:pt x="22" y="26"/>
                  </a:lnTo>
                  <a:lnTo>
                    <a:pt x="20" y="34"/>
                  </a:lnTo>
                  <a:lnTo>
                    <a:pt x="22" y="38"/>
                  </a:lnTo>
                  <a:lnTo>
                    <a:pt x="24" y="46"/>
                  </a:lnTo>
                  <a:lnTo>
                    <a:pt x="28" y="52"/>
                  </a:lnTo>
                  <a:lnTo>
                    <a:pt x="32" y="54"/>
                  </a:lnTo>
                  <a:lnTo>
                    <a:pt x="34" y="54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6" y="46"/>
                  </a:lnTo>
                  <a:lnTo>
                    <a:pt x="54" y="44"/>
                  </a:lnTo>
                  <a:lnTo>
                    <a:pt x="62" y="42"/>
                  </a:lnTo>
                  <a:lnTo>
                    <a:pt x="68" y="40"/>
                  </a:lnTo>
                  <a:lnTo>
                    <a:pt x="74" y="40"/>
                  </a:lnTo>
                  <a:lnTo>
                    <a:pt x="72" y="42"/>
                  </a:lnTo>
                  <a:lnTo>
                    <a:pt x="68" y="44"/>
                  </a:lnTo>
                  <a:lnTo>
                    <a:pt x="62" y="48"/>
                  </a:lnTo>
                  <a:lnTo>
                    <a:pt x="56" y="50"/>
                  </a:lnTo>
                  <a:lnTo>
                    <a:pt x="50" y="56"/>
                  </a:lnTo>
                  <a:lnTo>
                    <a:pt x="42" y="66"/>
                  </a:lnTo>
                  <a:lnTo>
                    <a:pt x="44" y="66"/>
                  </a:lnTo>
                  <a:lnTo>
                    <a:pt x="46" y="70"/>
                  </a:lnTo>
                  <a:lnTo>
                    <a:pt x="48" y="76"/>
                  </a:lnTo>
                  <a:lnTo>
                    <a:pt x="54" y="84"/>
                  </a:lnTo>
                  <a:lnTo>
                    <a:pt x="54" y="98"/>
                  </a:lnTo>
                  <a:lnTo>
                    <a:pt x="56" y="102"/>
                  </a:lnTo>
                  <a:lnTo>
                    <a:pt x="60" y="104"/>
                  </a:lnTo>
                  <a:lnTo>
                    <a:pt x="64" y="104"/>
                  </a:lnTo>
                  <a:lnTo>
                    <a:pt x="64" y="106"/>
                  </a:lnTo>
                  <a:lnTo>
                    <a:pt x="60" y="110"/>
                  </a:lnTo>
                  <a:lnTo>
                    <a:pt x="54" y="114"/>
                  </a:lnTo>
                  <a:lnTo>
                    <a:pt x="50" y="118"/>
                  </a:lnTo>
                  <a:lnTo>
                    <a:pt x="44" y="118"/>
                  </a:lnTo>
                  <a:lnTo>
                    <a:pt x="32" y="92"/>
                  </a:lnTo>
                  <a:lnTo>
                    <a:pt x="32" y="88"/>
                  </a:lnTo>
                  <a:lnTo>
                    <a:pt x="34" y="84"/>
                  </a:lnTo>
                  <a:lnTo>
                    <a:pt x="32" y="78"/>
                  </a:lnTo>
                  <a:lnTo>
                    <a:pt x="28" y="80"/>
                  </a:lnTo>
                  <a:lnTo>
                    <a:pt x="24" y="78"/>
                  </a:lnTo>
                  <a:lnTo>
                    <a:pt x="22" y="106"/>
                  </a:lnTo>
                  <a:lnTo>
                    <a:pt x="22" y="120"/>
                  </a:lnTo>
                  <a:lnTo>
                    <a:pt x="20" y="126"/>
                  </a:lnTo>
                  <a:lnTo>
                    <a:pt x="18" y="132"/>
                  </a:lnTo>
                  <a:lnTo>
                    <a:pt x="14" y="134"/>
                  </a:lnTo>
                  <a:lnTo>
                    <a:pt x="8" y="136"/>
                  </a:lnTo>
                  <a:lnTo>
                    <a:pt x="6" y="134"/>
                  </a:lnTo>
                  <a:lnTo>
                    <a:pt x="6" y="130"/>
                  </a:lnTo>
                  <a:lnTo>
                    <a:pt x="6" y="120"/>
                  </a:lnTo>
                  <a:lnTo>
                    <a:pt x="6" y="116"/>
                  </a:lnTo>
                  <a:lnTo>
                    <a:pt x="8" y="110"/>
                  </a:lnTo>
                  <a:lnTo>
                    <a:pt x="10" y="102"/>
                  </a:lnTo>
                  <a:lnTo>
                    <a:pt x="10" y="94"/>
                  </a:lnTo>
                  <a:lnTo>
                    <a:pt x="4" y="94"/>
                  </a:lnTo>
                  <a:lnTo>
                    <a:pt x="0" y="92"/>
                  </a:lnTo>
                  <a:lnTo>
                    <a:pt x="0" y="90"/>
                  </a:lnTo>
                  <a:lnTo>
                    <a:pt x="0" y="78"/>
                  </a:lnTo>
                  <a:lnTo>
                    <a:pt x="4" y="66"/>
                  </a:lnTo>
                  <a:lnTo>
                    <a:pt x="8" y="54"/>
                  </a:lnTo>
                  <a:lnTo>
                    <a:pt x="12" y="44"/>
                  </a:lnTo>
                  <a:lnTo>
                    <a:pt x="12" y="4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2" name=""/>
            <p:cNvSpPr/>
            <p:nvPr/>
          </p:nvSpPr>
          <p:spPr>
            <a:xfrm>
              <a:off x="8159760" y="3924720"/>
              <a:ext cx="297360" cy="201240"/>
            </a:xfrm>
            <a:custGeom>
              <a:avLst/>
              <a:gdLst/>
              <a:ahLst/>
              <a:rect l="l" t="t" r="r" b="b"/>
              <a:pathLst>
                <a:path w="152" h="112">
                  <a:moveTo>
                    <a:pt x="58" y="58"/>
                  </a:moveTo>
                  <a:lnTo>
                    <a:pt x="68" y="62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68" y="54"/>
                  </a:lnTo>
                  <a:lnTo>
                    <a:pt x="70" y="56"/>
                  </a:lnTo>
                  <a:lnTo>
                    <a:pt x="74" y="58"/>
                  </a:lnTo>
                  <a:lnTo>
                    <a:pt x="74" y="54"/>
                  </a:lnTo>
                  <a:lnTo>
                    <a:pt x="70" y="52"/>
                  </a:lnTo>
                  <a:lnTo>
                    <a:pt x="70" y="48"/>
                  </a:lnTo>
                  <a:lnTo>
                    <a:pt x="68" y="48"/>
                  </a:lnTo>
                  <a:lnTo>
                    <a:pt x="76" y="42"/>
                  </a:lnTo>
                  <a:lnTo>
                    <a:pt x="80" y="40"/>
                  </a:lnTo>
                  <a:lnTo>
                    <a:pt x="86" y="40"/>
                  </a:lnTo>
                  <a:lnTo>
                    <a:pt x="88" y="36"/>
                  </a:lnTo>
                  <a:lnTo>
                    <a:pt x="92" y="26"/>
                  </a:lnTo>
                  <a:lnTo>
                    <a:pt x="98" y="16"/>
                  </a:lnTo>
                  <a:lnTo>
                    <a:pt x="106" y="4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8" y="2"/>
                  </a:lnTo>
                  <a:lnTo>
                    <a:pt x="122" y="8"/>
                  </a:lnTo>
                  <a:lnTo>
                    <a:pt x="124" y="14"/>
                  </a:lnTo>
                  <a:lnTo>
                    <a:pt x="124" y="20"/>
                  </a:lnTo>
                  <a:lnTo>
                    <a:pt x="132" y="22"/>
                  </a:lnTo>
                  <a:lnTo>
                    <a:pt x="138" y="26"/>
                  </a:lnTo>
                  <a:lnTo>
                    <a:pt x="144" y="26"/>
                  </a:lnTo>
                  <a:lnTo>
                    <a:pt x="152" y="28"/>
                  </a:lnTo>
                  <a:lnTo>
                    <a:pt x="152" y="32"/>
                  </a:lnTo>
                  <a:lnTo>
                    <a:pt x="150" y="34"/>
                  </a:lnTo>
                  <a:lnTo>
                    <a:pt x="148" y="36"/>
                  </a:lnTo>
                  <a:lnTo>
                    <a:pt x="140" y="36"/>
                  </a:lnTo>
                  <a:lnTo>
                    <a:pt x="134" y="36"/>
                  </a:lnTo>
                  <a:lnTo>
                    <a:pt x="132" y="38"/>
                  </a:lnTo>
                  <a:lnTo>
                    <a:pt x="130" y="40"/>
                  </a:lnTo>
                  <a:lnTo>
                    <a:pt x="138" y="44"/>
                  </a:lnTo>
                  <a:lnTo>
                    <a:pt x="138" y="46"/>
                  </a:lnTo>
                  <a:lnTo>
                    <a:pt x="132" y="48"/>
                  </a:lnTo>
                  <a:lnTo>
                    <a:pt x="124" y="54"/>
                  </a:lnTo>
                  <a:lnTo>
                    <a:pt x="122" y="60"/>
                  </a:lnTo>
                  <a:lnTo>
                    <a:pt x="112" y="58"/>
                  </a:lnTo>
                  <a:lnTo>
                    <a:pt x="106" y="56"/>
                  </a:lnTo>
                  <a:lnTo>
                    <a:pt x="100" y="56"/>
                  </a:lnTo>
                  <a:lnTo>
                    <a:pt x="94" y="56"/>
                  </a:lnTo>
                  <a:lnTo>
                    <a:pt x="88" y="60"/>
                  </a:lnTo>
                  <a:lnTo>
                    <a:pt x="82" y="64"/>
                  </a:lnTo>
                  <a:lnTo>
                    <a:pt x="78" y="70"/>
                  </a:lnTo>
                  <a:lnTo>
                    <a:pt x="74" y="82"/>
                  </a:lnTo>
                  <a:lnTo>
                    <a:pt x="70" y="96"/>
                  </a:lnTo>
                  <a:lnTo>
                    <a:pt x="70" y="104"/>
                  </a:lnTo>
                  <a:lnTo>
                    <a:pt x="68" y="108"/>
                  </a:lnTo>
                  <a:lnTo>
                    <a:pt x="64" y="108"/>
                  </a:lnTo>
                  <a:lnTo>
                    <a:pt x="60" y="106"/>
                  </a:lnTo>
                  <a:lnTo>
                    <a:pt x="56" y="104"/>
                  </a:lnTo>
                  <a:lnTo>
                    <a:pt x="52" y="100"/>
                  </a:lnTo>
                  <a:lnTo>
                    <a:pt x="48" y="98"/>
                  </a:lnTo>
                  <a:lnTo>
                    <a:pt x="44" y="98"/>
                  </a:lnTo>
                  <a:lnTo>
                    <a:pt x="42" y="100"/>
                  </a:lnTo>
                  <a:lnTo>
                    <a:pt x="36" y="106"/>
                  </a:lnTo>
                  <a:lnTo>
                    <a:pt x="28" y="108"/>
                  </a:lnTo>
                  <a:lnTo>
                    <a:pt x="26" y="110"/>
                  </a:lnTo>
                  <a:lnTo>
                    <a:pt x="20" y="112"/>
                  </a:lnTo>
                  <a:lnTo>
                    <a:pt x="14" y="110"/>
                  </a:lnTo>
                  <a:lnTo>
                    <a:pt x="8" y="108"/>
                  </a:lnTo>
                  <a:lnTo>
                    <a:pt x="2" y="106"/>
                  </a:lnTo>
                  <a:lnTo>
                    <a:pt x="0" y="104"/>
                  </a:lnTo>
                  <a:lnTo>
                    <a:pt x="0" y="102"/>
                  </a:lnTo>
                  <a:lnTo>
                    <a:pt x="0" y="92"/>
                  </a:lnTo>
                  <a:lnTo>
                    <a:pt x="0" y="90"/>
                  </a:lnTo>
                  <a:lnTo>
                    <a:pt x="0" y="94"/>
                  </a:lnTo>
                  <a:lnTo>
                    <a:pt x="2" y="96"/>
                  </a:lnTo>
                  <a:lnTo>
                    <a:pt x="8" y="100"/>
                  </a:lnTo>
                  <a:lnTo>
                    <a:pt x="20" y="100"/>
                  </a:lnTo>
                  <a:lnTo>
                    <a:pt x="20" y="90"/>
                  </a:lnTo>
                  <a:lnTo>
                    <a:pt x="26" y="82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46" y="72"/>
                  </a:lnTo>
                  <a:lnTo>
                    <a:pt x="50" y="70"/>
                  </a:lnTo>
                  <a:lnTo>
                    <a:pt x="54" y="66"/>
                  </a:lnTo>
                  <a:lnTo>
                    <a:pt x="60" y="56"/>
                  </a:lnTo>
                  <a:lnTo>
                    <a:pt x="58" y="5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3" name=""/>
            <p:cNvSpPr/>
            <p:nvPr/>
          </p:nvSpPr>
          <p:spPr>
            <a:xfrm>
              <a:off x="8274240" y="4010760"/>
              <a:ext cx="28800" cy="25560"/>
            </a:xfrm>
            <a:custGeom>
              <a:avLst/>
              <a:gdLst/>
              <a:ahLst/>
              <a:rect l="l" t="t" r="r" b="b"/>
              <a:pathLst>
                <a:path w="16" h="14">
                  <a:moveTo>
                    <a:pt x="12" y="0"/>
                  </a:moveTo>
                  <a:lnTo>
                    <a:pt x="12" y="4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0" y="10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240" bIns="-212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4" name=""/>
            <p:cNvSpPr/>
            <p:nvPr/>
          </p:nvSpPr>
          <p:spPr>
            <a:xfrm>
              <a:off x="8823240" y="4168440"/>
              <a:ext cx="316440" cy="291600"/>
            </a:xfrm>
            <a:custGeom>
              <a:avLst/>
              <a:gdLst/>
              <a:ahLst/>
              <a:rect l="l" t="t" r="r" b="b"/>
              <a:pathLst>
                <a:path w="160" h="164">
                  <a:moveTo>
                    <a:pt x="160" y="38"/>
                  </a:moveTo>
                  <a:lnTo>
                    <a:pt x="160" y="114"/>
                  </a:lnTo>
                  <a:lnTo>
                    <a:pt x="156" y="118"/>
                  </a:lnTo>
                  <a:lnTo>
                    <a:pt x="156" y="122"/>
                  </a:lnTo>
                  <a:lnTo>
                    <a:pt x="160" y="126"/>
                  </a:lnTo>
                  <a:lnTo>
                    <a:pt x="160" y="164"/>
                  </a:lnTo>
                  <a:lnTo>
                    <a:pt x="154" y="164"/>
                  </a:lnTo>
                  <a:lnTo>
                    <a:pt x="148" y="158"/>
                  </a:lnTo>
                  <a:lnTo>
                    <a:pt x="144" y="152"/>
                  </a:lnTo>
                  <a:lnTo>
                    <a:pt x="144" y="144"/>
                  </a:lnTo>
                  <a:lnTo>
                    <a:pt x="126" y="144"/>
                  </a:lnTo>
                  <a:lnTo>
                    <a:pt x="120" y="148"/>
                  </a:lnTo>
                  <a:lnTo>
                    <a:pt x="112" y="148"/>
                  </a:lnTo>
                  <a:lnTo>
                    <a:pt x="104" y="148"/>
                  </a:lnTo>
                  <a:lnTo>
                    <a:pt x="102" y="146"/>
                  </a:lnTo>
                  <a:lnTo>
                    <a:pt x="102" y="144"/>
                  </a:lnTo>
                  <a:lnTo>
                    <a:pt x="104" y="138"/>
                  </a:lnTo>
                  <a:lnTo>
                    <a:pt x="110" y="134"/>
                  </a:lnTo>
                  <a:lnTo>
                    <a:pt x="116" y="128"/>
                  </a:lnTo>
                  <a:lnTo>
                    <a:pt x="120" y="126"/>
                  </a:lnTo>
                  <a:lnTo>
                    <a:pt x="118" y="118"/>
                  </a:lnTo>
                  <a:lnTo>
                    <a:pt x="118" y="112"/>
                  </a:lnTo>
                  <a:lnTo>
                    <a:pt x="116" y="106"/>
                  </a:lnTo>
                  <a:lnTo>
                    <a:pt x="116" y="100"/>
                  </a:lnTo>
                  <a:lnTo>
                    <a:pt x="112" y="94"/>
                  </a:lnTo>
                  <a:lnTo>
                    <a:pt x="104" y="90"/>
                  </a:lnTo>
                  <a:lnTo>
                    <a:pt x="90" y="84"/>
                  </a:lnTo>
                  <a:lnTo>
                    <a:pt x="74" y="80"/>
                  </a:lnTo>
                  <a:lnTo>
                    <a:pt x="68" y="74"/>
                  </a:lnTo>
                  <a:lnTo>
                    <a:pt x="62" y="70"/>
                  </a:lnTo>
                  <a:lnTo>
                    <a:pt x="58" y="68"/>
                  </a:lnTo>
                  <a:lnTo>
                    <a:pt x="54" y="66"/>
                  </a:lnTo>
                  <a:lnTo>
                    <a:pt x="44" y="66"/>
                  </a:lnTo>
                  <a:lnTo>
                    <a:pt x="46" y="60"/>
                  </a:lnTo>
                  <a:lnTo>
                    <a:pt x="48" y="58"/>
                  </a:lnTo>
                  <a:lnTo>
                    <a:pt x="42" y="66"/>
                  </a:lnTo>
                  <a:lnTo>
                    <a:pt x="38" y="70"/>
                  </a:lnTo>
                  <a:lnTo>
                    <a:pt x="34" y="72"/>
                  </a:lnTo>
                  <a:lnTo>
                    <a:pt x="32" y="72"/>
                  </a:lnTo>
                  <a:lnTo>
                    <a:pt x="32" y="66"/>
                  </a:lnTo>
                  <a:lnTo>
                    <a:pt x="32" y="64"/>
                  </a:lnTo>
                  <a:lnTo>
                    <a:pt x="26" y="54"/>
                  </a:lnTo>
                  <a:lnTo>
                    <a:pt x="24" y="50"/>
                  </a:lnTo>
                  <a:lnTo>
                    <a:pt x="20" y="48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4" y="42"/>
                  </a:lnTo>
                  <a:lnTo>
                    <a:pt x="28" y="42"/>
                  </a:lnTo>
                  <a:lnTo>
                    <a:pt x="32" y="44"/>
                  </a:lnTo>
                  <a:lnTo>
                    <a:pt x="34" y="42"/>
                  </a:lnTo>
                  <a:lnTo>
                    <a:pt x="38" y="38"/>
                  </a:lnTo>
                  <a:lnTo>
                    <a:pt x="46" y="40"/>
                  </a:lnTo>
                  <a:lnTo>
                    <a:pt x="50" y="38"/>
                  </a:lnTo>
                  <a:lnTo>
                    <a:pt x="54" y="36"/>
                  </a:lnTo>
                  <a:lnTo>
                    <a:pt x="50" y="36"/>
                  </a:lnTo>
                  <a:lnTo>
                    <a:pt x="40" y="36"/>
                  </a:lnTo>
                  <a:lnTo>
                    <a:pt x="32" y="38"/>
                  </a:lnTo>
                  <a:lnTo>
                    <a:pt x="26" y="38"/>
                  </a:lnTo>
                  <a:lnTo>
                    <a:pt x="22" y="36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6" y="28"/>
                  </a:lnTo>
                  <a:lnTo>
                    <a:pt x="14" y="26"/>
                  </a:lnTo>
                  <a:lnTo>
                    <a:pt x="6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6" y="8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36" y="2"/>
                  </a:lnTo>
                  <a:lnTo>
                    <a:pt x="44" y="4"/>
                  </a:lnTo>
                  <a:lnTo>
                    <a:pt x="50" y="4"/>
                  </a:lnTo>
                  <a:lnTo>
                    <a:pt x="54" y="10"/>
                  </a:lnTo>
                  <a:lnTo>
                    <a:pt x="56" y="16"/>
                  </a:lnTo>
                  <a:lnTo>
                    <a:pt x="56" y="32"/>
                  </a:lnTo>
                  <a:lnTo>
                    <a:pt x="58" y="38"/>
                  </a:lnTo>
                  <a:lnTo>
                    <a:pt x="60" y="40"/>
                  </a:lnTo>
                  <a:lnTo>
                    <a:pt x="62" y="40"/>
                  </a:lnTo>
                  <a:lnTo>
                    <a:pt x="64" y="48"/>
                  </a:lnTo>
                  <a:lnTo>
                    <a:pt x="66" y="54"/>
                  </a:lnTo>
                  <a:lnTo>
                    <a:pt x="70" y="54"/>
                  </a:lnTo>
                  <a:lnTo>
                    <a:pt x="72" y="54"/>
                  </a:lnTo>
                  <a:lnTo>
                    <a:pt x="76" y="52"/>
                  </a:lnTo>
                  <a:lnTo>
                    <a:pt x="78" y="48"/>
                  </a:lnTo>
                  <a:lnTo>
                    <a:pt x="84" y="42"/>
                  </a:lnTo>
                  <a:lnTo>
                    <a:pt x="88" y="38"/>
                  </a:lnTo>
                  <a:lnTo>
                    <a:pt x="94" y="34"/>
                  </a:lnTo>
                  <a:lnTo>
                    <a:pt x="100" y="28"/>
                  </a:lnTo>
                  <a:lnTo>
                    <a:pt x="106" y="22"/>
                  </a:lnTo>
                  <a:lnTo>
                    <a:pt x="108" y="20"/>
                  </a:lnTo>
                  <a:lnTo>
                    <a:pt x="112" y="18"/>
                  </a:lnTo>
                  <a:lnTo>
                    <a:pt x="116" y="20"/>
                  </a:lnTo>
                  <a:lnTo>
                    <a:pt x="120" y="22"/>
                  </a:lnTo>
                  <a:lnTo>
                    <a:pt x="128" y="26"/>
                  </a:lnTo>
                  <a:lnTo>
                    <a:pt x="136" y="30"/>
                  </a:lnTo>
                  <a:lnTo>
                    <a:pt x="142" y="34"/>
                  </a:lnTo>
                  <a:lnTo>
                    <a:pt x="150" y="36"/>
                  </a:lnTo>
                  <a:lnTo>
                    <a:pt x="160" y="3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5" name=""/>
            <p:cNvSpPr/>
            <p:nvPr/>
          </p:nvSpPr>
          <p:spPr>
            <a:xfrm>
              <a:off x="8435160" y="4460400"/>
              <a:ext cx="47520" cy="25920"/>
            </a:xfrm>
            <a:custGeom>
              <a:avLst/>
              <a:gdLst/>
              <a:ahLst/>
              <a:rect l="l" t="t" r="r" b="b"/>
              <a:pathLst>
                <a:path w="24" h="14">
                  <a:moveTo>
                    <a:pt x="16" y="12"/>
                  </a:moveTo>
                  <a:lnTo>
                    <a:pt x="8" y="8"/>
                  </a:lnTo>
                  <a:lnTo>
                    <a:pt x="0" y="2"/>
                  </a:lnTo>
                  <a:lnTo>
                    <a:pt x="4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4"/>
                  </a:lnTo>
                  <a:lnTo>
                    <a:pt x="22" y="4"/>
                  </a:lnTo>
                  <a:lnTo>
                    <a:pt x="24" y="10"/>
                  </a:lnTo>
                  <a:lnTo>
                    <a:pt x="22" y="12"/>
                  </a:lnTo>
                  <a:lnTo>
                    <a:pt x="20" y="14"/>
                  </a:lnTo>
                  <a:lnTo>
                    <a:pt x="18" y="14"/>
                  </a:lnTo>
                  <a:lnTo>
                    <a:pt x="16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6" name=""/>
            <p:cNvSpPr/>
            <p:nvPr/>
          </p:nvSpPr>
          <p:spPr>
            <a:xfrm>
              <a:off x="8737560" y="5322600"/>
              <a:ext cx="46080" cy="12600"/>
            </a:xfrm>
            <a:custGeom>
              <a:avLst/>
              <a:gdLst/>
              <a:ahLst/>
              <a:rect l="l" t="t" r="r" b="b"/>
              <a:pathLst>
                <a:path w="22" h="8">
                  <a:moveTo>
                    <a:pt x="8" y="2"/>
                  </a:move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7" name=""/>
            <p:cNvSpPr/>
            <p:nvPr/>
          </p:nvSpPr>
          <p:spPr>
            <a:xfrm>
              <a:off x="9469800" y="4250880"/>
              <a:ext cx="57960" cy="63000"/>
            </a:xfrm>
            <a:custGeom>
              <a:avLst/>
              <a:gdLst/>
              <a:ahLst/>
              <a:rect l="l" t="t" r="r" b="b"/>
              <a:pathLst>
                <a:path w="30" h="36">
                  <a:moveTo>
                    <a:pt x="30" y="26"/>
                  </a:moveTo>
                  <a:lnTo>
                    <a:pt x="30" y="36"/>
                  </a:lnTo>
                  <a:lnTo>
                    <a:pt x="26" y="36"/>
                  </a:lnTo>
                  <a:lnTo>
                    <a:pt x="22" y="32"/>
                  </a:lnTo>
                  <a:lnTo>
                    <a:pt x="20" y="26"/>
                  </a:lnTo>
                  <a:lnTo>
                    <a:pt x="18" y="18"/>
                  </a:lnTo>
                  <a:lnTo>
                    <a:pt x="14" y="14"/>
                  </a:lnTo>
                  <a:lnTo>
                    <a:pt x="6" y="8"/>
                  </a:lnTo>
                  <a:lnTo>
                    <a:pt x="0" y="6"/>
                  </a:lnTo>
                  <a:lnTo>
                    <a:pt x="0" y="0"/>
                  </a:lnTo>
                  <a:lnTo>
                    <a:pt x="14" y="12"/>
                  </a:lnTo>
                  <a:lnTo>
                    <a:pt x="30" y="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8" name=""/>
            <p:cNvSpPr/>
            <p:nvPr/>
          </p:nvSpPr>
          <p:spPr>
            <a:xfrm>
              <a:off x="8972280" y="4174560"/>
              <a:ext cx="23400" cy="2268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12" y="12"/>
                  </a:moveTo>
                  <a:lnTo>
                    <a:pt x="10" y="12"/>
                  </a:lnTo>
                  <a:lnTo>
                    <a:pt x="6" y="12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4120" bIns="-24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9" name=""/>
            <p:cNvSpPr/>
            <p:nvPr/>
          </p:nvSpPr>
          <p:spPr>
            <a:xfrm>
              <a:off x="8975160" y="4215240"/>
              <a:ext cx="27360" cy="6480"/>
            </a:xfrm>
            <a:custGeom>
              <a:avLst/>
              <a:gdLst/>
              <a:ahLst/>
              <a:rect l="l" t="t" r="r" b="b"/>
              <a:pathLst>
                <a:path w="14" h="4">
                  <a:moveTo>
                    <a:pt x="14" y="0"/>
                  </a:moveTo>
                  <a:lnTo>
                    <a:pt x="14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0" name=""/>
            <p:cNvSpPr/>
            <p:nvPr/>
          </p:nvSpPr>
          <p:spPr>
            <a:xfrm>
              <a:off x="8913960" y="4364640"/>
              <a:ext cx="18360" cy="20880"/>
            </a:xfrm>
            <a:custGeom>
              <a:avLst/>
              <a:gdLst/>
              <a:ahLst/>
              <a:rect l="l" t="t" r="r" b="b"/>
              <a:pathLst>
                <a:path w="10" h="12">
                  <a:moveTo>
                    <a:pt x="10" y="6"/>
                  </a:moveTo>
                  <a:lnTo>
                    <a:pt x="8" y="10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0"/>
                  </a:lnTo>
                  <a:lnTo>
                    <a:pt x="10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1" name=""/>
            <p:cNvSpPr/>
            <p:nvPr/>
          </p:nvSpPr>
          <p:spPr>
            <a:xfrm>
              <a:off x="8806320" y="4156920"/>
              <a:ext cx="32400" cy="11160"/>
            </a:xfrm>
            <a:custGeom>
              <a:avLst/>
              <a:gdLst/>
              <a:ahLst/>
              <a:rect l="l" t="t" r="r" b="b"/>
              <a:pathLst>
                <a:path w="16" h="6">
                  <a:moveTo>
                    <a:pt x="16" y="6"/>
                  </a:moveTo>
                  <a:lnTo>
                    <a:pt x="8" y="6"/>
                  </a:lnTo>
                  <a:lnTo>
                    <a:pt x="4" y="6"/>
                  </a:lnTo>
                  <a:lnTo>
                    <a:pt x="0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6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2" name=""/>
            <p:cNvSpPr/>
            <p:nvPr/>
          </p:nvSpPr>
          <p:spPr>
            <a:xfrm>
              <a:off x="8619480" y="4218480"/>
              <a:ext cx="20520" cy="6480"/>
            </a:xfrm>
            <a:custGeom>
              <a:avLst/>
              <a:gdLst/>
              <a:ahLst/>
              <a:rect l="l" t="t" r="r" b="b"/>
              <a:pathLst>
                <a:path w="10" h="4">
                  <a:moveTo>
                    <a:pt x="10" y="0"/>
                  </a:moveTo>
                  <a:lnTo>
                    <a:pt x="8" y="2"/>
                  </a:lnTo>
                  <a:lnTo>
                    <a:pt x="4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3" name=""/>
            <p:cNvSpPr/>
            <p:nvPr/>
          </p:nvSpPr>
          <p:spPr>
            <a:xfrm>
              <a:off x="8546040" y="3804840"/>
              <a:ext cx="34200" cy="59760"/>
            </a:xfrm>
            <a:custGeom>
              <a:avLst/>
              <a:gdLst/>
              <a:ahLst/>
              <a:rect l="l" t="t" r="r" b="b"/>
              <a:pathLst>
                <a:path w="18" h="34">
                  <a:moveTo>
                    <a:pt x="18" y="6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2" y="26"/>
                  </a:lnTo>
                  <a:lnTo>
                    <a:pt x="12" y="28"/>
                  </a:lnTo>
                  <a:lnTo>
                    <a:pt x="14" y="32"/>
                  </a:lnTo>
                  <a:lnTo>
                    <a:pt x="14" y="34"/>
                  </a:lnTo>
                  <a:lnTo>
                    <a:pt x="10" y="34"/>
                  </a:lnTo>
                  <a:lnTo>
                    <a:pt x="6" y="28"/>
                  </a:lnTo>
                  <a:lnTo>
                    <a:pt x="2" y="24"/>
                  </a:lnTo>
                  <a:lnTo>
                    <a:pt x="0" y="18"/>
                  </a:lnTo>
                  <a:lnTo>
                    <a:pt x="2" y="16"/>
                  </a:lnTo>
                  <a:lnTo>
                    <a:pt x="6" y="16"/>
                  </a:lnTo>
                  <a:lnTo>
                    <a:pt x="6" y="8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4" name=""/>
            <p:cNvSpPr/>
            <p:nvPr/>
          </p:nvSpPr>
          <p:spPr>
            <a:xfrm>
              <a:off x="8585640" y="3828960"/>
              <a:ext cx="27000" cy="20880"/>
            </a:xfrm>
            <a:custGeom>
              <a:avLst/>
              <a:gdLst/>
              <a:ahLst/>
              <a:rect l="l" t="t" r="r" b="b"/>
              <a:pathLst>
                <a:path w="14" h="12">
                  <a:moveTo>
                    <a:pt x="14" y="0"/>
                  </a:moveTo>
                  <a:lnTo>
                    <a:pt x="12" y="4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4" y="12"/>
                  </a:lnTo>
                  <a:lnTo>
                    <a:pt x="2" y="10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5" name=""/>
            <p:cNvSpPr/>
            <p:nvPr/>
          </p:nvSpPr>
          <p:spPr>
            <a:xfrm>
              <a:off x="8561520" y="3749400"/>
              <a:ext cx="23760" cy="28800"/>
            </a:xfrm>
            <a:custGeom>
              <a:avLst/>
              <a:gdLst/>
              <a:ahLst/>
              <a:rect l="l" t="t" r="r" b="b"/>
              <a:pathLst>
                <a:path w="12" h="16">
                  <a:moveTo>
                    <a:pt x="0" y="8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6" y="4"/>
                  </a:lnTo>
                  <a:lnTo>
                    <a:pt x="8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12" y="16"/>
                  </a:lnTo>
                  <a:lnTo>
                    <a:pt x="10" y="14"/>
                  </a:lnTo>
                  <a:lnTo>
                    <a:pt x="6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6" name=""/>
            <p:cNvSpPr/>
            <p:nvPr/>
          </p:nvSpPr>
          <p:spPr>
            <a:xfrm>
              <a:off x="8467560" y="3722040"/>
              <a:ext cx="38880" cy="35640"/>
            </a:xfrm>
            <a:custGeom>
              <a:avLst/>
              <a:gdLst/>
              <a:ahLst/>
              <a:rect l="l" t="t" r="r" b="b"/>
              <a:pathLst>
                <a:path w="20" h="20">
                  <a:moveTo>
                    <a:pt x="16" y="20"/>
                  </a:moveTo>
                  <a:lnTo>
                    <a:pt x="12" y="16"/>
                  </a:lnTo>
                  <a:lnTo>
                    <a:pt x="6" y="10"/>
                  </a:lnTo>
                  <a:lnTo>
                    <a:pt x="0" y="0"/>
                  </a:lnTo>
                  <a:lnTo>
                    <a:pt x="6" y="0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8" y="20"/>
                  </a:lnTo>
                  <a:lnTo>
                    <a:pt x="16" y="2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1160" bIns="-11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7" name=""/>
            <p:cNvSpPr/>
            <p:nvPr/>
          </p:nvSpPr>
          <p:spPr>
            <a:xfrm>
              <a:off x="2952000" y="3979800"/>
              <a:ext cx="106200" cy="123120"/>
            </a:xfrm>
            <a:custGeom>
              <a:avLst/>
              <a:gdLst/>
              <a:ahLst/>
              <a:rect l="l" t="t" r="r" b="b"/>
              <a:pathLst>
                <a:path w="54" h="67">
                  <a:moveTo>
                    <a:pt x="0" y="64"/>
                  </a:moveTo>
                  <a:lnTo>
                    <a:pt x="7" y="46"/>
                  </a:lnTo>
                  <a:lnTo>
                    <a:pt x="6" y="33"/>
                  </a:lnTo>
                  <a:lnTo>
                    <a:pt x="0" y="24"/>
                  </a:lnTo>
                  <a:lnTo>
                    <a:pt x="9" y="4"/>
                  </a:lnTo>
                  <a:lnTo>
                    <a:pt x="25" y="0"/>
                  </a:lnTo>
                  <a:lnTo>
                    <a:pt x="54" y="24"/>
                  </a:lnTo>
                  <a:lnTo>
                    <a:pt x="45" y="40"/>
                  </a:lnTo>
                  <a:lnTo>
                    <a:pt x="21" y="67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8" name=""/>
          <p:cNvSpPr/>
          <p:nvPr/>
        </p:nvSpPr>
        <p:spPr>
          <a:xfrm>
            <a:off x="6327720" y="5494320"/>
            <a:ext cx="1747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Malaria transmission occurs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9" name=""/>
          <p:cNvSpPr/>
          <p:nvPr/>
        </p:nvSpPr>
        <p:spPr>
          <a:xfrm>
            <a:off x="6325560" y="5888160"/>
            <a:ext cx="996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S/P resistance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0" name=""/>
          <p:cNvSpPr/>
          <p:nvPr/>
        </p:nvSpPr>
        <p:spPr>
          <a:xfrm>
            <a:off x="6325560" y="6094440"/>
            <a:ext cx="1410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Mefloquine resistance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" name=""/>
          <p:cNvSpPr/>
          <p:nvPr/>
        </p:nvSpPr>
        <p:spPr>
          <a:xfrm>
            <a:off x="6234120" y="5540400"/>
            <a:ext cx="150840" cy="146160"/>
          </a:xfrm>
          <a:prstGeom prst="rect">
            <a:avLst/>
          </a:prstGeom>
          <a:solidFill>
            <a:srgbClr val="e7d4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2" name=""/>
          <p:cNvSpPr/>
          <p:nvPr/>
        </p:nvSpPr>
        <p:spPr>
          <a:xfrm>
            <a:off x="6234120" y="5934240"/>
            <a:ext cx="150840" cy="145800"/>
          </a:xfrm>
          <a:prstGeom prst="diamond">
            <a:avLst/>
          </a:prstGeom>
          <a:solidFill>
            <a:srgbClr val="5bad82"/>
          </a:solidFill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6280" bIns="26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3" name=""/>
          <p:cNvSpPr/>
          <p:nvPr/>
        </p:nvSpPr>
        <p:spPr>
          <a:xfrm>
            <a:off x="6234120" y="6138720"/>
            <a:ext cx="150840" cy="146160"/>
          </a:xfrm>
          <a:prstGeom prst="triangle">
            <a:avLst>
              <a:gd name="adj" fmla="val 50000"/>
            </a:avLst>
          </a:prstGeom>
          <a:solidFill>
            <a:srgbClr val="b1726b"/>
          </a:solidFill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160" bIns="21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74" name=""/>
          <p:cNvGrpSpPr/>
          <p:nvPr/>
        </p:nvGrpSpPr>
        <p:grpSpPr>
          <a:xfrm>
            <a:off x="1157400" y="2676600"/>
            <a:ext cx="8373240" cy="2356920"/>
            <a:chOff x="1157400" y="2676600"/>
            <a:chExt cx="8373240" cy="2356920"/>
          </a:xfrm>
        </p:grpSpPr>
        <p:sp>
          <p:nvSpPr>
            <p:cNvPr id="1875" name=""/>
            <p:cNvSpPr/>
            <p:nvPr/>
          </p:nvSpPr>
          <p:spPr>
            <a:xfrm>
              <a:off x="1157400" y="3222720"/>
              <a:ext cx="137160" cy="192600"/>
            </a:xfrm>
            <a:custGeom>
              <a:avLst/>
              <a:gdLst/>
              <a:ahLst/>
              <a:rect l="l" t="t" r="r" b="b"/>
              <a:pathLst>
                <a:path w="73" h="108">
                  <a:moveTo>
                    <a:pt x="15" y="0"/>
                  </a:moveTo>
                  <a:lnTo>
                    <a:pt x="36" y="2"/>
                  </a:lnTo>
                  <a:lnTo>
                    <a:pt x="39" y="29"/>
                  </a:lnTo>
                  <a:lnTo>
                    <a:pt x="46" y="42"/>
                  </a:lnTo>
                  <a:lnTo>
                    <a:pt x="55" y="68"/>
                  </a:lnTo>
                  <a:lnTo>
                    <a:pt x="73" y="99"/>
                  </a:lnTo>
                  <a:lnTo>
                    <a:pt x="60" y="108"/>
                  </a:lnTo>
                  <a:lnTo>
                    <a:pt x="42" y="86"/>
                  </a:lnTo>
                  <a:lnTo>
                    <a:pt x="30" y="74"/>
                  </a:lnTo>
                  <a:lnTo>
                    <a:pt x="34" y="51"/>
                  </a:lnTo>
                  <a:lnTo>
                    <a:pt x="25" y="39"/>
                  </a:lnTo>
                  <a:lnTo>
                    <a:pt x="7" y="35"/>
                  </a:lnTo>
                  <a:lnTo>
                    <a:pt x="0" y="1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6" name=""/>
            <p:cNvSpPr/>
            <p:nvPr/>
          </p:nvSpPr>
          <p:spPr>
            <a:xfrm>
              <a:off x="1281240" y="3252960"/>
              <a:ext cx="701640" cy="439200"/>
            </a:xfrm>
            <a:custGeom>
              <a:avLst/>
              <a:gdLst/>
              <a:ahLst/>
              <a:rect l="l" t="t" r="r" b="b"/>
              <a:pathLst>
                <a:path w="373" h="246">
                  <a:moveTo>
                    <a:pt x="0" y="0"/>
                  </a:moveTo>
                  <a:lnTo>
                    <a:pt x="16" y="9"/>
                  </a:lnTo>
                  <a:lnTo>
                    <a:pt x="88" y="100"/>
                  </a:lnTo>
                  <a:lnTo>
                    <a:pt x="142" y="136"/>
                  </a:lnTo>
                  <a:lnTo>
                    <a:pt x="174" y="126"/>
                  </a:lnTo>
                  <a:lnTo>
                    <a:pt x="199" y="135"/>
                  </a:lnTo>
                  <a:lnTo>
                    <a:pt x="213" y="165"/>
                  </a:lnTo>
                  <a:lnTo>
                    <a:pt x="235" y="177"/>
                  </a:lnTo>
                  <a:lnTo>
                    <a:pt x="289" y="165"/>
                  </a:lnTo>
                  <a:lnTo>
                    <a:pt x="312" y="130"/>
                  </a:lnTo>
                  <a:lnTo>
                    <a:pt x="327" y="118"/>
                  </a:lnTo>
                  <a:lnTo>
                    <a:pt x="373" y="111"/>
                  </a:lnTo>
                  <a:lnTo>
                    <a:pt x="364" y="142"/>
                  </a:lnTo>
                  <a:lnTo>
                    <a:pt x="349" y="184"/>
                  </a:lnTo>
                  <a:lnTo>
                    <a:pt x="339" y="175"/>
                  </a:lnTo>
                  <a:lnTo>
                    <a:pt x="325" y="187"/>
                  </a:lnTo>
                  <a:lnTo>
                    <a:pt x="306" y="187"/>
                  </a:lnTo>
                  <a:lnTo>
                    <a:pt x="285" y="196"/>
                  </a:lnTo>
                  <a:lnTo>
                    <a:pt x="286" y="208"/>
                  </a:lnTo>
                  <a:lnTo>
                    <a:pt x="300" y="220"/>
                  </a:lnTo>
                  <a:lnTo>
                    <a:pt x="273" y="222"/>
                  </a:lnTo>
                  <a:lnTo>
                    <a:pt x="265" y="246"/>
                  </a:lnTo>
                  <a:lnTo>
                    <a:pt x="255" y="232"/>
                  </a:lnTo>
                  <a:lnTo>
                    <a:pt x="252" y="222"/>
                  </a:lnTo>
                  <a:lnTo>
                    <a:pt x="228" y="213"/>
                  </a:lnTo>
                  <a:lnTo>
                    <a:pt x="205" y="223"/>
                  </a:lnTo>
                  <a:lnTo>
                    <a:pt x="192" y="225"/>
                  </a:lnTo>
                  <a:lnTo>
                    <a:pt x="141" y="205"/>
                  </a:lnTo>
                  <a:lnTo>
                    <a:pt x="111" y="184"/>
                  </a:lnTo>
                  <a:lnTo>
                    <a:pt x="93" y="180"/>
                  </a:lnTo>
                  <a:lnTo>
                    <a:pt x="82" y="169"/>
                  </a:lnTo>
                  <a:lnTo>
                    <a:pt x="60" y="154"/>
                  </a:lnTo>
                  <a:lnTo>
                    <a:pt x="55" y="139"/>
                  </a:lnTo>
                  <a:lnTo>
                    <a:pt x="66" y="123"/>
                  </a:lnTo>
                  <a:lnTo>
                    <a:pt x="63" y="96"/>
                  </a:lnTo>
                  <a:lnTo>
                    <a:pt x="51" y="78"/>
                  </a:lnTo>
                  <a:lnTo>
                    <a:pt x="13" y="39"/>
                  </a:lnTo>
                  <a:lnTo>
                    <a:pt x="19" y="25"/>
                  </a:lnTo>
                  <a:lnTo>
                    <a:pt x="9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7" name=""/>
            <p:cNvSpPr/>
            <p:nvPr/>
          </p:nvSpPr>
          <p:spPr>
            <a:xfrm>
              <a:off x="1973880" y="3810240"/>
              <a:ext cx="106920" cy="78480"/>
            </a:xfrm>
            <a:custGeom>
              <a:avLst/>
              <a:gdLst/>
              <a:ahLst/>
              <a:rect l="l" t="t" r="r" b="b"/>
              <a:pathLst>
                <a:path w="54" h="44">
                  <a:moveTo>
                    <a:pt x="38" y="6"/>
                  </a:moveTo>
                  <a:lnTo>
                    <a:pt x="46" y="18"/>
                  </a:lnTo>
                  <a:lnTo>
                    <a:pt x="54" y="28"/>
                  </a:lnTo>
                  <a:lnTo>
                    <a:pt x="46" y="28"/>
                  </a:lnTo>
                  <a:lnTo>
                    <a:pt x="46" y="44"/>
                  </a:lnTo>
                  <a:lnTo>
                    <a:pt x="32" y="40"/>
                  </a:lnTo>
                  <a:lnTo>
                    <a:pt x="34" y="36"/>
                  </a:lnTo>
                  <a:lnTo>
                    <a:pt x="34" y="34"/>
                  </a:lnTo>
                  <a:lnTo>
                    <a:pt x="24" y="22"/>
                  </a:lnTo>
                  <a:lnTo>
                    <a:pt x="18" y="16"/>
                  </a:lnTo>
                  <a:lnTo>
                    <a:pt x="12" y="14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8" y="22"/>
                  </a:lnTo>
                  <a:lnTo>
                    <a:pt x="4" y="20"/>
                  </a:lnTo>
                  <a:lnTo>
                    <a:pt x="2" y="16"/>
                  </a:lnTo>
                  <a:lnTo>
                    <a:pt x="0" y="12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0"/>
                  </a:lnTo>
                  <a:lnTo>
                    <a:pt x="20" y="4"/>
                  </a:lnTo>
                  <a:lnTo>
                    <a:pt x="38" y="6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680" bIns="316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8" name=""/>
            <p:cNvSpPr/>
            <p:nvPr/>
          </p:nvSpPr>
          <p:spPr>
            <a:xfrm>
              <a:off x="1930320" y="3681360"/>
              <a:ext cx="142920" cy="138960"/>
            </a:xfrm>
            <a:custGeom>
              <a:avLst/>
              <a:gdLst/>
              <a:ahLst/>
              <a:rect l="l" t="t" r="r" b="b"/>
              <a:pathLst>
                <a:path w="72" h="78">
                  <a:moveTo>
                    <a:pt x="72" y="0"/>
                  </a:moveTo>
                  <a:lnTo>
                    <a:pt x="72" y="2"/>
                  </a:lnTo>
                  <a:lnTo>
                    <a:pt x="70" y="10"/>
                  </a:lnTo>
                  <a:lnTo>
                    <a:pt x="68" y="20"/>
                  </a:lnTo>
                  <a:lnTo>
                    <a:pt x="66" y="26"/>
                  </a:lnTo>
                  <a:lnTo>
                    <a:pt x="64" y="36"/>
                  </a:lnTo>
                  <a:lnTo>
                    <a:pt x="64" y="44"/>
                  </a:lnTo>
                  <a:lnTo>
                    <a:pt x="60" y="50"/>
                  </a:lnTo>
                  <a:lnTo>
                    <a:pt x="56" y="54"/>
                  </a:lnTo>
                  <a:lnTo>
                    <a:pt x="56" y="60"/>
                  </a:lnTo>
                  <a:lnTo>
                    <a:pt x="56" y="66"/>
                  </a:lnTo>
                  <a:lnTo>
                    <a:pt x="58" y="74"/>
                  </a:lnTo>
                  <a:lnTo>
                    <a:pt x="60" y="78"/>
                  </a:lnTo>
                  <a:lnTo>
                    <a:pt x="42" y="76"/>
                  </a:lnTo>
                  <a:lnTo>
                    <a:pt x="26" y="72"/>
                  </a:lnTo>
                  <a:lnTo>
                    <a:pt x="24" y="66"/>
                  </a:lnTo>
                  <a:lnTo>
                    <a:pt x="24" y="62"/>
                  </a:lnTo>
                  <a:lnTo>
                    <a:pt x="16" y="58"/>
                  </a:lnTo>
                  <a:lnTo>
                    <a:pt x="8" y="50"/>
                  </a:lnTo>
                  <a:lnTo>
                    <a:pt x="4" y="44"/>
                  </a:lnTo>
                  <a:lnTo>
                    <a:pt x="0" y="36"/>
                  </a:lnTo>
                  <a:lnTo>
                    <a:pt x="6" y="36"/>
                  </a:lnTo>
                  <a:lnTo>
                    <a:pt x="10" y="30"/>
                  </a:lnTo>
                  <a:lnTo>
                    <a:pt x="12" y="26"/>
                  </a:lnTo>
                  <a:lnTo>
                    <a:pt x="14" y="24"/>
                  </a:lnTo>
                  <a:lnTo>
                    <a:pt x="16" y="22"/>
                  </a:lnTo>
                  <a:lnTo>
                    <a:pt x="22" y="20"/>
                  </a:lnTo>
                  <a:lnTo>
                    <a:pt x="26" y="20"/>
                  </a:lnTo>
                  <a:lnTo>
                    <a:pt x="32" y="18"/>
                  </a:lnTo>
                  <a:lnTo>
                    <a:pt x="40" y="8"/>
                  </a:lnTo>
                  <a:lnTo>
                    <a:pt x="44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2" y="6"/>
                  </a:lnTo>
                  <a:lnTo>
                    <a:pt x="58" y="4"/>
                  </a:lnTo>
                  <a:lnTo>
                    <a:pt x="62" y="2"/>
                  </a:lnTo>
                  <a:lnTo>
                    <a:pt x="66" y="2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9" name=""/>
            <p:cNvSpPr/>
            <p:nvPr/>
          </p:nvSpPr>
          <p:spPr>
            <a:xfrm>
              <a:off x="1851480" y="3702960"/>
              <a:ext cx="74880" cy="28440"/>
            </a:xfrm>
            <a:custGeom>
              <a:avLst/>
              <a:gdLst/>
              <a:ahLst/>
              <a:rect l="l" t="t" r="r" b="b"/>
              <a:pathLst>
                <a:path w="38" h="16">
                  <a:moveTo>
                    <a:pt x="36" y="16"/>
                  </a:moveTo>
                  <a:lnTo>
                    <a:pt x="30" y="16"/>
                  </a:lnTo>
                  <a:lnTo>
                    <a:pt x="24" y="16"/>
                  </a:lnTo>
                  <a:lnTo>
                    <a:pt x="10" y="1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6" y="6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30" y="10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0" name=""/>
            <p:cNvSpPr/>
            <p:nvPr/>
          </p:nvSpPr>
          <p:spPr>
            <a:xfrm>
              <a:off x="1875960" y="3638880"/>
              <a:ext cx="197280" cy="106560"/>
            </a:xfrm>
            <a:custGeom>
              <a:avLst/>
              <a:gdLst/>
              <a:ahLst/>
              <a:rect l="l" t="t" r="r" b="b"/>
              <a:pathLst>
                <a:path w="100" h="60">
                  <a:moveTo>
                    <a:pt x="100" y="24"/>
                  </a:moveTo>
                  <a:lnTo>
                    <a:pt x="94" y="26"/>
                  </a:lnTo>
                  <a:lnTo>
                    <a:pt x="90" y="26"/>
                  </a:lnTo>
                  <a:lnTo>
                    <a:pt x="86" y="28"/>
                  </a:lnTo>
                  <a:lnTo>
                    <a:pt x="80" y="30"/>
                  </a:lnTo>
                  <a:lnTo>
                    <a:pt x="80" y="28"/>
                  </a:lnTo>
                  <a:lnTo>
                    <a:pt x="78" y="28"/>
                  </a:lnTo>
                  <a:lnTo>
                    <a:pt x="76" y="28"/>
                  </a:lnTo>
                  <a:lnTo>
                    <a:pt x="72" y="28"/>
                  </a:lnTo>
                  <a:lnTo>
                    <a:pt x="68" y="32"/>
                  </a:lnTo>
                  <a:lnTo>
                    <a:pt x="60" y="42"/>
                  </a:lnTo>
                  <a:lnTo>
                    <a:pt x="54" y="44"/>
                  </a:lnTo>
                  <a:lnTo>
                    <a:pt x="50" y="44"/>
                  </a:lnTo>
                  <a:lnTo>
                    <a:pt x="44" y="46"/>
                  </a:lnTo>
                  <a:lnTo>
                    <a:pt x="42" y="48"/>
                  </a:lnTo>
                  <a:lnTo>
                    <a:pt x="40" y="50"/>
                  </a:lnTo>
                  <a:lnTo>
                    <a:pt x="38" y="54"/>
                  </a:lnTo>
                  <a:lnTo>
                    <a:pt x="34" y="60"/>
                  </a:lnTo>
                  <a:lnTo>
                    <a:pt x="28" y="60"/>
                  </a:lnTo>
                  <a:lnTo>
                    <a:pt x="26" y="52"/>
                  </a:lnTo>
                  <a:lnTo>
                    <a:pt x="26" y="50"/>
                  </a:lnTo>
                  <a:lnTo>
                    <a:pt x="24" y="48"/>
                  </a:lnTo>
                  <a:lnTo>
                    <a:pt x="22" y="46"/>
                  </a:lnTo>
                  <a:lnTo>
                    <a:pt x="18" y="46"/>
                  </a:lnTo>
                  <a:lnTo>
                    <a:pt x="12" y="44"/>
                  </a:lnTo>
                  <a:lnTo>
                    <a:pt x="8" y="40"/>
                  </a:lnTo>
                  <a:lnTo>
                    <a:pt x="4" y="38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2"/>
                  </a:lnTo>
                  <a:lnTo>
                    <a:pt x="18" y="16"/>
                  </a:lnTo>
                  <a:lnTo>
                    <a:pt x="22" y="8"/>
                  </a:lnTo>
                  <a:lnTo>
                    <a:pt x="26" y="2"/>
                  </a:lnTo>
                  <a:lnTo>
                    <a:pt x="34" y="0"/>
                  </a:lnTo>
                  <a:lnTo>
                    <a:pt x="80" y="0"/>
                  </a:lnTo>
                  <a:lnTo>
                    <a:pt x="84" y="6"/>
                  </a:lnTo>
                  <a:lnTo>
                    <a:pt x="90" y="12"/>
                  </a:lnTo>
                  <a:lnTo>
                    <a:pt x="96" y="18"/>
                  </a:lnTo>
                  <a:lnTo>
                    <a:pt x="100" y="24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1" name=""/>
            <p:cNvSpPr/>
            <p:nvPr/>
          </p:nvSpPr>
          <p:spPr>
            <a:xfrm>
              <a:off x="1887480" y="3570840"/>
              <a:ext cx="46800" cy="74880"/>
            </a:xfrm>
            <a:custGeom>
              <a:avLst/>
              <a:gdLst/>
              <a:ahLst/>
              <a:rect l="l" t="t" r="r" b="b"/>
              <a:pathLst>
                <a:path w="24" h="42">
                  <a:moveTo>
                    <a:pt x="24" y="6"/>
                  </a:moveTo>
                  <a:lnTo>
                    <a:pt x="18" y="10"/>
                  </a:lnTo>
                  <a:lnTo>
                    <a:pt x="18" y="18"/>
                  </a:lnTo>
                  <a:lnTo>
                    <a:pt x="16" y="26"/>
                  </a:lnTo>
                  <a:lnTo>
                    <a:pt x="14" y="32"/>
                  </a:lnTo>
                  <a:lnTo>
                    <a:pt x="10" y="36"/>
                  </a:lnTo>
                  <a:lnTo>
                    <a:pt x="10" y="42"/>
                  </a:lnTo>
                  <a:lnTo>
                    <a:pt x="0" y="42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2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2" name=""/>
            <p:cNvSpPr/>
            <p:nvPr/>
          </p:nvSpPr>
          <p:spPr>
            <a:xfrm>
              <a:off x="2355840" y="3513960"/>
              <a:ext cx="86400" cy="64080"/>
            </a:xfrm>
            <a:custGeom>
              <a:avLst/>
              <a:gdLst/>
              <a:ahLst/>
              <a:rect l="l" t="t" r="r" b="b"/>
              <a:pathLst>
                <a:path w="44" h="36">
                  <a:moveTo>
                    <a:pt x="42" y="36"/>
                  </a:moveTo>
                  <a:lnTo>
                    <a:pt x="42" y="34"/>
                  </a:lnTo>
                  <a:lnTo>
                    <a:pt x="14" y="34"/>
                  </a:lnTo>
                  <a:lnTo>
                    <a:pt x="4" y="32"/>
                  </a:lnTo>
                  <a:lnTo>
                    <a:pt x="2" y="30"/>
                  </a:lnTo>
                  <a:lnTo>
                    <a:pt x="0" y="26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6" y="26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28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2" y="2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44" y="2"/>
                  </a:lnTo>
                  <a:lnTo>
                    <a:pt x="44" y="6"/>
                  </a:lnTo>
                  <a:lnTo>
                    <a:pt x="42" y="8"/>
                  </a:lnTo>
                  <a:lnTo>
                    <a:pt x="42" y="18"/>
                  </a:lnTo>
                  <a:lnTo>
                    <a:pt x="40" y="28"/>
                  </a:lnTo>
                  <a:lnTo>
                    <a:pt x="40" y="34"/>
                  </a:lnTo>
                  <a:lnTo>
                    <a:pt x="42" y="36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3" name=""/>
            <p:cNvSpPr/>
            <p:nvPr/>
          </p:nvSpPr>
          <p:spPr>
            <a:xfrm>
              <a:off x="2435040" y="3517560"/>
              <a:ext cx="114480" cy="64080"/>
            </a:xfrm>
            <a:custGeom>
              <a:avLst/>
              <a:gdLst/>
              <a:ahLst/>
              <a:rect l="l" t="t" r="r" b="b"/>
              <a:pathLst>
                <a:path w="58" h="36">
                  <a:moveTo>
                    <a:pt x="0" y="32"/>
                  </a:moveTo>
                  <a:lnTo>
                    <a:pt x="0" y="26"/>
                  </a:lnTo>
                  <a:lnTo>
                    <a:pt x="2" y="1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0"/>
                  </a:lnTo>
                  <a:lnTo>
                    <a:pt x="14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4" y="4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8"/>
                  </a:lnTo>
                  <a:lnTo>
                    <a:pt x="42" y="8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48" y="14"/>
                  </a:lnTo>
                  <a:lnTo>
                    <a:pt x="52" y="16"/>
                  </a:lnTo>
                  <a:lnTo>
                    <a:pt x="54" y="18"/>
                  </a:lnTo>
                  <a:lnTo>
                    <a:pt x="58" y="26"/>
                  </a:lnTo>
                  <a:lnTo>
                    <a:pt x="52" y="28"/>
                  </a:lnTo>
                  <a:lnTo>
                    <a:pt x="50" y="32"/>
                  </a:lnTo>
                  <a:lnTo>
                    <a:pt x="48" y="30"/>
                  </a:lnTo>
                  <a:lnTo>
                    <a:pt x="46" y="28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12" y="34"/>
                  </a:lnTo>
                  <a:lnTo>
                    <a:pt x="8" y="36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4" name=""/>
            <p:cNvSpPr/>
            <p:nvPr/>
          </p:nvSpPr>
          <p:spPr>
            <a:xfrm>
              <a:off x="2088720" y="3848040"/>
              <a:ext cx="142920" cy="70920"/>
            </a:xfrm>
            <a:custGeom>
              <a:avLst/>
              <a:gdLst/>
              <a:ahLst/>
              <a:rect l="l" t="t" r="r" b="b"/>
              <a:pathLst>
                <a:path w="76" h="40">
                  <a:moveTo>
                    <a:pt x="0" y="12"/>
                  </a:moveTo>
                  <a:lnTo>
                    <a:pt x="7" y="22"/>
                  </a:lnTo>
                  <a:lnTo>
                    <a:pt x="24" y="21"/>
                  </a:lnTo>
                  <a:lnTo>
                    <a:pt x="42" y="9"/>
                  </a:lnTo>
                  <a:lnTo>
                    <a:pt x="60" y="16"/>
                  </a:lnTo>
                  <a:lnTo>
                    <a:pt x="58" y="27"/>
                  </a:lnTo>
                  <a:lnTo>
                    <a:pt x="64" y="40"/>
                  </a:lnTo>
                  <a:lnTo>
                    <a:pt x="76" y="31"/>
                  </a:lnTo>
                  <a:lnTo>
                    <a:pt x="76" y="19"/>
                  </a:lnTo>
                  <a:lnTo>
                    <a:pt x="48" y="0"/>
                  </a:lnTo>
                  <a:lnTo>
                    <a:pt x="31" y="1"/>
                  </a:lnTo>
                  <a:lnTo>
                    <a:pt x="22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25200" bIns="252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5" name=""/>
            <p:cNvSpPr/>
            <p:nvPr/>
          </p:nvSpPr>
          <p:spPr>
            <a:xfrm>
              <a:off x="2107440" y="3859920"/>
              <a:ext cx="1319040" cy="855360"/>
            </a:xfrm>
            <a:custGeom>
              <a:avLst/>
              <a:gdLst/>
              <a:ahLst/>
              <a:rect l="l" t="t" r="r" b="b"/>
              <a:pathLst>
                <a:path w="701" h="479">
                  <a:moveTo>
                    <a:pt x="66" y="14"/>
                  </a:moveTo>
                  <a:lnTo>
                    <a:pt x="81" y="23"/>
                  </a:lnTo>
                  <a:lnTo>
                    <a:pt x="81" y="9"/>
                  </a:lnTo>
                  <a:lnTo>
                    <a:pt x="90" y="0"/>
                  </a:lnTo>
                  <a:lnTo>
                    <a:pt x="104" y="12"/>
                  </a:lnTo>
                  <a:lnTo>
                    <a:pt x="93" y="23"/>
                  </a:lnTo>
                  <a:lnTo>
                    <a:pt x="90" y="60"/>
                  </a:lnTo>
                  <a:lnTo>
                    <a:pt x="102" y="36"/>
                  </a:lnTo>
                  <a:lnTo>
                    <a:pt x="105" y="17"/>
                  </a:lnTo>
                  <a:lnTo>
                    <a:pt x="116" y="26"/>
                  </a:lnTo>
                  <a:lnTo>
                    <a:pt x="119" y="39"/>
                  </a:lnTo>
                  <a:lnTo>
                    <a:pt x="156" y="45"/>
                  </a:lnTo>
                  <a:lnTo>
                    <a:pt x="189" y="50"/>
                  </a:lnTo>
                  <a:lnTo>
                    <a:pt x="195" y="60"/>
                  </a:lnTo>
                  <a:lnTo>
                    <a:pt x="231" y="59"/>
                  </a:lnTo>
                  <a:lnTo>
                    <a:pt x="263" y="110"/>
                  </a:lnTo>
                  <a:lnTo>
                    <a:pt x="326" y="33"/>
                  </a:lnTo>
                  <a:lnTo>
                    <a:pt x="351" y="27"/>
                  </a:lnTo>
                  <a:lnTo>
                    <a:pt x="359" y="12"/>
                  </a:lnTo>
                  <a:lnTo>
                    <a:pt x="374" y="18"/>
                  </a:lnTo>
                  <a:lnTo>
                    <a:pt x="381" y="32"/>
                  </a:lnTo>
                  <a:lnTo>
                    <a:pt x="381" y="44"/>
                  </a:lnTo>
                  <a:lnTo>
                    <a:pt x="393" y="45"/>
                  </a:lnTo>
                  <a:lnTo>
                    <a:pt x="411" y="60"/>
                  </a:lnTo>
                  <a:lnTo>
                    <a:pt x="453" y="80"/>
                  </a:lnTo>
                  <a:lnTo>
                    <a:pt x="449" y="90"/>
                  </a:lnTo>
                  <a:lnTo>
                    <a:pt x="453" y="102"/>
                  </a:lnTo>
                  <a:lnTo>
                    <a:pt x="506" y="92"/>
                  </a:lnTo>
                  <a:lnTo>
                    <a:pt x="507" y="102"/>
                  </a:lnTo>
                  <a:lnTo>
                    <a:pt x="509" y="123"/>
                  </a:lnTo>
                  <a:lnTo>
                    <a:pt x="525" y="143"/>
                  </a:lnTo>
                  <a:lnTo>
                    <a:pt x="507" y="168"/>
                  </a:lnTo>
                  <a:lnTo>
                    <a:pt x="500" y="186"/>
                  </a:lnTo>
                  <a:lnTo>
                    <a:pt x="510" y="186"/>
                  </a:lnTo>
                  <a:lnTo>
                    <a:pt x="492" y="201"/>
                  </a:lnTo>
                  <a:lnTo>
                    <a:pt x="519" y="200"/>
                  </a:lnTo>
                  <a:lnTo>
                    <a:pt x="510" y="189"/>
                  </a:lnTo>
                  <a:lnTo>
                    <a:pt x="515" y="171"/>
                  </a:lnTo>
                  <a:lnTo>
                    <a:pt x="527" y="167"/>
                  </a:lnTo>
                  <a:lnTo>
                    <a:pt x="554" y="173"/>
                  </a:lnTo>
                  <a:lnTo>
                    <a:pt x="549" y="186"/>
                  </a:lnTo>
                  <a:lnTo>
                    <a:pt x="546" y="200"/>
                  </a:lnTo>
                  <a:lnTo>
                    <a:pt x="530" y="201"/>
                  </a:lnTo>
                  <a:lnTo>
                    <a:pt x="539" y="213"/>
                  </a:lnTo>
                  <a:lnTo>
                    <a:pt x="552" y="195"/>
                  </a:lnTo>
                  <a:lnTo>
                    <a:pt x="558" y="182"/>
                  </a:lnTo>
                  <a:lnTo>
                    <a:pt x="581" y="185"/>
                  </a:lnTo>
                  <a:lnTo>
                    <a:pt x="612" y="203"/>
                  </a:lnTo>
                  <a:lnTo>
                    <a:pt x="618" y="222"/>
                  </a:lnTo>
                  <a:lnTo>
                    <a:pt x="638" y="212"/>
                  </a:lnTo>
                  <a:lnTo>
                    <a:pt x="650" y="212"/>
                  </a:lnTo>
                  <a:lnTo>
                    <a:pt x="657" y="221"/>
                  </a:lnTo>
                  <a:lnTo>
                    <a:pt x="671" y="227"/>
                  </a:lnTo>
                  <a:lnTo>
                    <a:pt x="701" y="222"/>
                  </a:lnTo>
                  <a:lnTo>
                    <a:pt x="674" y="306"/>
                  </a:lnTo>
                  <a:lnTo>
                    <a:pt x="623" y="357"/>
                  </a:lnTo>
                  <a:lnTo>
                    <a:pt x="581" y="363"/>
                  </a:lnTo>
                  <a:lnTo>
                    <a:pt x="498" y="332"/>
                  </a:lnTo>
                  <a:lnTo>
                    <a:pt x="474" y="348"/>
                  </a:lnTo>
                  <a:lnTo>
                    <a:pt x="474" y="479"/>
                  </a:lnTo>
                  <a:lnTo>
                    <a:pt x="389" y="479"/>
                  </a:lnTo>
                  <a:lnTo>
                    <a:pt x="363" y="468"/>
                  </a:lnTo>
                  <a:lnTo>
                    <a:pt x="306" y="452"/>
                  </a:lnTo>
                  <a:lnTo>
                    <a:pt x="263" y="428"/>
                  </a:lnTo>
                  <a:lnTo>
                    <a:pt x="218" y="419"/>
                  </a:lnTo>
                  <a:lnTo>
                    <a:pt x="174" y="414"/>
                  </a:lnTo>
                  <a:lnTo>
                    <a:pt x="140" y="384"/>
                  </a:lnTo>
                  <a:lnTo>
                    <a:pt x="119" y="344"/>
                  </a:lnTo>
                  <a:lnTo>
                    <a:pt x="111" y="306"/>
                  </a:lnTo>
                  <a:lnTo>
                    <a:pt x="102" y="270"/>
                  </a:lnTo>
                  <a:lnTo>
                    <a:pt x="0" y="272"/>
                  </a:lnTo>
                  <a:lnTo>
                    <a:pt x="0" y="240"/>
                  </a:lnTo>
                  <a:lnTo>
                    <a:pt x="15" y="231"/>
                  </a:lnTo>
                  <a:lnTo>
                    <a:pt x="20" y="242"/>
                  </a:lnTo>
                  <a:lnTo>
                    <a:pt x="29" y="248"/>
                  </a:lnTo>
                  <a:lnTo>
                    <a:pt x="56" y="216"/>
                  </a:lnTo>
                  <a:lnTo>
                    <a:pt x="71" y="201"/>
                  </a:lnTo>
                  <a:lnTo>
                    <a:pt x="54" y="159"/>
                  </a:lnTo>
                  <a:lnTo>
                    <a:pt x="41" y="146"/>
                  </a:lnTo>
                  <a:lnTo>
                    <a:pt x="51" y="120"/>
                  </a:lnTo>
                  <a:lnTo>
                    <a:pt x="71" y="101"/>
                  </a:lnTo>
                  <a:lnTo>
                    <a:pt x="66" y="66"/>
                  </a:lnTo>
                  <a:lnTo>
                    <a:pt x="69" y="51"/>
                  </a:lnTo>
                  <a:lnTo>
                    <a:pt x="59" y="35"/>
                  </a:lnTo>
                  <a:lnTo>
                    <a:pt x="68" y="27"/>
                  </a:lnTo>
                  <a:lnTo>
                    <a:pt x="66" y="14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6" name=""/>
            <p:cNvSpPr/>
            <p:nvPr/>
          </p:nvSpPr>
          <p:spPr>
            <a:xfrm>
              <a:off x="2632320" y="4774320"/>
              <a:ext cx="185760" cy="130320"/>
            </a:xfrm>
            <a:custGeom>
              <a:avLst/>
              <a:gdLst/>
              <a:ahLst/>
              <a:rect l="l" t="t" r="r" b="b"/>
              <a:pathLst>
                <a:path w="99" h="73">
                  <a:moveTo>
                    <a:pt x="0" y="66"/>
                  </a:moveTo>
                  <a:lnTo>
                    <a:pt x="11" y="54"/>
                  </a:lnTo>
                  <a:lnTo>
                    <a:pt x="39" y="51"/>
                  </a:lnTo>
                  <a:lnTo>
                    <a:pt x="53" y="15"/>
                  </a:lnTo>
                  <a:lnTo>
                    <a:pt x="83" y="0"/>
                  </a:lnTo>
                  <a:lnTo>
                    <a:pt x="99" y="13"/>
                  </a:lnTo>
                  <a:lnTo>
                    <a:pt x="86" y="15"/>
                  </a:lnTo>
                  <a:lnTo>
                    <a:pt x="62" y="21"/>
                  </a:lnTo>
                  <a:lnTo>
                    <a:pt x="51" y="42"/>
                  </a:lnTo>
                  <a:lnTo>
                    <a:pt x="53" y="72"/>
                  </a:lnTo>
                  <a:lnTo>
                    <a:pt x="41" y="70"/>
                  </a:lnTo>
                  <a:lnTo>
                    <a:pt x="27" y="7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7" name=""/>
            <p:cNvSpPr/>
            <p:nvPr/>
          </p:nvSpPr>
          <p:spPr>
            <a:xfrm>
              <a:off x="4139640" y="3515400"/>
              <a:ext cx="2150640" cy="1518120"/>
            </a:xfrm>
            <a:custGeom>
              <a:avLst/>
              <a:gdLst/>
              <a:ahLst/>
              <a:rect l="l" t="t" r="r" b="b"/>
              <a:pathLst>
                <a:path w="1143" h="850">
                  <a:moveTo>
                    <a:pt x="20" y="24"/>
                  </a:moveTo>
                  <a:lnTo>
                    <a:pt x="51" y="4"/>
                  </a:lnTo>
                  <a:lnTo>
                    <a:pt x="135" y="24"/>
                  </a:lnTo>
                  <a:lnTo>
                    <a:pt x="180" y="13"/>
                  </a:lnTo>
                  <a:lnTo>
                    <a:pt x="365" y="37"/>
                  </a:lnTo>
                  <a:lnTo>
                    <a:pt x="374" y="46"/>
                  </a:lnTo>
                  <a:lnTo>
                    <a:pt x="527" y="25"/>
                  </a:lnTo>
                  <a:lnTo>
                    <a:pt x="567" y="25"/>
                  </a:lnTo>
                  <a:lnTo>
                    <a:pt x="660" y="45"/>
                  </a:lnTo>
                  <a:lnTo>
                    <a:pt x="704" y="24"/>
                  </a:lnTo>
                  <a:lnTo>
                    <a:pt x="720" y="24"/>
                  </a:lnTo>
                  <a:lnTo>
                    <a:pt x="807" y="48"/>
                  </a:lnTo>
                  <a:lnTo>
                    <a:pt x="807" y="3"/>
                  </a:lnTo>
                  <a:lnTo>
                    <a:pt x="821" y="0"/>
                  </a:lnTo>
                  <a:lnTo>
                    <a:pt x="819" y="13"/>
                  </a:lnTo>
                  <a:lnTo>
                    <a:pt x="882" y="10"/>
                  </a:lnTo>
                  <a:lnTo>
                    <a:pt x="900" y="4"/>
                  </a:lnTo>
                  <a:lnTo>
                    <a:pt x="921" y="34"/>
                  </a:lnTo>
                  <a:lnTo>
                    <a:pt x="939" y="73"/>
                  </a:lnTo>
                  <a:lnTo>
                    <a:pt x="966" y="88"/>
                  </a:lnTo>
                  <a:lnTo>
                    <a:pt x="1002" y="126"/>
                  </a:lnTo>
                  <a:lnTo>
                    <a:pt x="1011" y="138"/>
                  </a:lnTo>
                  <a:lnTo>
                    <a:pt x="1011" y="157"/>
                  </a:lnTo>
                  <a:lnTo>
                    <a:pt x="1026" y="168"/>
                  </a:lnTo>
                  <a:lnTo>
                    <a:pt x="1035" y="172"/>
                  </a:lnTo>
                  <a:lnTo>
                    <a:pt x="1043" y="160"/>
                  </a:lnTo>
                  <a:lnTo>
                    <a:pt x="1065" y="162"/>
                  </a:lnTo>
                  <a:lnTo>
                    <a:pt x="1094" y="153"/>
                  </a:lnTo>
                  <a:lnTo>
                    <a:pt x="1116" y="153"/>
                  </a:lnTo>
                  <a:lnTo>
                    <a:pt x="1128" y="142"/>
                  </a:lnTo>
                  <a:lnTo>
                    <a:pt x="1143" y="144"/>
                  </a:lnTo>
                  <a:lnTo>
                    <a:pt x="1139" y="156"/>
                  </a:lnTo>
                  <a:lnTo>
                    <a:pt x="1139" y="171"/>
                  </a:lnTo>
                  <a:lnTo>
                    <a:pt x="1109" y="240"/>
                  </a:lnTo>
                  <a:lnTo>
                    <a:pt x="1070" y="298"/>
                  </a:lnTo>
                  <a:lnTo>
                    <a:pt x="1016" y="348"/>
                  </a:lnTo>
                  <a:lnTo>
                    <a:pt x="978" y="382"/>
                  </a:lnTo>
                  <a:lnTo>
                    <a:pt x="935" y="471"/>
                  </a:lnTo>
                  <a:lnTo>
                    <a:pt x="945" y="492"/>
                  </a:lnTo>
                  <a:lnTo>
                    <a:pt x="947" y="532"/>
                  </a:lnTo>
                  <a:lnTo>
                    <a:pt x="963" y="555"/>
                  </a:lnTo>
                  <a:lnTo>
                    <a:pt x="966" y="606"/>
                  </a:lnTo>
                  <a:lnTo>
                    <a:pt x="959" y="616"/>
                  </a:lnTo>
                  <a:lnTo>
                    <a:pt x="959" y="637"/>
                  </a:lnTo>
                  <a:lnTo>
                    <a:pt x="941" y="661"/>
                  </a:lnTo>
                  <a:lnTo>
                    <a:pt x="899" y="681"/>
                  </a:lnTo>
                  <a:lnTo>
                    <a:pt x="887" y="700"/>
                  </a:lnTo>
                  <a:lnTo>
                    <a:pt x="861" y="714"/>
                  </a:lnTo>
                  <a:lnTo>
                    <a:pt x="855" y="730"/>
                  </a:lnTo>
                  <a:lnTo>
                    <a:pt x="860" y="747"/>
                  </a:lnTo>
                  <a:lnTo>
                    <a:pt x="867" y="780"/>
                  </a:lnTo>
                  <a:lnTo>
                    <a:pt x="860" y="810"/>
                  </a:lnTo>
                  <a:lnTo>
                    <a:pt x="819" y="825"/>
                  </a:lnTo>
                  <a:lnTo>
                    <a:pt x="812" y="850"/>
                  </a:lnTo>
                  <a:lnTo>
                    <a:pt x="801" y="847"/>
                  </a:lnTo>
                  <a:lnTo>
                    <a:pt x="801" y="825"/>
                  </a:lnTo>
                  <a:lnTo>
                    <a:pt x="786" y="810"/>
                  </a:lnTo>
                  <a:lnTo>
                    <a:pt x="767" y="804"/>
                  </a:lnTo>
                  <a:lnTo>
                    <a:pt x="741" y="784"/>
                  </a:lnTo>
                  <a:lnTo>
                    <a:pt x="728" y="762"/>
                  </a:lnTo>
                  <a:lnTo>
                    <a:pt x="708" y="751"/>
                  </a:lnTo>
                  <a:lnTo>
                    <a:pt x="699" y="726"/>
                  </a:lnTo>
                  <a:lnTo>
                    <a:pt x="665" y="733"/>
                  </a:lnTo>
                  <a:lnTo>
                    <a:pt x="626" y="709"/>
                  </a:lnTo>
                  <a:lnTo>
                    <a:pt x="581" y="699"/>
                  </a:lnTo>
                  <a:lnTo>
                    <a:pt x="480" y="696"/>
                  </a:lnTo>
                  <a:lnTo>
                    <a:pt x="476" y="675"/>
                  </a:lnTo>
                  <a:lnTo>
                    <a:pt x="482" y="640"/>
                  </a:lnTo>
                  <a:lnTo>
                    <a:pt x="492" y="606"/>
                  </a:lnTo>
                  <a:lnTo>
                    <a:pt x="513" y="574"/>
                  </a:lnTo>
                  <a:lnTo>
                    <a:pt x="513" y="559"/>
                  </a:lnTo>
                  <a:lnTo>
                    <a:pt x="498" y="528"/>
                  </a:lnTo>
                  <a:lnTo>
                    <a:pt x="506" y="504"/>
                  </a:lnTo>
                  <a:lnTo>
                    <a:pt x="489" y="471"/>
                  </a:lnTo>
                  <a:lnTo>
                    <a:pt x="471" y="432"/>
                  </a:lnTo>
                  <a:lnTo>
                    <a:pt x="429" y="391"/>
                  </a:lnTo>
                  <a:lnTo>
                    <a:pt x="431" y="363"/>
                  </a:lnTo>
                  <a:lnTo>
                    <a:pt x="446" y="316"/>
                  </a:lnTo>
                  <a:lnTo>
                    <a:pt x="441" y="301"/>
                  </a:lnTo>
                  <a:lnTo>
                    <a:pt x="446" y="282"/>
                  </a:lnTo>
                  <a:lnTo>
                    <a:pt x="432" y="283"/>
                  </a:lnTo>
                  <a:lnTo>
                    <a:pt x="422" y="276"/>
                  </a:lnTo>
                  <a:lnTo>
                    <a:pt x="383" y="283"/>
                  </a:lnTo>
                  <a:lnTo>
                    <a:pt x="372" y="276"/>
                  </a:lnTo>
                  <a:lnTo>
                    <a:pt x="356" y="243"/>
                  </a:lnTo>
                  <a:lnTo>
                    <a:pt x="329" y="241"/>
                  </a:lnTo>
                  <a:lnTo>
                    <a:pt x="294" y="253"/>
                  </a:lnTo>
                  <a:lnTo>
                    <a:pt x="273" y="261"/>
                  </a:lnTo>
                  <a:lnTo>
                    <a:pt x="254" y="271"/>
                  </a:lnTo>
                  <a:lnTo>
                    <a:pt x="231" y="274"/>
                  </a:lnTo>
                  <a:lnTo>
                    <a:pt x="221" y="264"/>
                  </a:lnTo>
                  <a:lnTo>
                    <a:pt x="197" y="264"/>
                  </a:lnTo>
                  <a:lnTo>
                    <a:pt x="161" y="280"/>
                  </a:lnTo>
                  <a:lnTo>
                    <a:pt x="149" y="280"/>
                  </a:lnTo>
                  <a:lnTo>
                    <a:pt x="131" y="259"/>
                  </a:lnTo>
                  <a:lnTo>
                    <a:pt x="90" y="235"/>
                  </a:lnTo>
                  <a:lnTo>
                    <a:pt x="71" y="216"/>
                  </a:lnTo>
                  <a:lnTo>
                    <a:pt x="65" y="195"/>
                  </a:lnTo>
                  <a:lnTo>
                    <a:pt x="53" y="174"/>
                  </a:lnTo>
                  <a:lnTo>
                    <a:pt x="39" y="157"/>
                  </a:lnTo>
                  <a:lnTo>
                    <a:pt x="24" y="144"/>
                  </a:lnTo>
                  <a:lnTo>
                    <a:pt x="6" y="136"/>
                  </a:lnTo>
                  <a:lnTo>
                    <a:pt x="5" y="123"/>
                  </a:lnTo>
                  <a:lnTo>
                    <a:pt x="9" y="103"/>
                  </a:lnTo>
                  <a:lnTo>
                    <a:pt x="0" y="88"/>
                  </a:lnTo>
                  <a:lnTo>
                    <a:pt x="12" y="60"/>
                  </a:lnTo>
                  <a:lnTo>
                    <a:pt x="18" y="39"/>
                  </a:lnTo>
                  <a:lnTo>
                    <a:pt x="20" y="24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8" name=""/>
            <p:cNvSpPr/>
            <p:nvPr/>
          </p:nvSpPr>
          <p:spPr>
            <a:xfrm>
              <a:off x="5743080" y="3606480"/>
              <a:ext cx="158040" cy="287280"/>
            </a:xfrm>
            <a:custGeom>
              <a:avLst/>
              <a:gdLst/>
              <a:ahLst/>
              <a:rect l="l" t="t" r="r" b="b"/>
              <a:pathLst>
                <a:path w="84" h="161">
                  <a:moveTo>
                    <a:pt x="69" y="18"/>
                  </a:moveTo>
                  <a:cubicBezTo>
                    <a:pt x="71" y="31"/>
                    <a:pt x="72" y="34"/>
                    <a:pt x="83" y="40"/>
                  </a:cubicBezTo>
                  <a:cubicBezTo>
                    <a:pt x="84" y="46"/>
                    <a:pt x="79" y="51"/>
                    <a:pt x="74" y="55"/>
                  </a:cubicBezTo>
                  <a:cubicBezTo>
                    <a:pt x="67" y="74"/>
                    <a:pt x="78" y="95"/>
                    <a:pt x="66" y="112"/>
                  </a:cubicBezTo>
                  <a:cubicBezTo>
                    <a:pt x="65" y="149"/>
                    <a:pt x="70" y="150"/>
                    <a:pt x="42" y="159"/>
                  </a:cubicBezTo>
                  <a:cubicBezTo>
                    <a:pt x="33" y="158"/>
                    <a:pt x="23" y="161"/>
                    <a:pt x="14" y="157"/>
                  </a:cubicBezTo>
                  <a:cubicBezTo>
                    <a:pt x="0" y="151"/>
                    <a:pt x="22" y="145"/>
                    <a:pt x="26" y="144"/>
                  </a:cubicBezTo>
                  <a:cubicBezTo>
                    <a:pt x="20" y="142"/>
                    <a:pt x="18" y="140"/>
                    <a:pt x="15" y="135"/>
                  </a:cubicBezTo>
                  <a:cubicBezTo>
                    <a:pt x="18" y="123"/>
                    <a:pt x="14" y="121"/>
                    <a:pt x="27" y="120"/>
                  </a:cubicBezTo>
                  <a:cubicBezTo>
                    <a:pt x="17" y="103"/>
                    <a:pt x="23" y="105"/>
                    <a:pt x="38" y="100"/>
                  </a:cubicBezTo>
                  <a:cubicBezTo>
                    <a:pt x="39" y="90"/>
                    <a:pt x="48" y="77"/>
                    <a:pt x="57" y="70"/>
                  </a:cubicBezTo>
                  <a:cubicBezTo>
                    <a:pt x="55" y="48"/>
                    <a:pt x="51" y="25"/>
                    <a:pt x="59" y="4"/>
                  </a:cubicBezTo>
                  <a:cubicBezTo>
                    <a:pt x="71" y="10"/>
                    <a:pt x="53" y="0"/>
                    <a:pt x="65" y="13"/>
                  </a:cubicBezTo>
                  <a:cubicBezTo>
                    <a:pt x="66" y="15"/>
                    <a:pt x="70" y="13"/>
                    <a:pt x="71" y="15"/>
                  </a:cubicBezTo>
                  <a:cubicBezTo>
                    <a:pt x="72" y="16"/>
                    <a:pt x="70" y="17"/>
                    <a:pt x="69" y="18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9" name=""/>
            <p:cNvSpPr/>
            <p:nvPr/>
          </p:nvSpPr>
          <p:spPr>
            <a:xfrm>
              <a:off x="5788080" y="3933360"/>
              <a:ext cx="56160" cy="50040"/>
            </a:xfrm>
            <a:custGeom>
              <a:avLst/>
              <a:gdLst/>
              <a:ahLst/>
              <a:rect l="l" t="t" r="r" b="b"/>
              <a:pathLst>
                <a:path w="30" h="28">
                  <a:moveTo>
                    <a:pt x="6" y="0"/>
                  </a:moveTo>
                  <a:cubicBezTo>
                    <a:pt x="22" y="2"/>
                    <a:pt x="12" y="7"/>
                    <a:pt x="30" y="4"/>
                  </a:cubicBezTo>
                  <a:cubicBezTo>
                    <a:pt x="30" y="4"/>
                    <a:pt x="30" y="7"/>
                    <a:pt x="29" y="9"/>
                  </a:cubicBezTo>
                  <a:cubicBezTo>
                    <a:pt x="28" y="11"/>
                    <a:pt x="25" y="16"/>
                    <a:pt x="24" y="18"/>
                  </a:cubicBezTo>
                  <a:cubicBezTo>
                    <a:pt x="23" y="27"/>
                    <a:pt x="21" y="28"/>
                    <a:pt x="12" y="25"/>
                  </a:cubicBezTo>
                  <a:cubicBezTo>
                    <a:pt x="7" y="21"/>
                    <a:pt x="5" y="19"/>
                    <a:pt x="3" y="13"/>
                  </a:cubicBezTo>
                  <a:cubicBezTo>
                    <a:pt x="2" y="8"/>
                    <a:pt x="0" y="2"/>
                    <a:pt x="6" y="0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4320" bIns="432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0" name=""/>
            <p:cNvSpPr/>
            <p:nvPr/>
          </p:nvSpPr>
          <p:spPr>
            <a:xfrm>
              <a:off x="5878800" y="3859920"/>
              <a:ext cx="76680" cy="147960"/>
            </a:xfrm>
            <a:custGeom>
              <a:avLst/>
              <a:gdLst/>
              <a:ahLst/>
              <a:rect l="l" t="t" r="r" b="b"/>
              <a:pathLst>
                <a:path w="41" h="83">
                  <a:moveTo>
                    <a:pt x="8" y="75"/>
                  </a:moveTo>
                  <a:cubicBezTo>
                    <a:pt x="2" y="63"/>
                    <a:pt x="6" y="47"/>
                    <a:pt x="0" y="35"/>
                  </a:cubicBezTo>
                  <a:cubicBezTo>
                    <a:pt x="3" y="27"/>
                    <a:pt x="6" y="18"/>
                    <a:pt x="11" y="11"/>
                  </a:cubicBezTo>
                  <a:cubicBezTo>
                    <a:pt x="12" y="5"/>
                    <a:pt x="12" y="3"/>
                    <a:pt x="18" y="0"/>
                  </a:cubicBezTo>
                  <a:cubicBezTo>
                    <a:pt x="31" y="4"/>
                    <a:pt x="21" y="15"/>
                    <a:pt x="41" y="18"/>
                  </a:cubicBezTo>
                  <a:cubicBezTo>
                    <a:pt x="38" y="25"/>
                    <a:pt x="36" y="32"/>
                    <a:pt x="30" y="36"/>
                  </a:cubicBezTo>
                  <a:cubicBezTo>
                    <a:pt x="28" y="45"/>
                    <a:pt x="24" y="44"/>
                    <a:pt x="15" y="45"/>
                  </a:cubicBezTo>
                  <a:cubicBezTo>
                    <a:pt x="22" y="61"/>
                    <a:pt x="34" y="38"/>
                    <a:pt x="24" y="62"/>
                  </a:cubicBezTo>
                  <a:cubicBezTo>
                    <a:pt x="23" y="70"/>
                    <a:pt x="25" y="76"/>
                    <a:pt x="15" y="78"/>
                  </a:cubicBezTo>
                  <a:cubicBezTo>
                    <a:pt x="5" y="83"/>
                    <a:pt x="16" y="75"/>
                    <a:pt x="8" y="75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1" name=""/>
            <p:cNvSpPr/>
            <p:nvPr/>
          </p:nvSpPr>
          <p:spPr>
            <a:xfrm>
              <a:off x="5812560" y="4040640"/>
              <a:ext cx="84600" cy="37080"/>
            </a:xfrm>
            <a:custGeom>
              <a:avLst/>
              <a:gdLst/>
              <a:ahLst/>
              <a:rect l="l" t="t" r="r" b="b"/>
              <a:pathLst>
                <a:path w="45" h="21">
                  <a:moveTo>
                    <a:pt x="41" y="9"/>
                  </a:moveTo>
                  <a:cubicBezTo>
                    <a:pt x="35" y="5"/>
                    <a:pt x="30" y="1"/>
                    <a:pt x="23" y="0"/>
                  </a:cubicBezTo>
                  <a:cubicBezTo>
                    <a:pt x="0" y="2"/>
                    <a:pt x="10" y="16"/>
                    <a:pt x="25" y="19"/>
                  </a:cubicBezTo>
                  <a:cubicBezTo>
                    <a:pt x="29" y="19"/>
                    <a:pt x="34" y="21"/>
                    <a:pt x="37" y="18"/>
                  </a:cubicBezTo>
                  <a:cubicBezTo>
                    <a:pt x="45" y="8"/>
                    <a:pt x="26" y="4"/>
                    <a:pt x="41" y="9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8640" bIns="-864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2" name=""/>
            <p:cNvSpPr/>
            <p:nvPr/>
          </p:nvSpPr>
          <p:spPr>
            <a:xfrm>
              <a:off x="5748480" y="4101480"/>
              <a:ext cx="95760" cy="102960"/>
            </a:xfrm>
            <a:custGeom>
              <a:avLst/>
              <a:gdLst/>
              <a:ahLst/>
              <a:rect l="l" t="t" r="r" b="b"/>
              <a:pathLst>
                <a:path w="41" h="47">
                  <a:moveTo>
                    <a:pt x="11" y="36"/>
                  </a:moveTo>
                  <a:cubicBezTo>
                    <a:pt x="0" y="29"/>
                    <a:pt x="6" y="14"/>
                    <a:pt x="17" y="12"/>
                  </a:cubicBezTo>
                  <a:cubicBezTo>
                    <a:pt x="23" y="8"/>
                    <a:pt x="21" y="0"/>
                    <a:pt x="26" y="9"/>
                  </a:cubicBezTo>
                  <a:cubicBezTo>
                    <a:pt x="27" y="17"/>
                    <a:pt x="30" y="17"/>
                    <a:pt x="36" y="21"/>
                  </a:cubicBezTo>
                  <a:cubicBezTo>
                    <a:pt x="35" y="47"/>
                    <a:pt x="41" y="40"/>
                    <a:pt x="11" y="36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3" name=""/>
            <p:cNvSpPr/>
            <p:nvPr/>
          </p:nvSpPr>
          <p:spPr>
            <a:xfrm>
              <a:off x="6008400" y="4549680"/>
              <a:ext cx="244440" cy="446040"/>
            </a:xfrm>
            <a:custGeom>
              <a:avLst/>
              <a:gdLst/>
              <a:ahLst/>
              <a:rect l="l" t="t" r="r" b="b"/>
              <a:pathLst>
                <a:path w="124" h="250">
                  <a:moveTo>
                    <a:pt x="26" y="84"/>
                  </a:moveTo>
                  <a:lnTo>
                    <a:pt x="30" y="84"/>
                  </a:lnTo>
                  <a:lnTo>
                    <a:pt x="32" y="82"/>
                  </a:lnTo>
                  <a:lnTo>
                    <a:pt x="38" y="76"/>
                  </a:lnTo>
                  <a:lnTo>
                    <a:pt x="40" y="70"/>
                  </a:lnTo>
                  <a:lnTo>
                    <a:pt x="44" y="68"/>
                  </a:lnTo>
                  <a:lnTo>
                    <a:pt x="48" y="68"/>
                  </a:lnTo>
                  <a:lnTo>
                    <a:pt x="56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74" y="56"/>
                  </a:lnTo>
                  <a:lnTo>
                    <a:pt x="88" y="32"/>
                  </a:lnTo>
                  <a:lnTo>
                    <a:pt x="90" y="30"/>
                  </a:lnTo>
                  <a:lnTo>
                    <a:pt x="92" y="28"/>
                  </a:lnTo>
                  <a:lnTo>
                    <a:pt x="96" y="26"/>
                  </a:lnTo>
                  <a:lnTo>
                    <a:pt x="100" y="26"/>
                  </a:lnTo>
                  <a:lnTo>
                    <a:pt x="104" y="18"/>
                  </a:lnTo>
                  <a:lnTo>
                    <a:pt x="104" y="12"/>
                  </a:lnTo>
                  <a:lnTo>
                    <a:pt x="106" y="6"/>
                  </a:lnTo>
                  <a:lnTo>
                    <a:pt x="110" y="0"/>
                  </a:lnTo>
                  <a:lnTo>
                    <a:pt x="110" y="8"/>
                  </a:lnTo>
                  <a:lnTo>
                    <a:pt x="112" y="16"/>
                  </a:lnTo>
                  <a:lnTo>
                    <a:pt x="118" y="32"/>
                  </a:lnTo>
                  <a:lnTo>
                    <a:pt x="122" y="52"/>
                  </a:lnTo>
                  <a:lnTo>
                    <a:pt x="124" y="58"/>
                  </a:lnTo>
                  <a:lnTo>
                    <a:pt x="124" y="68"/>
                  </a:lnTo>
                  <a:lnTo>
                    <a:pt x="122" y="72"/>
                  </a:lnTo>
                  <a:lnTo>
                    <a:pt x="120" y="74"/>
                  </a:lnTo>
                  <a:lnTo>
                    <a:pt x="118" y="72"/>
                  </a:lnTo>
                  <a:lnTo>
                    <a:pt x="118" y="70"/>
                  </a:lnTo>
                  <a:lnTo>
                    <a:pt x="116" y="64"/>
                  </a:lnTo>
                  <a:lnTo>
                    <a:pt x="112" y="68"/>
                  </a:lnTo>
                  <a:lnTo>
                    <a:pt x="110" y="70"/>
                  </a:lnTo>
                  <a:lnTo>
                    <a:pt x="110" y="78"/>
                  </a:lnTo>
                  <a:lnTo>
                    <a:pt x="110" y="82"/>
                  </a:lnTo>
                  <a:lnTo>
                    <a:pt x="112" y="86"/>
                  </a:lnTo>
                  <a:lnTo>
                    <a:pt x="114" y="86"/>
                  </a:lnTo>
                  <a:lnTo>
                    <a:pt x="114" y="90"/>
                  </a:lnTo>
                  <a:lnTo>
                    <a:pt x="112" y="96"/>
                  </a:lnTo>
                  <a:lnTo>
                    <a:pt x="106" y="106"/>
                  </a:lnTo>
                  <a:lnTo>
                    <a:pt x="98" y="118"/>
                  </a:lnTo>
                  <a:lnTo>
                    <a:pt x="82" y="162"/>
                  </a:lnTo>
                  <a:lnTo>
                    <a:pt x="74" y="182"/>
                  </a:lnTo>
                  <a:lnTo>
                    <a:pt x="70" y="206"/>
                  </a:lnTo>
                  <a:lnTo>
                    <a:pt x="66" y="216"/>
                  </a:lnTo>
                  <a:lnTo>
                    <a:pt x="64" y="222"/>
                  </a:lnTo>
                  <a:lnTo>
                    <a:pt x="60" y="230"/>
                  </a:lnTo>
                  <a:lnTo>
                    <a:pt x="58" y="240"/>
                  </a:lnTo>
                  <a:lnTo>
                    <a:pt x="48" y="242"/>
                  </a:lnTo>
                  <a:lnTo>
                    <a:pt x="42" y="246"/>
                  </a:lnTo>
                  <a:lnTo>
                    <a:pt x="38" y="250"/>
                  </a:lnTo>
                  <a:lnTo>
                    <a:pt x="28" y="250"/>
                  </a:lnTo>
                  <a:lnTo>
                    <a:pt x="20" y="250"/>
                  </a:lnTo>
                  <a:lnTo>
                    <a:pt x="14" y="244"/>
                  </a:lnTo>
                  <a:lnTo>
                    <a:pt x="10" y="238"/>
                  </a:lnTo>
                  <a:lnTo>
                    <a:pt x="8" y="228"/>
                  </a:lnTo>
                  <a:lnTo>
                    <a:pt x="2" y="210"/>
                  </a:lnTo>
                  <a:lnTo>
                    <a:pt x="0" y="192"/>
                  </a:lnTo>
                  <a:lnTo>
                    <a:pt x="2" y="182"/>
                  </a:lnTo>
                  <a:lnTo>
                    <a:pt x="6" y="174"/>
                  </a:lnTo>
                  <a:lnTo>
                    <a:pt x="10" y="168"/>
                  </a:lnTo>
                  <a:lnTo>
                    <a:pt x="12" y="164"/>
                  </a:lnTo>
                  <a:lnTo>
                    <a:pt x="22" y="152"/>
                  </a:lnTo>
                  <a:lnTo>
                    <a:pt x="24" y="144"/>
                  </a:lnTo>
                  <a:lnTo>
                    <a:pt x="26" y="136"/>
                  </a:lnTo>
                  <a:lnTo>
                    <a:pt x="24" y="128"/>
                  </a:lnTo>
                  <a:lnTo>
                    <a:pt x="20" y="120"/>
                  </a:lnTo>
                  <a:lnTo>
                    <a:pt x="18" y="114"/>
                  </a:lnTo>
                  <a:lnTo>
                    <a:pt x="16" y="108"/>
                  </a:lnTo>
                  <a:lnTo>
                    <a:pt x="26" y="84"/>
                  </a:lnTo>
                  <a:close/>
                </a:path>
              </a:pathLst>
            </a:custGeom>
            <a:solidFill>
              <a:srgbClr val="e7d475"/>
            </a:solidFill>
            <a:ln w="648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4" name=""/>
            <p:cNvSpPr/>
            <p:nvPr/>
          </p:nvSpPr>
          <p:spPr>
            <a:xfrm>
              <a:off x="5816520" y="3339000"/>
              <a:ext cx="703440" cy="396360"/>
            </a:xfrm>
            <a:custGeom>
              <a:avLst/>
              <a:gdLst/>
              <a:ahLst/>
              <a:rect l="l" t="t" r="r" b="b"/>
              <a:pathLst>
                <a:path w="374" h="222">
                  <a:moveTo>
                    <a:pt x="0" y="3"/>
                  </a:moveTo>
                  <a:lnTo>
                    <a:pt x="30" y="7"/>
                  </a:lnTo>
                  <a:lnTo>
                    <a:pt x="50" y="33"/>
                  </a:lnTo>
                  <a:lnTo>
                    <a:pt x="80" y="33"/>
                  </a:lnTo>
                  <a:lnTo>
                    <a:pt x="122" y="82"/>
                  </a:lnTo>
                  <a:cubicBezTo>
                    <a:pt x="129" y="95"/>
                    <a:pt x="140" y="107"/>
                    <a:pt x="143" y="121"/>
                  </a:cubicBezTo>
                  <a:cubicBezTo>
                    <a:pt x="144" y="125"/>
                    <a:pt x="134" y="120"/>
                    <a:pt x="131" y="123"/>
                  </a:cubicBezTo>
                  <a:cubicBezTo>
                    <a:pt x="124" y="132"/>
                    <a:pt x="133" y="135"/>
                    <a:pt x="137" y="138"/>
                  </a:cubicBezTo>
                  <a:cubicBezTo>
                    <a:pt x="146" y="136"/>
                    <a:pt x="149" y="136"/>
                    <a:pt x="146" y="127"/>
                  </a:cubicBezTo>
                  <a:lnTo>
                    <a:pt x="171" y="151"/>
                  </a:lnTo>
                  <a:lnTo>
                    <a:pt x="200" y="124"/>
                  </a:lnTo>
                  <a:lnTo>
                    <a:pt x="248" y="115"/>
                  </a:lnTo>
                  <a:lnTo>
                    <a:pt x="300" y="70"/>
                  </a:lnTo>
                  <a:lnTo>
                    <a:pt x="317" y="0"/>
                  </a:lnTo>
                  <a:lnTo>
                    <a:pt x="327" y="13"/>
                  </a:lnTo>
                  <a:lnTo>
                    <a:pt x="333" y="24"/>
                  </a:lnTo>
                  <a:lnTo>
                    <a:pt x="357" y="24"/>
                  </a:lnTo>
                  <a:lnTo>
                    <a:pt x="374" y="39"/>
                  </a:lnTo>
                  <a:lnTo>
                    <a:pt x="374" y="58"/>
                  </a:lnTo>
                  <a:lnTo>
                    <a:pt x="345" y="85"/>
                  </a:lnTo>
                  <a:lnTo>
                    <a:pt x="345" y="108"/>
                  </a:lnTo>
                  <a:lnTo>
                    <a:pt x="332" y="106"/>
                  </a:lnTo>
                  <a:lnTo>
                    <a:pt x="332" y="124"/>
                  </a:lnTo>
                  <a:lnTo>
                    <a:pt x="317" y="124"/>
                  </a:lnTo>
                  <a:lnTo>
                    <a:pt x="308" y="141"/>
                  </a:lnTo>
                  <a:lnTo>
                    <a:pt x="264" y="147"/>
                  </a:lnTo>
                  <a:lnTo>
                    <a:pt x="254" y="171"/>
                  </a:lnTo>
                  <a:lnTo>
                    <a:pt x="206" y="186"/>
                  </a:lnTo>
                  <a:lnTo>
                    <a:pt x="197" y="199"/>
                  </a:lnTo>
                  <a:lnTo>
                    <a:pt x="141" y="211"/>
                  </a:lnTo>
                  <a:lnTo>
                    <a:pt x="131" y="222"/>
                  </a:lnTo>
                  <a:lnTo>
                    <a:pt x="113" y="222"/>
                  </a:lnTo>
                  <a:lnTo>
                    <a:pt x="113" y="205"/>
                  </a:lnTo>
                  <a:lnTo>
                    <a:pt x="98" y="168"/>
                  </a:lnTo>
                  <a:lnTo>
                    <a:pt x="104" y="148"/>
                  </a:lnTo>
                  <a:lnTo>
                    <a:pt x="77" y="120"/>
                  </a:lnTo>
                  <a:lnTo>
                    <a:pt x="74" y="106"/>
                  </a:lnTo>
                  <a:lnTo>
                    <a:pt x="56" y="87"/>
                  </a:lnTo>
                  <a:lnTo>
                    <a:pt x="32" y="70"/>
                  </a:lnTo>
                  <a:lnTo>
                    <a:pt x="33" y="3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5" name=""/>
            <p:cNvSpPr/>
            <p:nvPr/>
          </p:nvSpPr>
          <p:spPr>
            <a:xfrm>
              <a:off x="5933160" y="3478320"/>
              <a:ext cx="24120" cy="31680"/>
            </a:xfrm>
            <a:custGeom>
              <a:avLst/>
              <a:gdLst/>
              <a:ahLst/>
              <a:rect l="l" t="t" r="r" b="b"/>
              <a:pathLst>
                <a:path w="13" h="18">
                  <a:moveTo>
                    <a:pt x="0" y="10"/>
                  </a:moveTo>
                  <a:cubicBezTo>
                    <a:pt x="1" y="1"/>
                    <a:pt x="1" y="0"/>
                    <a:pt x="10" y="1"/>
                  </a:cubicBezTo>
                  <a:cubicBezTo>
                    <a:pt x="9" y="18"/>
                    <a:pt x="13" y="17"/>
                    <a:pt x="0" y="10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14040" bIns="-1404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6" name=""/>
            <p:cNvSpPr/>
            <p:nvPr/>
          </p:nvSpPr>
          <p:spPr>
            <a:xfrm>
              <a:off x="6000840" y="3522600"/>
              <a:ext cx="39600" cy="85680"/>
            </a:xfrm>
            <a:custGeom>
              <a:avLst/>
              <a:gdLst/>
              <a:ahLst/>
              <a:rect l="l" t="t" r="r" b="b"/>
              <a:pathLst>
                <a:path w="21" h="48">
                  <a:moveTo>
                    <a:pt x="21" y="39"/>
                  </a:moveTo>
                  <a:cubicBezTo>
                    <a:pt x="18" y="33"/>
                    <a:pt x="15" y="27"/>
                    <a:pt x="13" y="21"/>
                  </a:cubicBezTo>
                  <a:cubicBezTo>
                    <a:pt x="12" y="12"/>
                    <a:pt x="8" y="6"/>
                    <a:pt x="0" y="0"/>
                  </a:cubicBezTo>
                  <a:cubicBezTo>
                    <a:pt x="1" y="12"/>
                    <a:pt x="4" y="14"/>
                    <a:pt x="9" y="24"/>
                  </a:cubicBezTo>
                  <a:cubicBezTo>
                    <a:pt x="10" y="28"/>
                    <a:pt x="11" y="34"/>
                    <a:pt x="13" y="38"/>
                  </a:cubicBezTo>
                  <a:cubicBezTo>
                    <a:pt x="15" y="43"/>
                    <a:pt x="21" y="48"/>
                    <a:pt x="21" y="39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39960" bIns="399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7" name=""/>
            <p:cNvSpPr/>
            <p:nvPr/>
          </p:nvSpPr>
          <p:spPr>
            <a:xfrm>
              <a:off x="6068520" y="3576240"/>
              <a:ext cx="39600" cy="85680"/>
            </a:xfrm>
            <a:custGeom>
              <a:avLst/>
              <a:gdLst/>
              <a:ahLst/>
              <a:rect l="l" t="t" r="r" b="b"/>
              <a:pathLst>
                <a:path w="21" h="48">
                  <a:moveTo>
                    <a:pt x="1" y="0"/>
                  </a:moveTo>
                  <a:cubicBezTo>
                    <a:pt x="3" y="5"/>
                    <a:pt x="4" y="10"/>
                    <a:pt x="6" y="15"/>
                  </a:cubicBezTo>
                  <a:cubicBezTo>
                    <a:pt x="7" y="29"/>
                    <a:pt x="0" y="46"/>
                    <a:pt x="15" y="48"/>
                  </a:cubicBezTo>
                  <a:cubicBezTo>
                    <a:pt x="21" y="40"/>
                    <a:pt x="18" y="30"/>
                    <a:pt x="12" y="23"/>
                  </a:cubicBezTo>
                  <a:cubicBezTo>
                    <a:pt x="10" y="2"/>
                    <a:pt x="13" y="7"/>
                    <a:pt x="1" y="0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39960" bIns="399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8" name=""/>
            <p:cNvSpPr/>
            <p:nvPr/>
          </p:nvSpPr>
          <p:spPr>
            <a:xfrm>
              <a:off x="5549040" y="2917440"/>
              <a:ext cx="62280" cy="26640"/>
            </a:xfrm>
            <a:custGeom>
              <a:avLst/>
              <a:gdLst/>
              <a:ahLst/>
              <a:rect l="l" t="t" r="r" b="b"/>
              <a:pathLst>
                <a:path w="33" h="15">
                  <a:moveTo>
                    <a:pt x="12" y="15"/>
                  </a:moveTo>
                  <a:cubicBezTo>
                    <a:pt x="0" y="13"/>
                    <a:pt x="16" y="2"/>
                    <a:pt x="21" y="0"/>
                  </a:cubicBezTo>
                  <a:cubicBezTo>
                    <a:pt x="25" y="2"/>
                    <a:pt x="33" y="14"/>
                    <a:pt x="25" y="14"/>
                  </a:cubicBezTo>
                  <a:lnTo>
                    <a:pt x="12" y="15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19080" bIns="-1908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9" name=""/>
            <p:cNvSpPr/>
            <p:nvPr/>
          </p:nvSpPr>
          <p:spPr>
            <a:xfrm>
              <a:off x="5724000" y="2889000"/>
              <a:ext cx="891720" cy="435600"/>
            </a:xfrm>
            <a:custGeom>
              <a:avLst/>
              <a:gdLst/>
              <a:ahLst/>
              <a:rect l="l" t="t" r="r" b="b"/>
              <a:pathLst>
                <a:path w="474" h="244">
                  <a:moveTo>
                    <a:pt x="0" y="31"/>
                  </a:moveTo>
                  <a:lnTo>
                    <a:pt x="16" y="12"/>
                  </a:lnTo>
                  <a:lnTo>
                    <a:pt x="43" y="0"/>
                  </a:lnTo>
                  <a:lnTo>
                    <a:pt x="127" y="0"/>
                  </a:lnTo>
                  <a:lnTo>
                    <a:pt x="132" y="28"/>
                  </a:lnTo>
                  <a:lnTo>
                    <a:pt x="147" y="45"/>
                  </a:lnTo>
                  <a:lnTo>
                    <a:pt x="171" y="55"/>
                  </a:lnTo>
                  <a:lnTo>
                    <a:pt x="183" y="55"/>
                  </a:lnTo>
                  <a:lnTo>
                    <a:pt x="193" y="79"/>
                  </a:lnTo>
                  <a:lnTo>
                    <a:pt x="189" y="93"/>
                  </a:lnTo>
                  <a:lnTo>
                    <a:pt x="228" y="109"/>
                  </a:lnTo>
                  <a:lnTo>
                    <a:pt x="261" y="147"/>
                  </a:lnTo>
                  <a:lnTo>
                    <a:pt x="295" y="169"/>
                  </a:lnTo>
                  <a:lnTo>
                    <a:pt x="358" y="183"/>
                  </a:lnTo>
                  <a:lnTo>
                    <a:pt x="390" y="162"/>
                  </a:lnTo>
                  <a:lnTo>
                    <a:pt x="397" y="136"/>
                  </a:lnTo>
                  <a:lnTo>
                    <a:pt x="432" y="138"/>
                  </a:lnTo>
                  <a:lnTo>
                    <a:pt x="418" y="163"/>
                  </a:lnTo>
                  <a:lnTo>
                    <a:pt x="430" y="171"/>
                  </a:lnTo>
                  <a:lnTo>
                    <a:pt x="457" y="189"/>
                  </a:lnTo>
                  <a:lnTo>
                    <a:pt x="462" y="201"/>
                  </a:lnTo>
                  <a:lnTo>
                    <a:pt x="474" y="211"/>
                  </a:lnTo>
                  <a:lnTo>
                    <a:pt x="451" y="226"/>
                  </a:lnTo>
                  <a:lnTo>
                    <a:pt x="448" y="241"/>
                  </a:lnTo>
                  <a:lnTo>
                    <a:pt x="429" y="244"/>
                  </a:lnTo>
                  <a:lnTo>
                    <a:pt x="375" y="223"/>
                  </a:lnTo>
                  <a:lnTo>
                    <a:pt x="376" y="214"/>
                  </a:lnTo>
                  <a:lnTo>
                    <a:pt x="367" y="204"/>
                  </a:lnTo>
                  <a:lnTo>
                    <a:pt x="336" y="216"/>
                  </a:lnTo>
                  <a:lnTo>
                    <a:pt x="310" y="214"/>
                  </a:lnTo>
                  <a:lnTo>
                    <a:pt x="292" y="201"/>
                  </a:lnTo>
                  <a:lnTo>
                    <a:pt x="231" y="148"/>
                  </a:lnTo>
                  <a:lnTo>
                    <a:pt x="222" y="157"/>
                  </a:lnTo>
                  <a:lnTo>
                    <a:pt x="207" y="157"/>
                  </a:lnTo>
                  <a:lnTo>
                    <a:pt x="192" y="169"/>
                  </a:lnTo>
                  <a:lnTo>
                    <a:pt x="157" y="129"/>
                  </a:lnTo>
                  <a:lnTo>
                    <a:pt x="144" y="133"/>
                  </a:lnTo>
                  <a:lnTo>
                    <a:pt x="91" y="63"/>
                  </a:lnTo>
                  <a:lnTo>
                    <a:pt x="94" y="57"/>
                  </a:lnTo>
                  <a:lnTo>
                    <a:pt x="90" y="48"/>
                  </a:lnTo>
                  <a:lnTo>
                    <a:pt x="102" y="42"/>
                  </a:lnTo>
                  <a:lnTo>
                    <a:pt x="106" y="30"/>
                  </a:lnTo>
                  <a:lnTo>
                    <a:pt x="84" y="34"/>
                  </a:lnTo>
                  <a:lnTo>
                    <a:pt x="75" y="28"/>
                  </a:lnTo>
                  <a:lnTo>
                    <a:pt x="57" y="40"/>
                  </a:lnTo>
                  <a:lnTo>
                    <a:pt x="42" y="36"/>
                  </a:lnTo>
                  <a:lnTo>
                    <a:pt x="28" y="42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0" name=""/>
            <p:cNvSpPr/>
            <p:nvPr/>
          </p:nvSpPr>
          <p:spPr>
            <a:xfrm>
              <a:off x="6042240" y="2824560"/>
              <a:ext cx="30240" cy="15480"/>
            </a:xfrm>
            <a:custGeom>
              <a:avLst/>
              <a:gdLst/>
              <a:ahLst/>
              <a:rect l="l" t="t" r="r" b="b"/>
              <a:pathLst>
                <a:path w="16" h="9">
                  <a:moveTo>
                    <a:pt x="12" y="0"/>
                  </a:moveTo>
                  <a:cubicBezTo>
                    <a:pt x="5" y="1"/>
                    <a:pt x="0" y="4"/>
                    <a:pt x="8" y="9"/>
                  </a:cubicBezTo>
                  <a:cubicBezTo>
                    <a:pt x="16" y="6"/>
                    <a:pt x="15" y="9"/>
                    <a:pt x="12" y="0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30240" bIns="-3024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1" name=""/>
            <p:cNvSpPr/>
            <p:nvPr/>
          </p:nvSpPr>
          <p:spPr>
            <a:xfrm>
              <a:off x="6966360" y="2676600"/>
              <a:ext cx="69480" cy="62280"/>
            </a:xfrm>
            <a:custGeom>
              <a:avLst/>
              <a:gdLst/>
              <a:ahLst/>
              <a:rect l="l" t="t" r="r" b="b"/>
              <a:pathLst>
                <a:path w="37" h="35">
                  <a:moveTo>
                    <a:pt x="0" y="0"/>
                  </a:moveTo>
                  <a:lnTo>
                    <a:pt x="12" y="35"/>
                  </a:lnTo>
                  <a:lnTo>
                    <a:pt x="37" y="29"/>
                  </a:lnTo>
                  <a:lnTo>
                    <a:pt x="37" y="14"/>
                  </a:lnTo>
                  <a:lnTo>
                    <a:pt x="22" y="3"/>
                  </a:lnTo>
                  <a:lnTo>
                    <a:pt x="1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16560" bIns="16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2" name=""/>
            <p:cNvSpPr/>
            <p:nvPr/>
          </p:nvSpPr>
          <p:spPr>
            <a:xfrm>
              <a:off x="6491880" y="2883240"/>
              <a:ext cx="1633320" cy="1233720"/>
            </a:xfrm>
            <a:custGeom>
              <a:avLst/>
              <a:gdLst/>
              <a:ahLst/>
              <a:rect l="l" t="t" r="r" b="b"/>
              <a:pathLst>
                <a:path w="868" h="691">
                  <a:moveTo>
                    <a:pt x="126" y="22"/>
                  </a:moveTo>
                  <a:lnTo>
                    <a:pt x="123" y="4"/>
                  </a:lnTo>
                  <a:lnTo>
                    <a:pt x="132" y="0"/>
                  </a:lnTo>
                  <a:lnTo>
                    <a:pt x="136" y="16"/>
                  </a:lnTo>
                  <a:lnTo>
                    <a:pt x="124" y="43"/>
                  </a:lnTo>
                  <a:lnTo>
                    <a:pt x="108" y="52"/>
                  </a:lnTo>
                  <a:cubicBezTo>
                    <a:pt x="101" y="54"/>
                    <a:pt x="99" y="57"/>
                    <a:pt x="93" y="51"/>
                  </a:cubicBezTo>
                  <a:cubicBezTo>
                    <a:pt x="95" y="63"/>
                    <a:pt x="96" y="64"/>
                    <a:pt x="82" y="63"/>
                  </a:cubicBezTo>
                  <a:cubicBezTo>
                    <a:pt x="74" y="59"/>
                    <a:pt x="79" y="66"/>
                    <a:pt x="84" y="67"/>
                  </a:cubicBezTo>
                  <a:cubicBezTo>
                    <a:pt x="87" y="83"/>
                    <a:pt x="81" y="62"/>
                    <a:pt x="94" y="75"/>
                  </a:cubicBezTo>
                  <a:cubicBezTo>
                    <a:pt x="95" y="76"/>
                    <a:pt x="90" y="76"/>
                    <a:pt x="88" y="76"/>
                  </a:cubicBezTo>
                  <a:cubicBezTo>
                    <a:pt x="85" y="77"/>
                    <a:pt x="81" y="77"/>
                    <a:pt x="78" y="78"/>
                  </a:cubicBezTo>
                  <a:cubicBezTo>
                    <a:pt x="75" y="84"/>
                    <a:pt x="74" y="86"/>
                    <a:pt x="78" y="91"/>
                  </a:cubicBezTo>
                  <a:cubicBezTo>
                    <a:pt x="85" y="86"/>
                    <a:pt x="85" y="85"/>
                    <a:pt x="94" y="87"/>
                  </a:cubicBezTo>
                  <a:cubicBezTo>
                    <a:pt x="93" y="94"/>
                    <a:pt x="90" y="96"/>
                    <a:pt x="93" y="102"/>
                  </a:cubicBezTo>
                  <a:cubicBezTo>
                    <a:pt x="95" y="92"/>
                    <a:pt x="98" y="92"/>
                    <a:pt x="108" y="90"/>
                  </a:cubicBezTo>
                  <a:cubicBezTo>
                    <a:pt x="113" y="88"/>
                    <a:pt x="111" y="88"/>
                    <a:pt x="115" y="87"/>
                  </a:cubicBezTo>
                  <a:lnTo>
                    <a:pt x="118" y="105"/>
                  </a:lnTo>
                  <a:lnTo>
                    <a:pt x="142" y="130"/>
                  </a:lnTo>
                  <a:lnTo>
                    <a:pt x="145" y="120"/>
                  </a:lnTo>
                  <a:lnTo>
                    <a:pt x="151" y="111"/>
                  </a:lnTo>
                  <a:lnTo>
                    <a:pt x="139" y="87"/>
                  </a:lnTo>
                  <a:lnTo>
                    <a:pt x="136" y="66"/>
                  </a:lnTo>
                  <a:lnTo>
                    <a:pt x="142" y="51"/>
                  </a:lnTo>
                  <a:lnTo>
                    <a:pt x="168" y="64"/>
                  </a:lnTo>
                  <a:lnTo>
                    <a:pt x="162" y="54"/>
                  </a:lnTo>
                  <a:lnTo>
                    <a:pt x="168" y="42"/>
                  </a:lnTo>
                  <a:lnTo>
                    <a:pt x="187" y="39"/>
                  </a:lnTo>
                  <a:lnTo>
                    <a:pt x="207" y="34"/>
                  </a:lnTo>
                  <a:lnTo>
                    <a:pt x="225" y="37"/>
                  </a:lnTo>
                  <a:lnTo>
                    <a:pt x="238" y="58"/>
                  </a:lnTo>
                  <a:lnTo>
                    <a:pt x="267" y="67"/>
                  </a:lnTo>
                  <a:lnTo>
                    <a:pt x="279" y="57"/>
                  </a:lnTo>
                  <a:lnTo>
                    <a:pt x="292" y="57"/>
                  </a:lnTo>
                  <a:lnTo>
                    <a:pt x="297" y="69"/>
                  </a:lnTo>
                  <a:lnTo>
                    <a:pt x="286" y="91"/>
                  </a:lnTo>
                  <a:lnTo>
                    <a:pt x="292" y="118"/>
                  </a:lnTo>
                  <a:lnTo>
                    <a:pt x="289" y="151"/>
                  </a:lnTo>
                  <a:lnTo>
                    <a:pt x="313" y="168"/>
                  </a:lnTo>
                  <a:lnTo>
                    <a:pt x="370" y="184"/>
                  </a:lnTo>
                  <a:lnTo>
                    <a:pt x="423" y="205"/>
                  </a:lnTo>
                  <a:lnTo>
                    <a:pt x="474" y="216"/>
                  </a:lnTo>
                  <a:lnTo>
                    <a:pt x="511" y="211"/>
                  </a:lnTo>
                  <a:lnTo>
                    <a:pt x="531" y="219"/>
                  </a:lnTo>
                  <a:lnTo>
                    <a:pt x="564" y="199"/>
                  </a:lnTo>
                  <a:lnTo>
                    <a:pt x="646" y="235"/>
                  </a:lnTo>
                  <a:lnTo>
                    <a:pt x="642" y="205"/>
                  </a:lnTo>
                  <a:lnTo>
                    <a:pt x="627" y="193"/>
                  </a:lnTo>
                  <a:lnTo>
                    <a:pt x="640" y="180"/>
                  </a:lnTo>
                  <a:lnTo>
                    <a:pt x="652" y="204"/>
                  </a:lnTo>
                  <a:lnTo>
                    <a:pt x="661" y="229"/>
                  </a:lnTo>
                  <a:lnTo>
                    <a:pt x="664" y="259"/>
                  </a:lnTo>
                  <a:lnTo>
                    <a:pt x="702" y="250"/>
                  </a:lnTo>
                  <a:lnTo>
                    <a:pt x="712" y="265"/>
                  </a:lnTo>
                  <a:lnTo>
                    <a:pt x="762" y="286"/>
                  </a:lnTo>
                  <a:lnTo>
                    <a:pt x="781" y="273"/>
                  </a:lnTo>
                  <a:lnTo>
                    <a:pt x="792" y="276"/>
                  </a:lnTo>
                  <a:lnTo>
                    <a:pt x="789" y="292"/>
                  </a:lnTo>
                  <a:lnTo>
                    <a:pt x="802" y="309"/>
                  </a:lnTo>
                  <a:lnTo>
                    <a:pt x="822" y="301"/>
                  </a:lnTo>
                  <a:lnTo>
                    <a:pt x="828" y="313"/>
                  </a:lnTo>
                  <a:lnTo>
                    <a:pt x="816" y="316"/>
                  </a:lnTo>
                  <a:lnTo>
                    <a:pt x="813" y="327"/>
                  </a:lnTo>
                  <a:lnTo>
                    <a:pt x="799" y="327"/>
                  </a:lnTo>
                  <a:lnTo>
                    <a:pt x="790" y="345"/>
                  </a:lnTo>
                  <a:lnTo>
                    <a:pt x="789" y="366"/>
                  </a:lnTo>
                  <a:lnTo>
                    <a:pt x="793" y="378"/>
                  </a:lnTo>
                  <a:lnTo>
                    <a:pt x="804" y="379"/>
                  </a:lnTo>
                  <a:lnTo>
                    <a:pt x="856" y="432"/>
                  </a:lnTo>
                  <a:lnTo>
                    <a:pt x="868" y="475"/>
                  </a:lnTo>
                  <a:lnTo>
                    <a:pt x="867" y="498"/>
                  </a:lnTo>
                  <a:lnTo>
                    <a:pt x="838" y="519"/>
                  </a:lnTo>
                  <a:lnTo>
                    <a:pt x="822" y="520"/>
                  </a:lnTo>
                  <a:lnTo>
                    <a:pt x="817" y="540"/>
                  </a:lnTo>
                  <a:lnTo>
                    <a:pt x="801" y="555"/>
                  </a:lnTo>
                  <a:lnTo>
                    <a:pt x="790" y="555"/>
                  </a:lnTo>
                  <a:lnTo>
                    <a:pt x="793" y="531"/>
                  </a:lnTo>
                  <a:lnTo>
                    <a:pt x="792" y="520"/>
                  </a:lnTo>
                  <a:lnTo>
                    <a:pt x="781" y="517"/>
                  </a:lnTo>
                  <a:lnTo>
                    <a:pt x="769" y="522"/>
                  </a:lnTo>
                  <a:lnTo>
                    <a:pt x="769" y="511"/>
                  </a:lnTo>
                  <a:lnTo>
                    <a:pt x="751" y="490"/>
                  </a:lnTo>
                  <a:lnTo>
                    <a:pt x="733" y="483"/>
                  </a:lnTo>
                  <a:lnTo>
                    <a:pt x="715" y="465"/>
                  </a:lnTo>
                  <a:lnTo>
                    <a:pt x="705" y="465"/>
                  </a:lnTo>
                  <a:lnTo>
                    <a:pt x="705" y="484"/>
                  </a:lnTo>
                  <a:lnTo>
                    <a:pt x="699" y="523"/>
                  </a:lnTo>
                  <a:lnTo>
                    <a:pt x="702" y="540"/>
                  </a:lnTo>
                  <a:lnTo>
                    <a:pt x="715" y="543"/>
                  </a:lnTo>
                  <a:lnTo>
                    <a:pt x="715" y="556"/>
                  </a:lnTo>
                  <a:lnTo>
                    <a:pt x="721" y="576"/>
                  </a:lnTo>
                  <a:lnTo>
                    <a:pt x="739" y="586"/>
                  </a:lnTo>
                  <a:lnTo>
                    <a:pt x="777" y="622"/>
                  </a:lnTo>
                  <a:lnTo>
                    <a:pt x="775" y="649"/>
                  </a:lnTo>
                  <a:lnTo>
                    <a:pt x="793" y="685"/>
                  </a:lnTo>
                  <a:lnTo>
                    <a:pt x="783" y="691"/>
                  </a:lnTo>
                  <a:lnTo>
                    <a:pt x="769" y="678"/>
                  </a:lnTo>
                  <a:lnTo>
                    <a:pt x="733" y="648"/>
                  </a:lnTo>
                  <a:lnTo>
                    <a:pt x="723" y="615"/>
                  </a:lnTo>
                  <a:lnTo>
                    <a:pt x="715" y="589"/>
                  </a:lnTo>
                  <a:lnTo>
                    <a:pt x="709" y="579"/>
                  </a:lnTo>
                  <a:lnTo>
                    <a:pt x="694" y="561"/>
                  </a:lnTo>
                  <a:lnTo>
                    <a:pt x="685" y="568"/>
                  </a:lnTo>
                  <a:lnTo>
                    <a:pt x="681" y="558"/>
                  </a:lnTo>
                  <a:lnTo>
                    <a:pt x="685" y="501"/>
                  </a:lnTo>
                  <a:lnTo>
                    <a:pt x="685" y="471"/>
                  </a:lnTo>
                  <a:lnTo>
                    <a:pt x="670" y="457"/>
                  </a:lnTo>
                  <a:lnTo>
                    <a:pt x="663" y="421"/>
                  </a:lnTo>
                  <a:lnTo>
                    <a:pt x="648" y="397"/>
                  </a:lnTo>
                  <a:lnTo>
                    <a:pt x="637" y="415"/>
                  </a:lnTo>
                  <a:lnTo>
                    <a:pt x="615" y="418"/>
                  </a:lnTo>
                  <a:lnTo>
                    <a:pt x="601" y="417"/>
                  </a:lnTo>
                  <a:lnTo>
                    <a:pt x="606" y="388"/>
                  </a:lnTo>
                  <a:lnTo>
                    <a:pt x="598" y="366"/>
                  </a:lnTo>
                  <a:lnTo>
                    <a:pt x="556" y="330"/>
                  </a:lnTo>
                  <a:lnTo>
                    <a:pt x="544" y="300"/>
                  </a:lnTo>
                  <a:lnTo>
                    <a:pt x="531" y="301"/>
                  </a:lnTo>
                  <a:lnTo>
                    <a:pt x="523" y="292"/>
                  </a:lnTo>
                  <a:lnTo>
                    <a:pt x="514" y="310"/>
                  </a:lnTo>
                  <a:lnTo>
                    <a:pt x="502" y="313"/>
                  </a:lnTo>
                  <a:lnTo>
                    <a:pt x="487" y="315"/>
                  </a:lnTo>
                  <a:lnTo>
                    <a:pt x="471" y="322"/>
                  </a:lnTo>
                  <a:lnTo>
                    <a:pt x="468" y="348"/>
                  </a:lnTo>
                  <a:lnTo>
                    <a:pt x="444" y="355"/>
                  </a:lnTo>
                  <a:lnTo>
                    <a:pt x="432" y="373"/>
                  </a:lnTo>
                  <a:lnTo>
                    <a:pt x="396" y="417"/>
                  </a:lnTo>
                  <a:lnTo>
                    <a:pt x="369" y="430"/>
                  </a:lnTo>
                  <a:lnTo>
                    <a:pt x="367" y="441"/>
                  </a:lnTo>
                  <a:lnTo>
                    <a:pt x="378" y="472"/>
                  </a:lnTo>
                  <a:lnTo>
                    <a:pt x="370" y="496"/>
                  </a:lnTo>
                  <a:lnTo>
                    <a:pt x="375" y="513"/>
                  </a:lnTo>
                  <a:lnTo>
                    <a:pt x="363" y="531"/>
                  </a:lnTo>
                  <a:lnTo>
                    <a:pt x="336" y="535"/>
                  </a:lnTo>
                  <a:lnTo>
                    <a:pt x="306" y="517"/>
                  </a:lnTo>
                  <a:lnTo>
                    <a:pt x="300" y="496"/>
                  </a:lnTo>
                  <a:lnTo>
                    <a:pt x="276" y="445"/>
                  </a:lnTo>
                  <a:lnTo>
                    <a:pt x="259" y="409"/>
                  </a:lnTo>
                  <a:lnTo>
                    <a:pt x="249" y="382"/>
                  </a:lnTo>
                  <a:lnTo>
                    <a:pt x="238" y="343"/>
                  </a:lnTo>
                  <a:lnTo>
                    <a:pt x="240" y="319"/>
                  </a:lnTo>
                  <a:lnTo>
                    <a:pt x="234" y="306"/>
                  </a:lnTo>
                  <a:lnTo>
                    <a:pt x="216" y="337"/>
                  </a:lnTo>
                  <a:lnTo>
                    <a:pt x="198" y="334"/>
                  </a:lnTo>
                  <a:lnTo>
                    <a:pt x="172" y="307"/>
                  </a:lnTo>
                  <a:lnTo>
                    <a:pt x="181" y="301"/>
                  </a:lnTo>
                  <a:lnTo>
                    <a:pt x="159" y="279"/>
                  </a:lnTo>
                  <a:lnTo>
                    <a:pt x="147" y="276"/>
                  </a:lnTo>
                  <a:lnTo>
                    <a:pt x="130" y="261"/>
                  </a:lnTo>
                  <a:lnTo>
                    <a:pt x="124" y="244"/>
                  </a:lnTo>
                  <a:lnTo>
                    <a:pt x="93" y="256"/>
                  </a:lnTo>
                  <a:lnTo>
                    <a:pt x="40" y="252"/>
                  </a:lnTo>
                  <a:lnTo>
                    <a:pt x="42" y="226"/>
                  </a:lnTo>
                  <a:lnTo>
                    <a:pt x="64" y="216"/>
                  </a:lnTo>
                  <a:lnTo>
                    <a:pt x="49" y="192"/>
                  </a:lnTo>
                  <a:lnTo>
                    <a:pt x="22" y="172"/>
                  </a:lnTo>
                  <a:lnTo>
                    <a:pt x="9" y="162"/>
                  </a:lnTo>
                  <a:lnTo>
                    <a:pt x="27" y="138"/>
                  </a:lnTo>
                  <a:lnTo>
                    <a:pt x="13" y="135"/>
                  </a:lnTo>
                  <a:lnTo>
                    <a:pt x="0" y="99"/>
                  </a:lnTo>
                  <a:lnTo>
                    <a:pt x="4" y="63"/>
                  </a:lnTo>
                  <a:lnTo>
                    <a:pt x="15" y="63"/>
                  </a:lnTo>
                  <a:lnTo>
                    <a:pt x="36" y="63"/>
                  </a:lnTo>
                  <a:lnTo>
                    <a:pt x="63" y="28"/>
                  </a:lnTo>
                  <a:lnTo>
                    <a:pt x="78" y="33"/>
                  </a:lnTo>
                  <a:lnTo>
                    <a:pt x="102" y="33"/>
                  </a:lnTo>
                  <a:lnTo>
                    <a:pt x="118" y="28"/>
                  </a:lnTo>
                  <a:lnTo>
                    <a:pt x="126" y="22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3" name=""/>
            <p:cNvSpPr/>
            <p:nvPr/>
          </p:nvSpPr>
          <p:spPr>
            <a:xfrm>
              <a:off x="6740280" y="3136680"/>
              <a:ext cx="33840" cy="30240"/>
            </a:xfrm>
            <a:custGeom>
              <a:avLst/>
              <a:gdLst/>
              <a:ahLst/>
              <a:rect l="l" t="t" r="r" b="b"/>
              <a:pathLst>
                <a:path w="18" h="17">
                  <a:moveTo>
                    <a:pt x="10" y="8"/>
                  </a:moveTo>
                  <a:cubicBezTo>
                    <a:pt x="0" y="0"/>
                    <a:pt x="1" y="0"/>
                    <a:pt x="3" y="17"/>
                  </a:cubicBezTo>
                  <a:cubicBezTo>
                    <a:pt x="6" y="16"/>
                    <a:pt x="10" y="17"/>
                    <a:pt x="13" y="15"/>
                  </a:cubicBezTo>
                  <a:cubicBezTo>
                    <a:pt x="18" y="10"/>
                    <a:pt x="1" y="2"/>
                    <a:pt x="10" y="8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15480" bIns="-1548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04" name=""/>
            <p:cNvGrpSpPr/>
            <p:nvPr/>
          </p:nvGrpSpPr>
          <p:grpSpPr>
            <a:xfrm>
              <a:off x="7686720" y="3549600"/>
              <a:ext cx="1843920" cy="960480"/>
              <a:chOff x="7686720" y="3549600"/>
              <a:chExt cx="1843920" cy="960480"/>
            </a:xfrm>
          </p:grpSpPr>
          <p:sp>
            <p:nvSpPr>
              <p:cNvPr id="1905" name=""/>
              <p:cNvSpPr/>
              <p:nvPr/>
            </p:nvSpPr>
            <p:spPr>
              <a:xfrm>
                <a:off x="9131760" y="4235040"/>
                <a:ext cx="300600" cy="275040"/>
              </a:xfrm>
              <a:custGeom>
                <a:avLst/>
                <a:gdLst/>
                <a:ahLst/>
                <a:rect l="l" t="t" r="r" b="b"/>
                <a:pathLst>
                  <a:path w="152" h="154">
                    <a:moveTo>
                      <a:pt x="4" y="0"/>
                    </a:moveTo>
                    <a:lnTo>
                      <a:pt x="4" y="76"/>
                    </a:lnTo>
                    <a:lnTo>
                      <a:pt x="0" y="80"/>
                    </a:lnTo>
                    <a:lnTo>
                      <a:pt x="0" y="84"/>
                    </a:lnTo>
                    <a:lnTo>
                      <a:pt x="4" y="88"/>
                    </a:lnTo>
                    <a:lnTo>
                      <a:pt x="4" y="126"/>
                    </a:lnTo>
                    <a:lnTo>
                      <a:pt x="14" y="130"/>
                    </a:lnTo>
                    <a:lnTo>
                      <a:pt x="24" y="130"/>
                    </a:lnTo>
                    <a:lnTo>
                      <a:pt x="28" y="130"/>
                    </a:lnTo>
                    <a:lnTo>
                      <a:pt x="32" y="126"/>
                    </a:lnTo>
                    <a:lnTo>
                      <a:pt x="36" y="122"/>
                    </a:lnTo>
                    <a:lnTo>
                      <a:pt x="38" y="118"/>
                    </a:lnTo>
                    <a:lnTo>
                      <a:pt x="32" y="118"/>
                    </a:lnTo>
                    <a:lnTo>
                      <a:pt x="42" y="118"/>
                    </a:lnTo>
                    <a:lnTo>
                      <a:pt x="42" y="110"/>
                    </a:lnTo>
                    <a:lnTo>
                      <a:pt x="42" y="104"/>
                    </a:lnTo>
                    <a:lnTo>
                      <a:pt x="46" y="98"/>
                    </a:lnTo>
                    <a:lnTo>
                      <a:pt x="52" y="98"/>
                    </a:lnTo>
                    <a:lnTo>
                      <a:pt x="68" y="98"/>
                    </a:lnTo>
                    <a:lnTo>
                      <a:pt x="82" y="106"/>
                    </a:lnTo>
                    <a:lnTo>
                      <a:pt x="86" y="110"/>
                    </a:lnTo>
                    <a:lnTo>
                      <a:pt x="88" y="114"/>
                    </a:lnTo>
                    <a:lnTo>
                      <a:pt x="90" y="120"/>
                    </a:lnTo>
                    <a:lnTo>
                      <a:pt x="92" y="126"/>
                    </a:lnTo>
                    <a:lnTo>
                      <a:pt x="90" y="124"/>
                    </a:lnTo>
                    <a:lnTo>
                      <a:pt x="92" y="130"/>
                    </a:lnTo>
                    <a:lnTo>
                      <a:pt x="96" y="134"/>
                    </a:lnTo>
                    <a:lnTo>
                      <a:pt x="98" y="138"/>
                    </a:lnTo>
                    <a:lnTo>
                      <a:pt x="104" y="142"/>
                    </a:lnTo>
                    <a:lnTo>
                      <a:pt x="120" y="146"/>
                    </a:lnTo>
                    <a:lnTo>
                      <a:pt x="132" y="150"/>
                    </a:lnTo>
                    <a:lnTo>
                      <a:pt x="136" y="152"/>
                    </a:lnTo>
                    <a:lnTo>
                      <a:pt x="138" y="154"/>
                    </a:lnTo>
                    <a:lnTo>
                      <a:pt x="142" y="154"/>
                    </a:lnTo>
                    <a:lnTo>
                      <a:pt x="148" y="154"/>
                    </a:lnTo>
                    <a:lnTo>
                      <a:pt x="150" y="152"/>
                    </a:lnTo>
                    <a:lnTo>
                      <a:pt x="152" y="150"/>
                    </a:lnTo>
                    <a:lnTo>
                      <a:pt x="150" y="146"/>
                    </a:lnTo>
                    <a:lnTo>
                      <a:pt x="148" y="142"/>
                    </a:lnTo>
                    <a:lnTo>
                      <a:pt x="144" y="138"/>
                    </a:lnTo>
                    <a:lnTo>
                      <a:pt x="142" y="134"/>
                    </a:lnTo>
                    <a:lnTo>
                      <a:pt x="136" y="132"/>
                    </a:lnTo>
                    <a:lnTo>
                      <a:pt x="132" y="130"/>
                    </a:lnTo>
                    <a:lnTo>
                      <a:pt x="130" y="122"/>
                    </a:lnTo>
                    <a:lnTo>
                      <a:pt x="128" y="120"/>
                    </a:lnTo>
                    <a:lnTo>
                      <a:pt x="124" y="118"/>
                    </a:lnTo>
                    <a:lnTo>
                      <a:pt x="122" y="118"/>
                    </a:lnTo>
                    <a:lnTo>
                      <a:pt x="118" y="116"/>
                    </a:lnTo>
                    <a:lnTo>
                      <a:pt x="114" y="108"/>
                    </a:lnTo>
                    <a:lnTo>
                      <a:pt x="112" y="104"/>
                    </a:lnTo>
                    <a:lnTo>
                      <a:pt x="112" y="98"/>
                    </a:lnTo>
                    <a:lnTo>
                      <a:pt x="108" y="98"/>
                    </a:lnTo>
                    <a:lnTo>
                      <a:pt x="102" y="94"/>
                    </a:lnTo>
                    <a:lnTo>
                      <a:pt x="96" y="84"/>
                    </a:lnTo>
                    <a:lnTo>
                      <a:pt x="102" y="84"/>
                    </a:lnTo>
                    <a:lnTo>
                      <a:pt x="112" y="84"/>
                    </a:lnTo>
                    <a:lnTo>
                      <a:pt x="118" y="84"/>
                    </a:lnTo>
                    <a:lnTo>
                      <a:pt x="122" y="82"/>
                    </a:lnTo>
                    <a:lnTo>
                      <a:pt x="124" y="80"/>
                    </a:lnTo>
                    <a:lnTo>
                      <a:pt x="126" y="76"/>
                    </a:lnTo>
                    <a:lnTo>
                      <a:pt x="122" y="74"/>
                    </a:lnTo>
                    <a:lnTo>
                      <a:pt x="116" y="72"/>
                    </a:lnTo>
                    <a:lnTo>
                      <a:pt x="104" y="66"/>
                    </a:lnTo>
                    <a:lnTo>
                      <a:pt x="96" y="62"/>
                    </a:lnTo>
                    <a:lnTo>
                      <a:pt x="94" y="60"/>
                    </a:lnTo>
                    <a:lnTo>
                      <a:pt x="90" y="58"/>
                    </a:lnTo>
                    <a:lnTo>
                      <a:pt x="86" y="58"/>
                    </a:lnTo>
                    <a:lnTo>
                      <a:pt x="82" y="58"/>
                    </a:lnTo>
                    <a:lnTo>
                      <a:pt x="82" y="56"/>
                    </a:lnTo>
                    <a:lnTo>
                      <a:pt x="80" y="52"/>
                    </a:lnTo>
                    <a:lnTo>
                      <a:pt x="80" y="46"/>
                    </a:lnTo>
                    <a:lnTo>
                      <a:pt x="80" y="44"/>
                    </a:lnTo>
                    <a:lnTo>
                      <a:pt x="78" y="38"/>
                    </a:lnTo>
                    <a:lnTo>
                      <a:pt x="56" y="22"/>
                    </a:lnTo>
                    <a:lnTo>
                      <a:pt x="32" y="1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6" name=""/>
              <p:cNvSpPr/>
              <p:nvPr/>
            </p:nvSpPr>
            <p:spPr>
              <a:xfrm>
                <a:off x="7686720" y="3970800"/>
                <a:ext cx="348120" cy="367560"/>
              </a:xfrm>
              <a:custGeom>
                <a:avLst/>
                <a:gdLst/>
                <a:ahLst/>
                <a:rect l="l" t="t" r="r" b="b"/>
                <a:pathLst>
                  <a:path w="176" h="206">
                    <a:moveTo>
                      <a:pt x="42" y="54"/>
                    </a:moveTo>
                    <a:lnTo>
                      <a:pt x="36" y="46"/>
                    </a:lnTo>
                    <a:lnTo>
                      <a:pt x="32" y="38"/>
                    </a:lnTo>
                    <a:lnTo>
                      <a:pt x="22" y="28"/>
                    </a:lnTo>
                    <a:lnTo>
                      <a:pt x="16" y="24"/>
                    </a:lnTo>
                    <a:lnTo>
                      <a:pt x="6" y="14"/>
                    </a:lnTo>
                    <a:lnTo>
                      <a:pt x="2" y="10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4"/>
                    </a:lnTo>
                    <a:lnTo>
                      <a:pt x="18" y="6"/>
                    </a:lnTo>
                    <a:lnTo>
                      <a:pt x="34" y="6"/>
                    </a:lnTo>
                    <a:lnTo>
                      <a:pt x="36" y="6"/>
                    </a:lnTo>
                    <a:lnTo>
                      <a:pt x="40" y="8"/>
                    </a:lnTo>
                    <a:lnTo>
                      <a:pt x="44" y="14"/>
                    </a:lnTo>
                    <a:lnTo>
                      <a:pt x="48" y="20"/>
                    </a:lnTo>
                    <a:lnTo>
                      <a:pt x="52" y="28"/>
                    </a:lnTo>
                    <a:lnTo>
                      <a:pt x="60" y="32"/>
                    </a:lnTo>
                    <a:lnTo>
                      <a:pt x="62" y="34"/>
                    </a:lnTo>
                    <a:lnTo>
                      <a:pt x="64" y="36"/>
                    </a:lnTo>
                    <a:lnTo>
                      <a:pt x="70" y="38"/>
                    </a:lnTo>
                    <a:lnTo>
                      <a:pt x="74" y="42"/>
                    </a:lnTo>
                    <a:lnTo>
                      <a:pt x="82" y="52"/>
                    </a:lnTo>
                    <a:lnTo>
                      <a:pt x="88" y="58"/>
                    </a:lnTo>
                    <a:lnTo>
                      <a:pt x="90" y="62"/>
                    </a:lnTo>
                    <a:lnTo>
                      <a:pt x="92" y="64"/>
                    </a:lnTo>
                    <a:lnTo>
                      <a:pt x="98" y="62"/>
                    </a:lnTo>
                    <a:lnTo>
                      <a:pt x="100" y="66"/>
                    </a:lnTo>
                    <a:lnTo>
                      <a:pt x="108" y="72"/>
                    </a:lnTo>
                    <a:lnTo>
                      <a:pt x="118" y="80"/>
                    </a:lnTo>
                    <a:lnTo>
                      <a:pt x="120" y="82"/>
                    </a:lnTo>
                    <a:lnTo>
                      <a:pt x="122" y="86"/>
                    </a:lnTo>
                    <a:lnTo>
                      <a:pt x="124" y="84"/>
                    </a:lnTo>
                    <a:lnTo>
                      <a:pt x="128" y="82"/>
                    </a:lnTo>
                    <a:lnTo>
                      <a:pt x="128" y="86"/>
                    </a:lnTo>
                    <a:lnTo>
                      <a:pt x="126" y="90"/>
                    </a:lnTo>
                    <a:lnTo>
                      <a:pt x="124" y="94"/>
                    </a:lnTo>
                    <a:lnTo>
                      <a:pt x="140" y="94"/>
                    </a:lnTo>
                    <a:lnTo>
                      <a:pt x="140" y="102"/>
                    </a:lnTo>
                    <a:lnTo>
                      <a:pt x="136" y="114"/>
                    </a:lnTo>
                    <a:lnTo>
                      <a:pt x="138" y="118"/>
                    </a:lnTo>
                    <a:lnTo>
                      <a:pt x="142" y="120"/>
                    </a:lnTo>
                    <a:lnTo>
                      <a:pt x="146" y="122"/>
                    </a:lnTo>
                    <a:lnTo>
                      <a:pt x="152" y="122"/>
                    </a:lnTo>
                    <a:lnTo>
                      <a:pt x="152" y="134"/>
                    </a:lnTo>
                    <a:lnTo>
                      <a:pt x="152" y="136"/>
                    </a:lnTo>
                    <a:lnTo>
                      <a:pt x="152" y="138"/>
                    </a:lnTo>
                    <a:lnTo>
                      <a:pt x="156" y="138"/>
                    </a:lnTo>
                    <a:lnTo>
                      <a:pt x="158" y="138"/>
                    </a:lnTo>
                    <a:lnTo>
                      <a:pt x="160" y="140"/>
                    </a:lnTo>
                    <a:lnTo>
                      <a:pt x="162" y="144"/>
                    </a:lnTo>
                    <a:lnTo>
                      <a:pt x="172" y="150"/>
                    </a:lnTo>
                    <a:lnTo>
                      <a:pt x="174" y="152"/>
                    </a:lnTo>
                    <a:lnTo>
                      <a:pt x="176" y="158"/>
                    </a:lnTo>
                    <a:lnTo>
                      <a:pt x="174" y="192"/>
                    </a:lnTo>
                    <a:lnTo>
                      <a:pt x="174" y="204"/>
                    </a:lnTo>
                    <a:lnTo>
                      <a:pt x="170" y="206"/>
                    </a:lnTo>
                    <a:lnTo>
                      <a:pt x="164" y="206"/>
                    </a:lnTo>
                    <a:lnTo>
                      <a:pt x="160" y="204"/>
                    </a:lnTo>
                    <a:lnTo>
                      <a:pt x="154" y="206"/>
                    </a:lnTo>
                    <a:lnTo>
                      <a:pt x="152" y="206"/>
                    </a:lnTo>
                    <a:lnTo>
                      <a:pt x="148" y="206"/>
                    </a:lnTo>
                    <a:lnTo>
                      <a:pt x="146" y="204"/>
                    </a:lnTo>
                    <a:lnTo>
                      <a:pt x="144" y="198"/>
                    </a:lnTo>
                    <a:lnTo>
                      <a:pt x="140" y="192"/>
                    </a:lnTo>
                    <a:lnTo>
                      <a:pt x="132" y="186"/>
                    </a:lnTo>
                    <a:lnTo>
                      <a:pt x="124" y="180"/>
                    </a:lnTo>
                    <a:lnTo>
                      <a:pt x="118" y="176"/>
                    </a:lnTo>
                    <a:lnTo>
                      <a:pt x="112" y="168"/>
                    </a:lnTo>
                    <a:lnTo>
                      <a:pt x="104" y="160"/>
                    </a:lnTo>
                    <a:lnTo>
                      <a:pt x="98" y="150"/>
                    </a:lnTo>
                    <a:lnTo>
                      <a:pt x="96" y="144"/>
                    </a:lnTo>
                    <a:lnTo>
                      <a:pt x="94" y="138"/>
                    </a:lnTo>
                    <a:lnTo>
                      <a:pt x="88" y="126"/>
                    </a:lnTo>
                    <a:lnTo>
                      <a:pt x="82" y="114"/>
                    </a:lnTo>
                    <a:lnTo>
                      <a:pt x="76" y="104"/>
                    </a:lnTo>
                    <a:lnTo>
                      <a:pt x="66" y="94"/>
                    </a:lnTo>
                    <a:lnTo>
                      <a:pt x="64" y="88"/>
                    </a:lnTo>
                    <a:lnTo>
                      <a:pt x="64" y="82"/>
                    </a:lnTo>
                    <a:lnTo>
                      <a:pt x="62" y="76"/>
                    </a:lnTo>
                    <a:lnTo>
                      <a:pt x="60" y="70"/>
                    </a:lnTo>
                    <a:lnTo>
                      <a:pt x="54" y="66"/>
                    </a:lnTo>
                    <a:lnTo>
                      <a:pt x="48" y="62"/>
                    </a:lnTo>
                    <a:lnTo>
                      <a:pt x="42" y="58"/>
                    </a:lnTo>
                    <a:lnTo>
                      <a:pt x="40" y="54"/>
                    </a:lnTo>
                    <a:lnTo>
                      <a:pt x="42" y="54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7" name=""/>
              <p:cNvSpPr/>
              <p:nvPr/>
            </p:nvSpPr>
            <p:spPr>
              <a:xfrm>
                <a:off x="8132400" y="4024440"/>
                <a:ext cx="316080" cy="260640"/>
              </a:xfrm>
              <a:custGeom>
                <a:avLst/>
                <a:gdLst/>
                <a:ahLst/>
                <a:rect l="l" t="t" r="r" b="b"/>
                <a:pathLst>
                  <a:path w="160" h="146">
                    <a:moveTo>
                      <a:pt x="136" y="4"/>
                    </a:moveTo>
                    <a:lnTo>
                      <a:pt x="126" y="2"/>
                    </a:lnTo>
                    <a:lnTo>
                      <a:pt x="120" y="0"/>
                    </a:lnTo>
                    <a:lnTo>
                      <a:pt x="114" y="0"/>
                    </a:lnTo>
                    <a:lnTo>
                      <a:pt x="108" y="0"/>
                    </a:lnTo>
                    <a:lnTo>
                      <a:pt x="102" y="4"/>
                    </a:lnTo>
                    <a:lnTo>
                      <a:pt x="96" y="8"/>
                    </a:lnTo>
                    <a:lnTo>
                      <a:pt x="92" y="14"/>
                    </a:lnTo>
                    <a:lnTo>
                      <a:pt x="88" y="26"/>
                    </a:lnTo>
                    <a:lnTo>
                      <a:pt x="84" y="40"/>
                    </a:lnTo>
                    <a:lnTo>
                      <a:pt x="84" y="48"/>
                    </a:lnTo>
                    <a:lnTo>
                      <a:pt x="82" y="52"/>
                    </a:lnTo>
                    <a:lnTo>
                      <a:pt x="78" y="52"/>
                    </a:lnTo>
                    <a:lnTo>
                      <a:pt x="74" y="50"/>
                    </a:lnTo>
                    <a:lnTo>
                      <a:pt x="70" y="48"/>
                    </a:lnTo>
                    <a:lnTo>
                      <a:pt x="66" y="44"/>
                    </a:lnTo>
                    <a:lnTo>
                      <a:pt x="62" y="42"/>
                    </a:lnTo>
                    <a:lnTo>
                      <a:pt x="58" y="42"/>
                    </a:lnTo>
                    <a:lnTo>
                      <a:pt x="56" y="44"/>
                    </a:lnTo>
                    <a:lnTo>
                      <a:pt x="50" y="50"/>
                    </a:lnTo>
                    <a:lnTo>
                      <a:pt x="42" y="52"/>
                    </a:lnTo>
                    <a:lnTo>
                      <a:pt x="40" y="54"/>
                    </a:lnTo>
                    <a:lnTo>
                      <a:pt x="34" y="56"/>
                    </a:lnTo>
                    <a:lnTo>
                      <a:pt x="28" y="54"/>
                    </a:lnTo>
                    <a:lnTo>
                      <a:pt x="22" y="52"/>
                    </a:lnTo>
                    <a:lnTo>
                      <a:pt x="16" y="50"/>
                    </a:lnTo>
                    <a:lnTo>
                      <a:pt x="14" y="48"/>
                    </a:lnTo>
                    <a:lnTo>
                      <a:pt x="14" y="46"/>
                    </a:lnTo>
                    <a:lnTo>
                      <a:pt x="14" y="36"/>
                    </a:lnTo>
                    <a:lnTo>
                      <a:pt x="14" y="34"/>
                    </a:lnTo>
                    <a:lnTo>
                      <a:pt x="8" y="38"/>
                    </a:lnTo>
                    <a:lnTo>
                      <a:pt x="4" y="44"/>
                    </a:lnTo>
                    <a:lnTo>
                      <a:pt x="2" y="52"/>
                    </a:lnTo>
                    <a:lnTo>
                      <a:pt x="0" y="60"/>
                    </a:lnTo>
                    <a:lnTo>
                      <a:pt x="2" y="66"/>
                    </a:lnTo>
                    <a:lnTo>
                      <a:pt x="4" y="72"/>
                    </a:lnTo>
                    <a:lnTo>
                      <a:pt x="4" y="74"/>
                    </a:lnTo>
                    <a:lnTo>
                      <a:pt x="2" y="78"/>
                    </a:lnTo>
                    <a:lnTo>
                      <a:pt x="4" y="82"/>
                    </a:lnTo>
                    <a:lnTo>
                      <a:pt x="8" y="86"/>
                    </a:lnTo>
                    <a:lnTo>
                      <a:pt x="10" y="86"/>
                    </a:lnTo>
                    <a:lnTo>
                      <a:pt x="10" y="92"/>
                    </a:lnTo>
                    <a:lnTo>
                      <a:pt x="16" y="94"/>
                    </a:lnTo>
                    <a:lnTo>
                      <a:pt x="18" y="96"/>
                    </a:lnTo>
                    <a:lnTo>
                      <a:pt x="18" y="98"/>
                    </a:lnTo>
                    <a:lnTo>
                      <a:pt x="18" y="102"/>
                    </a:lnTo>
                    <a:lnTo>
                      <a:pt x="16" y="106"/>
                    </a:lnTo>
                    <a:lnTo>
                      <a:pt x="16" y="108"/>
                    </a:lnTo>
                    <a:lnTo>
                      <a:pt x="18" y="112"/>
                    </a:lnTo>
                    <a:lnTo>
                      <a:pt x="18" y="110"/>
                    </a:lnTo>
                    <a:lnTo>
                      <a:pt x="18" y="116"/>
                    </a:lnTo>
                    <a:lnTo>
                      <a:pt x="20" y="120"/>
                    </a:lnTo>
                    <a:lnTo>
                      <a:pt x="24" y="124"/>
                    </a:lnTo>
                    <a:lnTo>
                      <a:pt x="28" y="126"/>
                    </a:lnTo>
                    <a:lnTo>
                      <a:pt x="34" y="126"/>
                    </a:lnTo>
                    <a:lnTo>
                      <a:pt x="42" y="128"/>
                    </a:lnTo>
                    <a:lnTo>
                      <a:pt x="46" y="130"/>
                    </a:lnTo>
                    <a:lnTo>
                      <a:pt x="44" y="134"/>
                    </a:lnTo>
                    <a:lnTo>
                      <a:pt x="48" y="134"/>
                    </a:lnTo>
                    <a:lnTo>
                      <a:pt x="54" y="134"/>
                    </a:lnTo>
                    <a:lnTo>
                      <a:pt x="56" y="132"/>
                    </a:lnTo>
                    <a:lnTo>
                      <a:pt x="62" y="130"/>
                    </a:lnTo>
                    <a:lnTo>
                      <a:pt x="66" y="130"/>
                    </a:lnTo>
                    <a:lnTo>
                      <a:pt x="72" y="130"/>
                    </a:lnTo>
                    <a:lnTo>
                      <a:pt x="78" y="132"/>
                    </a:lnTo>
                    <a:lnTo>
                      <a:pt x="82" y="134"/>
                    </a:lnTo>
                    <a:lnTo>
                      <a:pt x="88" y="134"/>
                    </a:lnTo>
                    <a:lnTo>
                      <a:pt x="88" y="140"/>
                    </a:lnTo>
                    <a:lnTo>
                      <a:pt x="88" y="144"/>
                    </a:lnTo>
                    <a:lnTo>
                      <a:pt x="88" y="146"/>
                    </a:lnTo>
                    <a:lnTo>
                      <a:pt x="90" y="146"/>
                    </a:lnTo>
                    <a:lnTo>
                      <a:pt x="98" y="144"/>
                    </a:lnTo>
                    <a:lnTo>
                      <a:pt x="106" y="142"/>
                    </a:lnTo>
                    <a:lnTo>
                      <a:pt x="112" y="138"/>
                    </a:lnTo>
                    <a:lnTo>
                      <a:pt x="120" y="138"/>
                    </a:lnTo>
                    <a:lnTo>
                      <a:pt x="120" y="134"/>
                    </a:lnTo>
                    <a:lnTo>
                      <a:pt x="118" y="134"/>
                    </a:lnTo>
                    <a:lnTo>
                      <a:pt x="116" y="130"/>
                    </a:lnTo>
                    <a:lnTo>
                      <a:pt x="116" y="126"/>
                    </a:lnTo>
                    <a:lnTo>
                      <a:pt x="118" y="124"/>
                    </a:lnTo>
                    <a:lnTo>
                      <a:pt x="122" y="120"/>
                    </a:lnTo>
                    <a:lnTo>
                      <a:pt x="122" y="114"/>
                    </a:lnTo>
                    <a:lnTo>
                      <a:pt x="122" y="108"/>
                    </a:lnTo>
                    <a:lnTo>
                      <a:pt x="120" y="106"/>
                    </a:lnTo>
                    <a:lnTo>
                      <a:pt x="122" y="100"/>
                    </a:lnTo>
                    <a:lnTo>
                      <a:pt x="126" y="94"/>
                    </a:lnTo>
                    <a:lnTo>
                      <a:pt x="132" y="92"/>
                    </a:lnTo>
                    <a:lnTo>
                      <a:pt x="136" y="82"/>
                    </a:lnTo>
                    <a:lnTo>
                      <a:pt x="138" y="72"/>
                    </a:lnTo>
                    <a:lnTo>
                      <a:pt x="142" y="60"/>
                    </a:lnTo>
                    <a:lnTo>
                      <a:pt x="144" y="58"/>
                    </a:lnTo>
                    <a:lnTo>
                      <a:pt x="148" y="56"/>
                    </a:lnTo>
                    <a:lnTo>
                      <a:pt x="154" y="56"/>
                    </a:lnTo>
                    <a:lnTo>
                      <a:pt x="160" y="56"/>
                    </a:lnTo>
                    <a:lnTo>
                      <a:pt x="160" y="52"/>
                    </a:lnTo>
                    <a:lnTo>
                      <a:pt x="150" y="46"/>
                    </a:lnTo>
                    <a:lnTo>
                      <a:pt x="146" y="40"/>
                    </a:lnTo>
                    <a:lnTo>
                      <a:pt x="144" y="34"/>
                    </a:lnTo>
                    <a:lnTo>
                      <a:pt x="146" y="32"/>
                    </a:lnTo>
                    <a:lnTo>
                      <a:pt x="148" y="28"/>
                    </a:lnTo>
                    <a:lnTo>
                      <a:pt x="142" y="26"/>
                    </a:lnTo>
                    <a:lnTo>
                      <a:pt x="138" y="22"/>
                    </a:lnTo>
                    <a:lnTo>
                      <a:pt x="138" y="14"/>
                    </a:lnTo>
                    <a:lnTo>
                      <a:pt x="136" y="8"/>
                    </a:lnTo>
                    <a:lnTo>
                      <a:pt x="136" y="4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8" name=""/>
              <p:cNvSpPr/>
              <p:nvPr/>
            </p:nvSpPr>
            <p:spPr>
              <a:xfrm>
                <a:off x="8567280" y="4428000"/>
                <a:ext cx="125640" cy="67320"/>
              </a:xfrm>
              <a:custGeom>
                <a:avLst/>
                <a:gdLst/>
                <a:ahLst/>
                <a:rect l="l" t="t" r="r" b="b"/>
                <a:pathLst>
                  <a:path w="64" h="38">
                    <a:moveTo>
                      <a:pt x="64" y="0"/>
                    </a:moveTo>
                    <a:lnTo>
                      <a:pt x="52" y="10"/>
                    </a:lnTo>
                    <a:lnTo>
                      <a:pt x="36" y="16"/>
                    </a:lnTo>
                    <a:lnTo>
                      <a:pt x="32" y="18"/>
                    </a:lnTo>
                    <a:lnTo>
                      <a:pt x="28" y="20"/>
                    </a:lnTo>
                    <a:lnTo>
                      <a:pt x="22" y="28"/>
                    </a:lnTo>
                    <a:lnTo>
                      <a:pt x="14" y="36"/>
                    </a:lnTo>
                    <a:lnTo>
                      <a:pt x="8" y="38"/>
                    </a:lnTo>
                    <a:lnTo>
                      <a:pt x="2" y="38"/>
                    </a:lnTo>
                    <a:lnTo>
                      <a:pt x="0" y="38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2" y="26"/>
                    </a:lnTo>
                    <a:lnTo>
                      <a:pt x="10" y="20"/>
                    </a:lnTo>
                    <a:lnTo>
                      <a:pt x="26" y="14"/>
                    </a:lnTo>
                    <a:lnTo>
                      <a:pt x="28" y="12"/>
                    </a:lnTo>
                    <a:lnTo>
                      <a:pt x="30" y="8"/>
                    </a:lnTo>
                    <a:lnTo>
                      <a:pt x="32" y="6"/>
                    </a:lnTo>
                    <a:lnTo>
                      <a:pt x="36" y="4"/>
                    </a:lnTo>
                    <a:lnTo>
                      <a:pt x="46" y="2"/>
                    </a:lnTo>
                    <a:lnTo>
                      <a:pt x="54" y="0"/>
                    </a:lnTo>
                    <a:lnTo>
                      <a:pt x="64" y="0"/>
                    </a:lnTo>
                    <a:lnTo>
                      <a:pt x="64" y="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520" bIns="205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9" name=""/>
              <p:cNvSpPr/>
              <p:nvPr/>
            </p:nvSpPr>
            <p:spPr>
              <a:xfrm>
                <a:off x="8460000" y="4420800"/>
                <a:ext cx="99360" cy="17640"/>
              </a:xfrm>
              <a:custGeom>
                <a:avLst/>
                <a:gdLst/>
                <a:ahLst/>
                <a:rect l="l" t="t" r="r" b="b"/>
                <a:pathLst>
                  <a:path w="50" h="10">
                    <a:moveTo>
                      <a:pt x="40" y="8"/>
                    </a:moveTo>
                    <a:lnTo>
                      <a:pt x="34" y="10"/>
                    </a:lnTo>
                    <a:lnTo>
                      <a:pt x="28" y="10"/>
                    </a:lnTo>
                    <a:lnTo>
                      <a:pt x="22" y="8"/>
                    </a:lnTo>
                    <a:lnTo>
                      <a:pt x="10" y="10"/>
                    </a:lnTo>
                    <a:lnTo>
                      <a:pt x="4" y="10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18" y="2"/>
                    </a:lnTo>
                    <a:lnTo>
                      <a:pt x="24" y="4"/>
                    </a:lnTo>
                    <a:lnTo>
                      <a:pt x="28" y="6"/>
                    </a:lnTo>
                    <a:lnTo>
                      <a:pt x="34" y="8"/>
                    </a:lnTo>
                    <a:lnTo>
                      <a:pt x="42" y="6"/>
                    </a:lnTo>
                    <a:lnTo>
                      <a:pt x="50" y="4"/>
                    </a:lnTo>
                    <a:lnTo>
                      <a:pt x="46" y="8"/>
                    </a:lnTo>
                    <a:lnTo>
                      <a:pt x="44" y="10"/>
                    </a:lnTo>
                    <a:lnTo>
                      <a:pt x="38" y="1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160" bIns="-291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0" name=""/>
              <p:cNvSpPr/>
              <p:nvPr/>
            </p:nvSpPr>
            <p:spPr>
              <a:xfrm>
                <a:off x="8010360" y="4206600"/>
                <a:ext cx="46800" cy="46440"/>
              </a:xfrm>
              <a:custGeom>
                <a:avLst/>
                <a:gdLst/>
                <a:ahLst/>
                <a:rect l="l" t="t" r="r" b="b"/>
                <a:pathLst>
                  <a:path w="24" h="26">
                    <a:moveTo>
                      <a:pt x="0" y="6"/>
                    </a:moveTo>
                    <a:lnTo>
                      <a:pt x="4" y="4"/>
                    </a:lnTo>
                    <a:lnTo>
                      <a:pt x="6" y="2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4" y="2"/>
                    </a:lnTo>
                    <a:lnTo>
                      <a:pt x="14" y="6"/>
                    </a:lnTo>
                    <a:lnTo>
                      <a:pt x="18" y="12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22" y="26"/>
                    </a:lnTo>
                    <a:lnTo>
                      <a:pt x="14" y="22"/>
                    </a:lnTo>
                    <a:lnTo>
                      <a:pt x="12" y="18"/>
                    </a:lnTo>
                    <a:lnTo>
                      <a:pt x="10" y="16"/>
                    </a:lnTo>
                    <a:lnTo>
                      <a:pt x="12" y="12"/>
                    </a:lnTo>
                    <a:lnTo>
                      <a:pt x="12" y="10"/>
                    </a:lnTo>
                    <a:lnTo>
                      <a:pt x="6" y="8"/>
                    </a:lnTo>
                    <a:lnTo>
                      <a:pt x="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" bIns="-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1" name=""/>
              <p:cNvSpPr/>
              <p:nvPr/>
            </p:nvSpPr>
            <p:spPr>
              <a:xfrm>
                <a:off x="8085600" y="4238640"/>
                <a:ext cx="22320" cy="17640"/>
              </a:xfrm>
              <a:custGeom>
                <a:avLst/>
                <a:gdLst/>
                <a:ahLst/>
                <a:rect l="l" t="t" r="r" b="b"/>
                <a:pathLst>
                  <a:path w="12" h="10">
                    <a:moveTo>
                      <a:pt x="12" y="2"/>
                    </a:moveTo>
                    <a:lnTo>
                      <a:pt x="10" y="6"/>
                    </a:lnTo>
                    <a:lnTo>
                      <a:pt x="10" y="10"/>
                    </a:lnTo>
                    <a:lnTo>
                      <a:pt x="4" y="10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160" bIns="-291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2" name=""/>
              <p:cNvSpPr/>
              <p:nvPr/>
            </p:nvSpPr>
            <p:spPr>
              <a:xfrm>
                <a:off x="7801200" y="4185000"/>
                <a:ext cx="18720" cy="21240"/>
              </a:xfrm>
              <a:custGeom>
                <a:avLst/>
                <a:gdLst/>
                <a:ahLst/>
                <a:rect l="l" t="t" r="r" b="b"/>
                <a:pathLst>
                  <a:path w="10" h="12">
                    <a:moveTo>
                      <a:pt x="6" y="0"/>
                    </a:moveTo>
                    <a:lnTo>
                      <a:pt x="6" y="6"/>
                    </a:lnTo>
                    <a:lnTo>
                      <a:pt x="10" y="8"/>
                    </a:lnTo>
                    <a:lnTo>
                      <a:pt x="10" y="12"/>
                    </a:lnTo>
                    <a:lnTo>
                      <a:pt x="6" y="12"/>
                    </a:lnTo>
                    <a:lnTo>
                      <a:pt x="4" y="10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560" bIns="-255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3" name=""/>
              <p:cNvSpPr/>
              <p:nvPr/>
            </p:nvSpPr>
            <p:spPr>
              <a:xfrm>
                <a:off x="7758360" y="4106520"/>
                <a:ext cx="22320" cy="24840"/>
              </a:xfrm>
              <a:custGeom>
                <a:avLst/>
                <a:gdLst/>
                <a:ahLst/>
                <a:rect l="l" t="t" r="r" b="b"/>
                <a:pathLst>
                  <a:path w="12" h="14">
                    <a:moveTo>
                      <a:pt x="12" y="8"/>
                    </a:moveTo>
                    <a:lnTo>
                      <a:pt x="10" y="12"/>
                    </a:lnTo>
                    <a:lnTo>
                      <a:pt x="8" y="14"/>
                    </a:lnTo>
                    <a:lnTo>
                      <a:pt x="4" y="12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6" y="4"/>
                    </a:lnTo>
                    <a:lnTo>
                      <a:pt x="10" y="6"/>
                    </a:ln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960" bIns="-21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4" name=""/>
              <p:cNvSpPr/>
              <p:nvPr/>
            </p:nvSpPr>
            <p:spPr>
              <a:xfrm>
                <a:off x="9378360" y="4295520"/>
                <a:ext cx="125640" cy="67680"/>
              </a:xfrm>
              <a:custGeom>
                <a:avLst/>
                <a:gdLst/>
                <a:ahLst/>
                <a:rect l="l" t="t" r="r" b="b"/>
                <a:pathLst>
                  <a:path w="64" h="38">
                    <a:moveTo>
                      <a:pt x="36" y="38"/>
                    </a:moveTo>
                    <a:lnTo>
                      <a:pt x="34" y="38"/>
                    </a:lnTo>
                    <a:lnTo>
                      <a:pt x="30" y="38"/>
                    </a:lnTo>
                    <a:lnTo>
                      <a:pt x="22" y="38"/>
                    </a:lnTo>
                    <a:lnTo>
                      <a:pt x="10" y="36"/>
                    </a:lnTo>
                    <a:lnTo>
                      <a:pt x="2" y="32"/>
                    </a:lnTo>
                    <a:lnTo>
                      <a:pt x="0" y="28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2" y="22"/>
                    </a:lnTo>
                    <a:lnTo>
                      <a:pt x="24" y="22"/>
                    </a:lnTo>
                    <a:lnTo>
                      <a:pt x="28" y="24"/>
                    </a:lnTo>
                    <a:lnTo>
                      <a:pt x="30" y="24"/>
                    </a:lnTo>
                    <a:lnTo>
                      <a:pt x="38" y="22"/>
                    </a:lnTo>
                    <a:lnTo>
                      <a:pt x="42" y="18"/>
                    </a:lnTo>
                    <a:lnTo>
                      <a:pt x="46" y="14"/>
                    </a:lnTo>
                    <a:lnTo>
                      <a:pt x="52" y="10"/>
                    </a:lnTo>
                    <a:lnTo>
                      <a:pt x="52" y="4"/>
                    </a:lnTo>
                    <a:lnTo>
                      <a:pt x="52" y="0"/>
                    </a:lnTo>
                    <a:lnTo>
                      <a:pt x="54" y="0"/>
                    </a:lnTo>
                    <a:lnTo>
                      <a:pt x="56" y="2"/>
                    </a:lnTo>
                    <a:lnTo>
                      <a:pt x="60" y="4"/>
                    </a:lnTo>
                    <a:lnTo>
                      <a:pt x="62" y="8"/>
                    </a:lnTo>
                    <a:lnTo>
                      <a:pt x="64" y="10"/>
                    </a:lnTo>
                    <a:lnTo>
                      <a:pt x="62" y="12"/>
                    </a:lnTo>
                    <a:lnTo>
                      <a:pt x="60" y="16"/>
                    </a:lnTo>
                    <a:lnTo>
                      <a:pt x="58" y="18"/>
                    </a:lnTo>
                    <a:lnTo>
                      <a:pt x="58" y="20"/>
                    </a:lnTo>
                    <a:lnTo>
                      <a:pt x="54" y="26"/>
                    </a:lnTo>
                    <a:lnTo>
                      <a:pt x="46" y="32"/>
                    </a:lnTo>
                    <a:lnTo>
                      <a:pt x="40" y="36"/>
                    </a:lnTo>
                    <a:lnTo>
                      <a:pt x="34" y="38"/>
                    </a:lnTo>
                    <a:lnTo>
                      <a:pt x="36" y="3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880" bIns="208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5" name=""/>
              <p:cNvSpPr/>
              <p:nvPr/>
            </p:nvSpPr>
            <p:spPr>
              <a:xfrm>
                <a:off x="8922600" y="4334760"/>
                <a:ext cx="24480" cy="28440"/>
              </a:xfrm>
              <a:custGeom>
                <a:avLst/>
                <a:gdLst/>
                <a:ahLst/>
                <a:rect l="l" t="t" r="r" b="b"/>
                <a:pathLst>
                  <a:path w="12" h="16">
                    <a:moveTo>
                      <a:pt x="12" y="10"/>
                    </a:moveTo>
                    <a:lnTo>
                      <a:pt x="12" y="14"/>
                    </a:lnTo>
                    <a:lnTo>
                      <a:pt x="12" y="16"/>
                    </a:lnTo>
                    <a:lnTo>
                      <a:pt x="6" y="16"/>
                    </a:lnTo>
                    <a:lnTo>
                      <a:pt x="2" y="14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8" y="0"/>
                    </a:lnTo>
                    <a:lnTo>
                      <a:pt x="10" y="6"/>
                    </a:lnTo>
                    <a:lnTo>
                      <a:pt x="10" y="8"/>
                    </a:lnTo>
                    <a:lnTo>
                      <a:pt x="12" y="1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6" name=""/>
              <p:cNvSpPr/>
              <p:nvPr/>
            </p:nvSpPr>
            <p:spPr>
              <a:xfrm>
                <a:off x="8819280" y="4388760"/>
                <a:ext cx="24120" cy="35280"/>
              </a:xfrm>
              <a:custGeom>
                <a:avLst/>
                <a:gdLst/>
                <a:ahLst/>
                <a:rect l="l" t="t" r="r" b="b"/>
                <a:pathLst>
                  <a:path w="12" h="20">
                    <a:moveTo>
                      <a:pt x="6" y="2"/>
                    </a:moveTo>
                    <a:lnTo>
                      <a:pt x="8" y="2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2" y="4"/>
                    </a:lnTo>
                    <a:lnTo>
                      <a:pt x="10" y="6"/>
                    </a:lnTo>
                    <a:lnTo>
                      <a:pt x="8" y="12"/>
                    </a:lnTo>
                    <a:lnTo>
                      <a:pt x="0" y="2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7" name=""/>
              <p:cNvSpPr/>
              <p:nvPr/>
            </p:nvSpPr>
            <p:spPr>
              <a:xfrm>
                <a:off x="8728920" y="4245840"/>
                <a:ext cx="99720" cy="39240"/>
              </a:xfrm>
              <a:custGeom>
                <a:avLst/>
                <a:gdLst/>
                <a:ahLst/>
                <a:rect l="l" t="t" r="r" b="b"/>
                <a:pathLst>
                  <a:path w="50" h="22">
                    <a:moveTo>
                      <a:pt x="42" y="22"/>
                    </a:moveTo>
                    <a:lnTo>
                      <a:pt x="40" y="20"/>
                    </a:lnTo>
                    <a:lnTo>
                      <a:pt x="38" y="16"/>
                    </a:lnTo>
                    <a:lnTo>
                      <a:pt x="34" y="14"/>
                    </a:lnTo>
                    <a:lnTo>
                      <a:pt x="30" y="14"/>
                    </a:lnTo>
                    <a:lnTo>
                      <a:pt x="24" y="12"/>
                    </a:lnTo>
                    <a:lnTo>
                      <a:pt x="16" y="12"/>
                    </a:lnTo>
                    <a:lnTo>
                      <a:pt x="10" y="12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8" y="4"/>
                    </a:lnTo>
                    <a:lnTo>
                      <a:pt x="14" y="4"/>
                    </a:lnTo>
                    <a:lnTo>
                      <a:pt x="18" y="2"/>
                    </a:lnTo>
                    <a:lnTo>
                      <a:pt x="24" y="2"/>
                    </a:lnTo>
                    <a:lnTo>
                      <a:pt x="28" y="0"/>
                    </a:lnTo>
                    <a:lnTo>
                      <a:pt x="28" y="2"/>
                    </a:lnTo>
                    <a:lnTo>
                      <a:pt x="30" y="2"/>
                    </a:lnTo>
                    <a:lnTo>
                      <a:pt x="34" y="0"/>
                    </a:lnTo>
                    <a:lnTo>
                      <a:pt x="38" y="2"/>
                    </a:lnTo>
                    <a:lnTo>
                      <a:pt x="44" y="6"/>
                    </a:lnTo>
                    <a:lnTo>
                      <a:pt x="48" y="10"/>
                    </a:lnTo>
                    <a:lnTo>
                      <a:pt x="50" y="16"/>
                    </a:lnTo>
                    <a:lnTo>
                      <a:pt x="48" y="18"/>
                    </a:lnTo>
                    <a:lnTo>
                      <a:pt x="46" y="20"/>
                    </a:lnTo>
                    <a:lnTo>
                      <a:pt x="42" y="2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7560" bIns="-75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8" name=""/>
              <p:cNvSpPr/>
              <p:nvPr/>
            </p:nvSpPr>
            <p:spPr>
              <a:xfrm>
                <a:off x="8724960" y="4092480"/>
                <a:ext cx="39600" cy="74880"/>
              </a:xfrm>
              <a:custGeom>
                <a:avLst/>
                <a:gdLst/>
                <a:ahLst/>
                <a:rect l="l" t="t" r="r" b="b"/>
                <a:pathLst>
                  <a:path w="20" h="42">
                    <a:moveTo>
                      <a:pt x="2" y="22"/>
                    </a:moveTo>
                    <a:lnTo>
                      <a:pt x="2" y="18"/>
                    </a:lnTo>
                    <a:lnTo>
                      <a:pt x="2" y="14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6" y="8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8" y="8"/>
                    </a:lnTo>
                    <a:lnTo>
                      <a:pt x="16" y="8"/>
                    </a:lnTo>
                    <a:lnTo>
                      <a:pt x="16" y="12"/>
                    </a:lnTo>
                    <a:lnTo>
                      <a:pt x="16" y="14"/>
                    </a:lnTo>
                    <a:lnTo>
                      <a:pt x="14" y="16"/>
                    </a:lnTo>
                    <a:lnTo>
                      <a:pt x="12" y="18"/>
                    </a:lnTo>
                    <a:lnTo>
                      <a:pt x="12" y="22"/>
                    </a:lnTo>
                    <a:lnTo>
                      <a:pt x="20" y="32"/>
                    </a:lnTo>
                    <a:lnTo>
                      <a:pt x="16" y="32"/>
                    </a:lnTo>
                    <a:lnTo>
                      <a:pt x="14" y="30"/>
                    </a:lnTo>
                    <a:lnTo>
                      <a:pt x="12" y="28"/>
                    </a:lnTo>
                    <a:lnTo>
                      <a:pt x="8" y="28"/>
                    </a:lnTo>
                    <a:lnTo>
                      <a:pt x="6" y="28"/>
                    </a:lnTo>
                    <a:lnTo>
                      <a:pt x="4" y="30"/>
                    </a:lnTo>
                    <a:lnTo>
                      <a:pt x="4" y="34"/>
                    </a:lnTo>
                    <a:lnTo>
                      <a:pt x="4" y="38"/>
                    </a:lnTo>
                    <a:lnTo>
                      <a:pt x="6" y="42"/>
                    </a:lnTo>
                    <a:lnTo>
                      <a:pt x="2" y="40"/>
                    </a:lnTo>
                    <a:lnTo>
                      <a:pt x="2" y="34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080" bIns="280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9" name=""/>
              <p:cNvSpPr/>
              <p:nvPr/>
            </p:nvSpPr>
            <p:spPr>
              <a:xfrm>
                <a:off x="8674200" y="4256280"/>
                <a:ext cx="35640" cy="28440"/>
              </a:xfrm>
              <a:custGeom>
                <a:avLst/>
                <a:gdLst/>
                <a:ahLst/>
                <a:rect l="l" t="t" r="r" b="b"/>
                <a:pathLst>
                  <a:path w="18" h="16">
                    <a:moveTo>
                      <a:pt x="16" y="4"/>
                    </a:moveTo>
                    <a:lnTo>
                      <a:pt x="18" y="6"/>
                    </a:lnTo>
                    <a:lnTo>
                      <a:pt x="18" y="10"/>
                    </a:lnTo>
                    <a:lnTo>
                      <a:pt x="18" y="12"/>
                    </a:lnTo>
                    <a:lnTo>
                      <a:pt x="16" y="14"/>
                    </a:lnTo>
                    <a:lnTo>
                      <a:pt x="10" y="16"/>
                    </a:lnTo>
                    <a:lnTo>
                      <a:pt x="2" y="12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10" y="0"/>
                    </a:lnTo>
                    <a:lnTo>
                      <a:pt x="18" y="4"/>
                    </a:ln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0" name=""/>
              <p:cNvSpPr/>
              <p:nvPr/>
            </p:nvSpPr>
            <p:spPr>
              <a:xfrm>
                <a:off x="8341560" y="4417200"/>
                <a:ext cx="99360" cy="28440"/>
              </a:xfrm>
              <a:custGeom>
                <a:avLst/>
                <a:gdLst/>
                <a:ahLst/>
                <a:rect l="l" t="t" r="r" b="b"/>
                <a:pathLst>
                  <a:path w="50" h="16">
                    <a:moveTo>
                      <a:pt x="50" y="12"/>
                    </a:moveTo>
                    <a:lnTo>
                      <a:pt x="48" y="12"/>
                    </a:lnTo>
                    <a:lnTo>
                      <a:pt x="42" y="12"/>
                    </a:lnTo>
                    <a:lnTo>
                      <a:pt x="38" y="10"/>
                    </a:lnTo>
                    <a:lnTo>
                      <a:pt x="34" y="14"/>
                    </a:lnTo>
                    <a:lnTo>
                      <a:pt x="30" y="16"/>
                    </a:lnTo>
                    <a:lnTo>
                      <a:pt x="20" y="16"/>
                    </a:lnTo>
                    <a:lnTo>
                      <a:pt x="16" y="16"/>
                    </a:lnTo>
                    <a:lnTo>
                      <a:pt x="14" y="14"/>
                    </a:lnTo>
                    <a:lnTo>
                      <a:pt x="12" y="10"/>
                    </a:lnTo>
                    <a:lnTo>
                      <a:pt x="8" y="12"/>
                    </a:lnTo>
                    <a:lnTo>
                      <a:pt x="6" y="14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2"/>
                    </a:lnTo>
                    <a:lnTo>
                      <a:pt x="14" y="6"/>
                    </a:lnTo>
                    <a:lnTo>
                      <a:pt x="32" y="10"/>
                    </a:lnTo>
                    <a:lnTo>
                      <a:pt x="38" y="10"/>
                    </a:lnTo>
                    <a:lnTo>
                      <a:pt x="34" y="6"/>
                    </a:lnTo>
                    <a:lnTo>
                      <a:pt x="32" y="4"/>
                    </a:lnTo>
                    <a:lnTo>
                      <a:pt x="34" y="2"/>
                    </a:lnTo>
                    <a:lnTo>
                      <a:pt x="38" y="0"/>
                    </a:lnTo>
                    <a:lnTo>
                      <a:pt x="42" y="4"/>
                    </a:lnTo>
                    <a:lnTo>
                      <a:pt x="50" y="8"/>
                    </a:lnTo>
                    <a:lnTo>
                      <a:pt x="50" y="1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1" name=""/>
              <p:cNvSpPr/>
              <p:nvPr/>
            </p:nvSpPr>
            <p:spPr>
              <a:xfrm>
                <a:off x="8535240" y="3831480"/>
                <a:ext cx="150480" cy="138960"/>
              </a:xfrm>
              <a:custGeom>
                <a:avLst/>
                <a:gdLst/>
                <a:ahLst/>
                <a:rect l="l" t="t" r="r" b="b"/>
                <a:pathLst>
                  <a:path w="76" h="78">
                    <a:moveTo>
                      <a:pt x="64" y="56"/>
                    </a:moveTo>
                    <a:lnTo>
                      <a:pt x="60" y="52"/>
                    </a:lnTo>
                    <a:lnTo>
                      <a:pt x="56" y="54"/>
                    </a:lnTo>
                    <a:lnTo>
                      <a:pt x="54" y="58"/>
                    </a:lnTo>
                    <a:lnTo>
                      <a:pt x="56" y="62"/>
                    </a:lnTo>
                    <a:lnTo>
                      <a:pt x="58" y="64"/>
                    </a:lnTo>
                    <a:lnTo>
                      <a:pt x="60" y="68"/>
                    </a:lnTo>
                    <a:lnTo>
                      <a:pt x="62" y="72"/>
                    </a:lnTo>
                    <a:lnTo>
                      <a:pt x="60" y="78"/>
                    </a:lnTo>
                    <a:lnTo>
                      <a:pt x="58" y="78"/>
                    </a:lnTo>
                    <a:lnTo>
                      <a:pt x="54" y="78"/>
                    </a:lnTo>
                    <a:lnTo>
                      <a:pt x="52" y="78"/>
                    </a:lnTo>
                    <a:lnTo>
                      <a:pt x="52" y="74"/>
                    </a:lnTo>
                    <a:lnTo>
                      <a:pt x="48" y="76"/>
                    </a:lnTo>
                    <a:lnTo>
                      <a:pt x="46" y="76"/>
                    </a:lnTo>
                    <a:lnTo>
                      <a:pt x="42" y="74"/>
                    </a:lnTo>
                    <a:lnTo>
                      <a:pt x="36" y="70"/>
                    </a:lnTo>
                    <a:lnTo>
                      <a:pt x="34" y="62"/>
                    </a:lnTo>
                    <a:lnTo>
                      <a:pt x="32" y="54"/>
                    </a:lnTo>
                    <a:lnTo>
                      <a:pt x="34" y="52"/>
                    </a:lnTo>
                    <a:lnTo>
                      <a:pt x="36" y="50"/>
                    </a:lnTo>
                    <a:lnTo>
                      <a:pt x="32" y="44"/>
                    </a:lnTo>
                    <a:lnTo>
                      <a:pt x="24" y="44"/>
                    </a:lnTo>
                    <a:lnTo>
                      <a:pt x="24" y="48"/>
                    </a:lnTo>
                    <a:lnTo>
                      <a:pt x="20" y="48"/>
                    </a:lnTo>
                    <a:lnTo>
                      <a:pt x="18" y="46"/>
                    </a:lnTo>
                    <a:lnTo>
                      <a:pt x="16" y="48"/>
                    </a:lnTo>
                    <a:lnTo>
                      <a:pt x="12" y="44"/>
                    </a:lnTo>
                    <a:lnTo>
                      <a:pt x="10" y="50"/>
                    </a:lnTo>
                    <a:lnTo>
                      <a:pt x="8" y="56"/>
                    </a:lnTo>
                    <a:lnTo>
                      <a:pt x="6" y="64"/>
                    </a:lnTo>
                    <a:lnTo>
                      <a:pt x="4" y="66"/>
                    </a:lnTo>
                    <a:lnTo>
                      <a:pt x="2" y="68"/>
                    </a:lnTo>
                    <a:lnTo>
                      <a:pt x="0" y="66"/>
                    </a:lnTo>
                    <a:lnTo>
                      <a:pt x="0" y="62"/>
                    </a:lnTo>
                    <a:lnTo>
                      <a:pt x="2" y="54"/>
                    </a:lnTo>
                    <a:lnTo>
                      <a:pt x="0" y="50"/>
                    </a:lnTo>
                    <a:lnTo>
                      <a:pt x="0" y="42"/>
                    </a:lnTo>
                    <a:lnTo>
                      <a:pt x="2" y="34"/>
                    </a:lnTo>
                    <a:lnTo>
                      <a:pt x="6" y="34"/>
                    </a:lnTo>
                    <a:lnTo>
                      <a:pt x="10" y="32"/>
                    </a:lnTo>
                    <a:lnTo>
                      <a:pt x="14" y="28"/>
                    </a:lnTo>
                    <a:lnTo>
                      <a:pt x="16" y="24"/>
                    </a:lnTo>
                    <a:lnTo>
                      <a:pt x="18" y="24"/>
                    </a:lnTo>
                    <a:lnTo>
                      <a:pt x="20" y="22"/>
                    </a:lnTo>
                    <a:lnTo>
                      <a:pt x="26" y="24"/>
                    </a:lnTo>
                    <a:lnTo>
                      <a:pt x="28" y="26"/>
                    </a:lnTo>
                    <a:lnTo>
                      <a:pt x="30" y="28"/>
                    </a:lnTo>
                    <a:lnTo>
                      <a:pt x="32" y="30"/>
                    </a:lnTo>
                    <a:lnTo>
                      <a:pt x="36" y="30"/>
                    </a:lnTo>
                    <a:lnTo>
                      <a:pt x="36" y="26"/>
                    </a:lnTo>
                    <a:lnTo>
                      <a:pt x="40" y="24"/>
                    </a:lnTo>
                    <a:lnTo>
                      <a:pt x="42" y="20"/>
                    </a:lnTo>
                    <a:lnTo>
                      <a:pt x="44" y="18"/>
                    </a:lnTo>
                    <a:lnTo>
                      <a:pt x="48" y="16"/>
                    </a:lnTo>
                    <a:lnTo>
                      <a:pt x="52" y="14"/>
                    </a:lnTo>
                    <a:lnTo>
                      <a:pt x="52" y="6"/>
                    </a:lnTo>
                    <a:lnTo>
                      <a:pt x="54" y="0"/>
                    </a:lnTo>
                    <a:lnTo>
                      <a:pt x="58" y="2"/>
                    </a:lnTo>
                    <a:lnTo>
                      <a:pt x="62" y="6"/>
                    </a:lnTo>
                    <a:lnTo>
                      <a:pt x="68" y="14"/>
                    </a:lnTo>
                    <a:lnTo>
                      <a:pt x="70" y="26"/>
                    </a:lnTo>
                    <a:lnTo>
                      <a:pt x="76" y="50"/>
                    </a:lnTo>
                    <a:lnTo>
                      <a:pt x="74" y="52"/>
                    </a:lnTo>
                    <a:lnTo>
                      <a:pt x="72" y="56"/>
                    </a:lnTo>
                    <a:lnTo>
                      <a:pt x="70" y="62"/>
                    </a:lnTo>
                    <a:lnTo>
                      <a:pt x="70" y="68"/>
                    </a:lnTo>
                    <a:lnTo>
                      <a:pt x="68" y="66"/>
                    </a:lnTo>
                    <a:lnTo>
                      <a:pt x="66" y="60"/>
                    </a:lnTo>
                    <a:lnTo>
                      <a:pt x="62" y="52"/>
                    </a:lnTo>
                    <a:lnTo>
                      <a:pt x="64" y="5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2" name=""/>
              <p:cNvSpPr/>
              <p:nvPr/>
            </p:nvSpPr>
            <p:spPr>
              <a:xfrm>
                <a:off x="8384760" y="3799080"/>
                <a:ext cx="75240" cy="75240"/>
              </a:xfrm>
              <a:custGeom>
                <a:avLst/>
                <a:gdLst/>
                <a:ahLst/>
                <a:rect l="l" t="t" r="r" b="b"/>
                <a:pathLst>
                  <a:path w="38" h="42">
                    <a:moveTo>
                      <a:pt x="4" y="42"/>
                    </a:moveTo>
                    <a:lnTo>
                      <a:pt x="0" y="42"/>
                    </a:lnTo>
                    <a:lnTo>
                      <a:pt x="2" y="38"/>
                    </a:lnTo>
                    <a:lnTo>
                      <a:pt x="6" y="34"/>
                    </a:lnTo>
                    <a:lnTo>
                      <a:pt x="14" y="24"/>
                    </a:lnTo>
                    <a:lnTo>
                      <a:pt x="24" y="16"/>
                    </a:lnTo>
                    <a:lnTo>
                      <a:pt x="30" y="8"/>
                    </a:lnTo>
                    <a:lnTo>
                      <a:pt x="32" y="4"/>
                    </a:lnTo>
                    <a:lnTo>
                      <a:pt x="34" y="0"/>
                    </a:lnTo>
                    <a:lnTo>
                      <a:pt x="34" y="4"/>
                    </a:lnTo>
                    <a:lnTo>
                      <a:pt x="36" y="6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2" y="14"/>
                    </a:lnTo>
                    <a:lnTo>
                      <a:pt x="32" y="16"/>
                    </a:lnTo>
                    <a:lnTo>
                      <a:pt x="30" y="18"/>
                    </a:lnTo>
                    <a:lnTo>
                      <a:pt x="22" y="18"/>
                    </a:lnTo>
                    <a:lnTo>
                      <a:pt x="20" y="28"/>
                    </a:lnTo>
                    <a:lnTo>
                      <a:pt x="14" y="36"/>
                    </a:lnTo>
                    <a:lnTo>
                      <a:pt x="10" y="40"/>
                    </a:ln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440" bIns="2844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3" name=""/>
              <p:cNvSpPr/>
              <p:nvPr/>
            </p:nvSpPr>
            <p:spPr>
              <a:xfrm>
                <a:off x="8440920" y="3549600"/>
                <a:ext cx="146520" cy="196200"/>
              </a:xfrm>
              <a:custGeom>
                <a:avLst/>
                <a:gdLst/>
                <a:ahLst/>
                <a:rect l="l" t="t" r="r" b="b"/>
                <a:pathLst>
                  <a:path w="74" h="110">
                    <a:moveTo>
                      <a:pt x="4" y="46"/>
                    </a:moveTo>
                    <a:lnTo>
                      <a:pt x="8" y="38"/>
                    </a:lnTo>
                    <a:lnTo>
                      <a:pt x="8" y="30"/>
                    </a:lnTo>
                    <a:lnTo>
                      <a:pt x="6" y="20"/>
                    </a:lnTo>
                    <a:lnTo>
                      <a:pt x="4" y="12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0" y="0"/>
                    </a:lnTo>
                    <a:lnTo>
                      <a:pt x="12" y="2"/>
                    </a:lnTo>
                    <a:lnTo>
                      <a:pt x="14" y="6"/>
                    </a:lnTo>
                    <a:lnTo>
                      <a:pt x="16" y="1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4" y="8"/>
                    </a:lnTo>
                    <a:lnTo>
                      <a:pt x="28" y="4"/>
                    </a:lnTo>
                    <a:lnTo>
                      <a:pt x="28" y="8"/>
                    </a:lnTo>
                    <a:lnTo>
                      <a:pt x="30" y="12"/>
                    </a:lnTo>
                    <a:lnTo>
                      <a:pt x="32" y="18"/>
                    </a:lnTo>
                    <a:lnTo>
                      <a:pt x="34" y="22"/>
                    </a:lnTo>
                    <a:lnTo>
                      <a:pt x="36" y="30"/>
                    </a:lnTo>
                    <a:lnTo>
                      <a:pt x="36" y="36"/>
                    </a:lnTo>
                    <a:lnTo>
                      <a:pt x="36" y="44"/>
                    </a:lnTo>
                    <a:lnTo>
                      <a:pt x="32" y="48"/>
                    </a:lnTo>
                    <a:lnTo>
                      <a:pt x="28" y="54"/>
                    </a:lnTo>
                    <a:lnTo>
                      <a:pt x="26" y="62"/>
                    </a:lnTo>
                    <a:lnTo>
                      <a:pt x="28" y="70"/>
                    </a:lnTo>
                    <a:lnTo>
                      <a:pt x="32" y="76"/>
                    </a:lnTo>
                    <a:lnTo>
                      <a:pt x="36" y="82"/>
                    </a:lnTo>
                    <a:lnTo>
                      <a:pt x="40" y="86"/>
                    </a:lnTo>
                    <a:lnTo>
                      <a:pt x="40" y="84"/>
                    </a:lnTo>
                    <a:lnTo>
                      <a:pt x="42" y="80"/>
                    </a:lnTo>
                    <a:lnTo>
                      <a:pt x="46" y="80"/>
                    </a:lnTo>
                    <a:lnTo>
                      <a:pt x="50" y="82"/>
                    </a:lnTo>
                    <a:lnTo>
                      <a:pt x="54" y="86"/>
                    </a:lnTo>
                    <a:lnTo>
                      <a:pt x="56" y="90"/>
                    </a:lnTo>
                    <a:lnTo>
                      <a:pt x="60" y="92"/>
                    </a:lnTo>
                    <a:lnTo>
                      <a:pt x="62" y="90"/>
                    </a:lnTo>
                    <a:lnTo>
                      <a:pt x="64" y="88"/>
                    </a:lnTo>
                    <a:lnTo>
                      <a:pt x="66" y="90"/>
                    </a:lnTo>
                    <a:lnTo>
                      <a:pt x="64" y="94"/>
                    </a:lnTo>
                    <a:lnTo>
                      <a:pt x="64" y="96"/>
                    </a:lnTo>
                    <a:lnTo>
                      <a:pt x="64" y="98"/>
                    </a:lnTo>
                    <a:lnTo>
                      <a:pt x="66" y="96"/>
                    </a:lnTo>
                    <a:lnTo>
                      <a:pt x="68" y="100"/>
                    </a:lnTo>
                    <a:lnTo>
                      <a:pt x="74" y="102"/>
                    </a:lnTo>
                    <a:lnTo>
                      <a:pt x="74" y="106"/>
                    </a:lnTo>
                    <a:lnTo>
                      <a:pt x="74" y="110"/>
                    </a:lnTo>
                    <a:lnTo>
                      <a:pt x="72" y="110"/>
                    </a:lnTo>
                    <a:lnTo>
                      <a:pt x="70" y="108"/>
                    </a:lnTo>
                    <a:lnTo>
                      <a:pt x="68" y="106"/>
                    </a:lnTo>
                    <a:lnTo>
                      <a:pt x="64" y="100"/>
                    </a:lnTo>
                    <a:lnTo>
                      <a:pt x="60" y="98"/>
                    </a:lnTo>
                    <a:lnTo>
                      <a:pt x="54" y="94"/>
                    </a:lnTo>
                    <a:lnTo>
                      <a:pt x="50" y="90"/>
                    </a:lnTo>
                    <a:lnTo>
                      <a:pt x="48" y="92"/>
                    </a:lnTo>
                    <a:lnTo>
                      <a:pt x="48" y="96"/>
                    </a:lnTo>
                    <a:lnTo>
                      <a:pt x="50" y="100"/>
                    </a:lnTo>
                    <a:lnTo>
                      <a:pt x="44" y="100"/>
                    </a:lnTo>
                    <a:lnTo>
                      <a:pt x="42" y="94"/>
                    </a:lnTo>
                    <a:lnTo>
                      <a:pt x="38" y="90"/>
                    </a:lnTo>
                    <a:lnTo>
                      <a:pt x="34" y="88"/>
                    </a:lnTo>
                    <a:lnTo>
                      <a:pt x="30" y="90"/>
                    </a:lnTo>
                    <a:lnTo>
                      <a:pt x="26" y="92"/>
                    </a:lnTo>
                    <a:lnTo>
                      <a:pt x="22" y="90"/>
                    </a:lnTo>
                    <a:lnTo>
                      <a:pt x="20" y="88"/>
                    </a:lnTo>
                    <a:lnTo>
                      <a:pt x="16" y="84"/>
                    </a:lnTo>
                    <a:lnTo>
                      <a:pt x="18" y="80"/>
                    </a:lnTo>
                    <a:lnTo>
                      <a:pt x="20" y="76"/>
                    </a:lnTo>
                    <a:lnTo>
                      <a:pt x="20" y="72"/>
                    </a:lnTo>
                    <a:lnTo>
                      <a:pt x="16" y="72"/>
                    </a:lnTo>
                    <a:lnTo>
                      <a:pt x="14" y="74"/>
                    </a:lnTo>
                    <a:lnTo>
                      <a:pt x="12" y="74"/>
                    </a:lnTo>
                    <a:lnTo>
                      <a:pt x="6" y="72"/>
                    </a:lnTo>
                    <a:lnTo>
                      <a:pt x="2" y="70"/>
                    </a:lnTo>
                    <a:lnTo>
                      <a:pt x="0" y="66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4" name=""/>
              <p:cNvSpPr/>
              <p:nvPr/>
            </p:nvSpPr>
            <p:spPr>
              <a:xfrm>
                <a:off x="8595360" y="3749400"/>
                <a:ext cx="46800" cy="74880"/>
              </a:xfrm>
              <a:custGeom>
                <a:avLst/>
                <a:gdLst/>
                <a:ahLst/>
                <a:rect l="l" t="t" r="r" b="b"/>
                <a:pathLst>
                  <a:path w="24" h="42">
                    <a:moveTo>
                      <a:pt x="22" y="28"/>
                    </a:moveTo>
                    <a:lnTo>
                      <a:pt x="14" y="28"/>
                    </a:lnTo>
                    <a:lnTo>
                      <a:pt x="14" y="36"/>
                    </a:lnTo>
                    <a:lnTo>
                      <a:pt x="18" y="40"/>
                    </a:lnTo>
                    <a:lnTo>
                      <a:pt x="18" y="42"/>
                    </a:lnTo>
                    <a:lnTo>
                      <a:pt x="14" y="42"/>
                    </a:lnTo>
                    <a:lnTo>
                      <a:pt x="12" y="42"/>
                    </a:lnTo>
                    <a:lnTo>
                      <a:pt x="10" y="42"/>
                    </a:lnTo>
                    <a:lnTo>
                      <a:pt x="10" y="38"/>
                    </a:lnTo>
                    <a:lnTo>
                      <a:pt x="12" y="36"/>
                    </a:lnTo>
                    <a:lnTo>
                      <a:pt x="12" y="32"/>
                    </a:lnTo>
                    <a:lnTo>
                      <a:pt x="8" y="32"/>
                    </a:lnTo>
                    <a:lnTo>
                      <a:pt x="6" y="30"/>
                    </a:lnTo>
                    <a:lnTo>
                      <a:pt x="2" y="24"/>
                    </a:lnTo>
                    <a:lnTo>
                      <a:pt x="2" y="22"/>
                    </a:lnTo>
                    <a:lnTo>
                      <a:pt x="10" y="22"/>
                    </a:lnTo>
                    <a:lnTo>
                      <a:pt x="12" y="20"/>
                    </a:lnTo>
                    <a:lnTo>
                      <a:pt x="14" y="18"/>
                    </a:lnTo>
                    <a:lnTo>
                      <a:pt x="12" y="14"/>
                    </a:lnTo>
                    <a:lnTo>
                      <a:pt x="6" y="10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12" y="0"/>
                    </a:lnTo>
                    <a:lnTo>
                      <a:pt x="16" y="2"/>
                    </a:lnTo>
                    <a:lnTo>
                      <a:pt x="16" y="8"/>
                    </a:lnTo>
                    <a:lnTo>
                      <a:pt x="20" y="8"/>
                    </a:lnTo>
                    <a:lnTo>
                      <a:pt x="20" y="16"/>
                    </a:lnTo>
                    <a:lnTo>
                      <a:pt x="24" y="22"/>
                    </a:lnTo>
                    <a:lnTo>
                      <a:pt x="22" y="2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080" bIns="280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5" name=""/>
              <p:cNvSpPr/>
              <p:nvPr/>
            </p:nvSpPr>
            <p:spPr>
              <a:xfrm>
                <a:off x="8520480" y="3771000"/>
                <a:ext cx="42840" cy="49680"/>
              </a:xfrm>
              <a:custGeom>
                <a:avLst/>
                <a:gdLst/>
                <a:ahLst/>
                <a:rect l="l" t="t" r="r" b="b"/>
                <a:pathLst>
                  <a:path w="22" h="28">
                    <a:moveTo>
                      <a:pt x="10" y="4"/>
                    </a:moveTo>
                    <a:lnTo>
                      <a:pt x="12" y="4"/>
                    </a:lnTo>
                    <a:lnTo>
                      <a:pt x="14" y="4"/>
                    </a:lnTo>
                    <a:lnTo>
                      <a:pt x="20" y="6"/>
                    </a:lnTo>
                    <a:lnTo>
                      <a:pt x="22" y="10"/>
                    </a:lnTo>
                    <a:lnTo>
                      <a:pt x="20" y="16"/>
                    </a:lnTo>
                    <a:lnTo>
                      <a:pt x="14" y="22"/>
                    </a:lnTo>
                    <a:lnTo>
                      <a:pt x="2" y="28"/>
                    </a:lnTo>
                    <a:lnTo>
                      <a:pt x="2" y="1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8" y="4"/>
                    </a:ln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80" bIns="28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6" name=""/>
              <p:cNvSpPr/>
              <p:nvPr/>
            </p:nvSpPr>
            <p:spPr>
              <a:xfrm>
                <a:off x="8448480" y="4099320"/>
                <a:ext cx="197280" cy="242640"/>
              </a:xfrm>
              <a:custGeom>
                <a:avLst/>
                <a:gdLst/>
                <a:ahLst/>
                <a:rect l="l" t="t" r="r" b="b"/>
                <a:pathLst>
                  <a:path w="100" h="136">
                    <a:moveTo>
                      <a:pt x="12" y="46"/>
                    </a:moveTo>
                    <a:lnTo>
                      <a:pt x="12" y="28"/>
                    </a:lnTo>
                    <a:lnTo>
                      <a:pt x="16" y="26"/>
                    </a:lnTo>
                    <a:lnTo>
                      <a:pt x="18" y="22"/>
                    </a:lnTo>
                    <a:lnTo>
                      <a:pt x="24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6"/>
                    </a:lnTo>
                    <a:lnTo>
                      <a:pt x="38" y="8"/>
                    </a:lnTo>
                    <a:lnTo>
                      <a:pt x="42" y="10"/>
                    </a:lnTo>
                    <a:lnTo>
                      <a:pt x="60" y="12"/>
                    </a:lnTo>
                    <a:lnTo>
                      <a:pt x="80" y="14"/>
                    </a:lnTo>
                    <a:lnTo>
                      <a:pt x="84" y="12"/>
                    </a:lnTo>
                    <a:lnTo>
                      <a:pt x="88" y="12"/>
                    </a:lnTo>
                    <a:lnTo>
                      <a:pt x="90" y="8"/>
                    </a:lnTo>
                    <a:lnTo>
                      <a:pt x="94" y="2"/>
                    </a:lnTo>
                    <a:lnTo>
                      <a:pt x="100" y="0"/>
                    </a:lnTo>
                    <a:lnTo>
                      <a:pt x="100" y="6"/>
                    </a:lnTo>
                    <a:lnTo>
                      <a:pt x="90" y="16"/>
                    </a:lnTo>
                    <a:lnTo>
                      <a:pt x="86" y="22"/>
                    </a:lnTo>
                    <a:lnTo>
                      <a:pt x="82" y="24"/>
                    </a:lnTo>
                    <a:lnTo>
                      <a:pt x="76" y="24"/>
                    </a:lnTo>
                    <a:lnTo>
                      <a:pt x="70" y="24"/>
                    </a:lnTo>
                    <a:lnTo>
                      <a:pt x="64" y="22"/>
                    </a:lnTo>
                    <a:lnTo>
                      <a:pt x="26" y="22"/>
                    </a:lnTo>
                    <a:lnTo>
                      <a:pt x="22" y="24"/>
                    </a:lnTo>
                    <a:lnTo>
                      <a:pt x="22" y="26"/>
                    </a:lnTo>
                    <a:lnTo>
                      <a:pt x="20" y="34"/>
                    </a:lnTo>
                    <a:lnTo>
                      <a:pt x="22" y="38"/>
                    </a:lnTo>
                    <a:lnTo>
                      <a:pt x="24" y="46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4" y="54"/>
                    </a:lnTo>
                    <a:lnTo>
                      <a:pt x="36" y="52"/>
                    </a:lnTo>
                    <a:lnTo>
                      <a:pt x="40" y="50"/>
                    </a:lnTo>
                    <a:lnTo>
                      <a:pt x="46" y="46"/>
                    </a:lnTo>
                    <a:lnTo>
                      <a:pt x="54" y="44"/>
                    </a:lnTo>
                    <a:lnTo>
                      <a:pt x="62" y="42"/>
                    </a:lnTo>
                    <a:lnTo>
                      <a:pt x="68" y="40"/>
                    </a:lnTo>
                    <a:lnTo>
                      <a:pt x="74" y="40"/>
                    </a:lnTo>
                    <a:lnTo>
                      <a:pt x="72" y="42"/>
                    </a:lnTo>
                    <a:lnTo>
                      <a:pt x="68" y="44"/>
                    </a:lnTo>
                    <a:lnTo>
                      <a:pt x="62" y="48"/>
                    </a:lnTo>
                    <a:lnTo>
                      <a:pt x="56" y="50"/>
                    </a:lnTo>
                    <a:lnTo>
                      <a:pt x="50" y="56"/>
                    </a:lnTo>
                    <a:lnTo>
                      <a:pt x="42" y="66"/>
                    </a:lnTo>
                    <a:lnTo>
                      <a:pt x="44" y="66"/>
                    </a:lnTo>
                    <a:lnTo>
                      <a:pt x="46" y="70"/>
                    </a:lnTo>
                    <a:lnTo>
                      <a:pt x="48" y="76"/>
                    </a:lnTo>
                    <a:lnTo>
                      <a:pt x="54" y="84"/>
                    </a:lnTo>
                    <a:lnTo>
                      <a:pt x="54" y="98"/>
                    </a:lnTo>
                    <a:lnTo>
                      <a:pt x="56" y="102"/>
                    </a:lnTo>
                    <a:lnTo>
                      <a:pt x="60" y="104"/>
                    </a:lnTo>
                    <a:lnTo>
                      <a:pt x="64" y="104"/>
                    </a:lnTo>
                    <a:lnTo>
                      <a:pt x="64" y="106"/>
                    </a:lnTo>
                    <a:lnTo>
                      <a:pt x="60" y="110"/>
                    </a:lnTo>
                    <a:lnTo>
                      <a:pt x="54" y="114"/>
                    </a:lnTo>
                    <a:lnTo>
                      <a:pt x="50" y="118"/>
                    </a:lnTo>
                    <a:lnTo>
                      <a:pt x="44" y="118"/>
                    </a:lnTo>
                    <a:lnTo>
                      <a:pt x="32" y="92"/>
                    </a:lnTo>
                    <a:lnTo>
                      <a:pt x="32" y="88"/>
                    </a:lnTo>
                    <a:lnTo>
                      <a:pt x="34" y="84"/>
                    </a:lnTo>
                    <a:lnTo>
                      <a:pt x="32" y="78"/>
                    </a:lnTo>
                    <a:lnTo>
                      <a:pt x="28" y="80"/>
                    </a:lnTo>
                    <a:lnTo>
                      <a:pt x="24" y="78"/>
                    </a:lnTo>
                    <a:lnTo>
                      <a:pt x="22" y="106"/>
                    </a:lnTo>
                    <a:lnTo>
                      <a:pt x="22" y="120"/>
                    </a:lnTo>
                    <a:lnTo>
                      <a:pt x="20" y="126"/>
                    </a:lnTo>
                    <a:lnTo>
                      <a:pt x="18" y="132"/>
                    </a:lnTo>
                    <a:lnTo>
                      <a:pt x="14" y="134"/>
                    </a:lnTo>
                    <a:lnTo>
                      <a:pt x="8" y="136"/>
                    </a:lnTo>
                    <a:lnTo>
                      <a:pt x="6" y="134"/>
                    </a:lnTo>
                    <a:lnTo>
                      <a:pt x="6" y="130"/>
                    </a:lnTo>
                    <a:lnTo>
                      <a:pt x="6" y="120"/>
                    </a:lnTo>
                    <a:lnTo>
                      <a:pt x="6" y="116"/>
                    </a:lnTo>
                    <a:lnTo>
                      <a:pt x="8" y="110"/>
                    </a:lnTo>
                    <a:lnTo>
                      <a:pt x="10" y="102"/>
                    </a:lnTo>
                    <a:lnTo>
                      <a:pt x="10" y="94"/>
                    </a:lnTo>
                    <a:lnTo>
                      <a:pt x="4" y="94"/>
                    </a:lnTo>
                    <a:lnTo>
                      <a:pt x="0" y="92"/>
                    </a:lnTo>
                    <a:lnTo>
                      <a:pt x="0" y="90"/>
                    </a:lnTo>
                    <a:lnTo>
                      <a:pt x="0" y="78"/>
                    </a:lnTo>
                    <a:lnTo>
                      <a:pt x="4" y="66"/>
                    </a:lnTo>
                    <a:lnTo>
                      <a:pt x="8" y="54"/>
                    </a:lnTo>
                    <a:lnTo>
                      <a:pt x="12" y="44"/>
                    </a:lnTo>
                    <a:lnTo>
                      <a:pt x="12" y="4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7" name=""/>
              <p:cNvSpPr/>
              <p:nvPr/>
            </p:nvSpPr>
            <p:spPr>
              <a:xfrm>
                <a:off x="8160480" y="3924360"/>
                <a:ext cx="299520" cy="199800"/>
              </a:xfrm>
              <a:custGeom>
                <a:avLst/>
                <a:gdLst/>
                <a:ahLst/>
                <a:rect l="l" t="t" r="r" b="b"/>
                <a:pathLst>
                  <a:path w="152" h="112">
                    <a:moveTo>
                      <a:pt x="58" y="58"/>
                    </a:moveTo>
                    <a:lnTo>
                      <a:pt x="68" y="62"/>
                    </a:lnTo>
                    <a:lnTo>
                      <a:pt x="70" y="60"/>
                    </a:lnTo>
                    <a:lnTo>
                      <a:pt x="68" y="58"/>
                    </a:lnTo>
                    <a:lnTo>
                      <a:pt x="68" y="54"/>
                    </a:lnTo>
                    <a:lnTo>
                      <a:pt x="70" y="56"/>
                    </a:lnTo>
                    <a:lnTo>
                      <a:pt x="74" y="58"/>
                    </a:lnTo>
                    <a:lnTo>
                      <a:pt x="74" y="54"/>
                    </a:lnTo>
                    <a:lnTo>
                      <a:pt x="70" y="52"/>
                    </a:lnTo>
                    <a:lnTo>
                      <a:pt x="70" y="48"/>
                    </a:lnTo>
                    <a:lnTo>
                      <a:pt x="68" y="48"/>
                    </a:lnTo>
                    <a:lnTo>
                      <a:pt x="76" y="42"/>
                    </a:lnTo>
                    <a:lnTo>
                      <a:pt x="80" y="40"/>
                    </a:lnTo>
                    <a:lnTo>
                      <a:pt x="86" y="40"/>
                    </a:lnTo>
                    <a:lnTo>
                      <a:pt x="88" y="36"/>
                    </a:lnTo>
                    <a:lnTo>
                      <a:pt x="92" y="26"/>
                    </a:lnTo>
                    <a:lnTo>
                      <a:pt x="98" y="16"/>
                    </a:lnTo>
                    <a:lnTo>
                      <a:pt x="106" y="4"/>
                    </a:lnTo>
                    <a:lnTo>
                      <a:pt x="110" y="0"/>
                    </a:lnTo>
                    <a:lnTo>
                      <a:pt x="114" y="0"/>
                    </a:lnTo>
                    <a:lnTo>
                      <a:pt x="118" y="2"/>
                    </a:lnTo>
                    <a:lnTo>
                      <a:pt x="122" y="8"/>
                    </a:lnTo>
                    <a:lnTo>
                      <a:pt x="124" y="14"/>
                    </a:lnTo>
                    <a:lnTo>
                      <a:pt x="124" y="20"/>
                    </a:lnTo>
                    <a:lnTo>
                      <a:pt x="132" y="22"/>
                    </a:lnTo>
                    <a:lnTo>
                      <a:pt x="138" y="26"/>
                    </a:lnTo>
                    <a:lnTo>
                      <a:pt x="144" y="26"/>
                    </a:lnTo>
                    <a:lnTo>
                      <a:pt x="152" y="28"/>
                    </a:lnTo>
                    <a:lnTo>
                      <a:pt x="152" y="32"/>
                    </a:lnTo>
                    <a:lnTo>
                      <a:pt x="150" y="34"/>
                    </a:lnTo>
                    <a:lnTo>
                      <a:pt x="148" y="36"/>
                    </a:lnTo>
                    <a:lnTo>
                      <a:pt x="140" y="36"/>
                    </a:lnTo>
                    <a:lnTo>
                      <a:pt x="134" y="36"/>
                    </a:lnTo>
                    <a:lnTo>
                      <a:pt x="132" y="38"/>
                    </a:lnTo>
                    <a:lnTo>
                      <a:pt x="130" y="40"/>
                    </a:lnTo>
                    <a:lnTo>
                      <a:pt x="138" y="44"/>
                    </a:lnTo>
                    <a:lnTo>
                      <a:pt x="138" y="46"/>
                    </a:lnTo>
                    <a:lnTo>
                      <a:pt x="132" y="48"/>
                    </a:lnTo>
                    <a:lnTo>
                      <a:pt x="124" y="54"/>
                    </a:lnTo>
                    <a:lnTo>
                      <a:pt x="122" y="60"/>
                    </a:lnTo>
                    <a:lnTo>
                      <a:pt x="112" y="58"/>
                    </a:lnTo>
                    <a:lnTo>
                      <a:pt x="106" y="56"/>
                    </a:lnTo>
                    <a:lnTo>
                      <a:pt x="100" y="56"/>
                    </a:lnTo>
                    <a:lnTo>
                      <a:pt x="94" y="56"/>
                    </a:lnTo>
                    <a:lnTo>
                      <a:pt x="88" y="60"/>
                    </a:lnTo>
                    <a:lnTo>
                      <a:pt x="82" y="64"/>
                    </a:lnTo>
                    <a:lnTo>
                      <a:pt x="78" y="70"/>
                    </a:lnTo>
                    <a:lnTo>
                      <a:pt x="74" y="82"/>
                    </a:lnTo>
                    <a:lnTo>
                      <a:pt x="70" y="96"/>
                    </a:lnTo>
                    <a:lnTo>
                      <a:pt x="70" y="104"/>
                    </a:lnTo>
                    <a:lnTo>
                      <a:pt x="68" y="108"/>
                    </a:lnTo>
                    <a:lnTo>
                      <a:pt x="64" y="108"/>
                    </a:lnTo>
                    <a:lnTo>
                      <a:pt x="60" y="106"/>
                    </a:lnTo>
                    <a:lnTo>
                      <a:pt x="56" y="104"/>
                    </a:lnTo>
                    <a:lnTo>
                      <a:pt x="52" y="100"/>
                    </a:lnTo>
                    <a:lnTo>
                      <a:pt x="48" y="98"/>
                    </a:lnTo>
                    <a:lnTo>
                      <a:pt x="44" y="98"/>
                    </a:lnTo>
                    <a:lnTo>
                      <a:pt x="42" y="100"/>
                    </a:lnTo>
                    <a:lnTo>
                      <a:pt x="36" y="106"/>
                    </a:lnTo>
                    <a:lnTo>
                      <a:pt x="28" y="108"/>
                    </a:lnTo>
                    <a:lnTo>
                      <a:pt x="26" y="110"/>
                    </a:lnTo>
                    <a:lnTo>
                      <a:pt x="20" y="112"/>
                    </a:lnTo>
                    <a:lnTo>
                      <a:pt x="14" y="110"/>
                    </a:lnTo>
                    <a:lnTo>
                      <a:pt x="8" y="108"/>
                    </a:lnTo>
                    <a:lnTo>
                      <a:pt x="2" y="106"/>
                    </a:lnTo>
                    <a:lnTo>
                      <a:pt x="0" y="104"/>
                    </a:lnTo>
                    <a:lnTo>
                      <a:pt x="0" y="102"/>
                    </a:lnTo>
                    <a:lnTo>
                      <a:pt x="0" y="92"/>
                    </a:lnTo>
                    <a:lnTo>
                      <a:pt x="0" y="90"/>
                    </a:lnTo>
                    <a:lnTo>
                      <a:pt x="0" y="94"/>
                    </a:lnTo>
                    <a:lnTo>
                      <a:pt x="2" y="96"/>
                    </a:lnTo>
                    <a:lnTo>
                      <a:pt x="8" y="100"/>
                    </a:lnTo>
                    <a:lnTo>
                      <a:pt x="20" y="100"/>
                    </a:lnTo>
                    <a:lnTo>
                      <a:pt x="20" y="90"/>
                    </a:lnTo>
                    <a:lnTo>
                      <a:pt x="26" y="82"/>
                    </a:lnTo>
                    <a:lnTo>
                      <a:pt x="30" y="78"/>
                    </a:lnTo>
                    <a:lnTo>
                      <a:pt x="34" y="76"/>
                    </a:lnTo>
                    <a:lnTo>
                      <a:pt x="46" y="72"/>
                    </a:lnTo>
                    <a:lnTo>
                      <a:pt x="50" y="70"/>
                    </a:lnTo>
                    <a:lnTo>
                      <a:pt x="54" y="66"/>
                    </a:lnTo>
                    <a:lnTo>
                      <a:pt x="60" y="56"/>
                    </a:lnTo>
                    <a:lnTo>
                      <a:pt x="58" y="5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8" name=""/>
              <p:cNvSpPr/>
              <p:nvPr/>
            </p:nvSpPr>
            <p:spPr>
              <a:xfrm>
                <a:off x="8275320" y="4010040"/>
                <a:ext cx="30240" cy="24840"/>
              </a:xfrm>
              <a:custGeom>
                <a:avLst/>
                <a:gdLst/>
                <a:ahLst/>
                <a:rect l="l" t="t" r="r" b="b"/>
                <a:pathLst>
                  <a:path w="16" h="14">
                    <a:moveTo>
                      <a:pt x="12" y="0"/>
                    </a:moveTo>
                    <a:lnTo>
                      <a:pt x="12" y="4"/>
                    </a:lnTo>
                    <a:lnTo>
                      <a:pt x="16" y="6"/>
                    </a:lnTo>
                    <a:lnTo>
                      <a:pt x="16" y="10"/>
                    </a:lnTo>
                    <a:lnTo>
                      <a:pt x="12" y="8"/>
                    </a:lnTo>
                    <a:lnTo>
                      <a:pt x="10" y="6"/>
                    </a:lnTo>
                    <a:lnTo>
                      <a:pt x="10" y="10"/>
                    </a:lnTo>
                    <a:lnTo>
                      <a:pt x="12" y="12"/>
                    </a:lnTo>
                    <a:lnTo>
                      <a:pt x="10" y="14"/>
                    </a:lnTo>
                    <a:lnTo>
                      <a:pt x="0" y="10"/>
                    </a:lnTo>
                    <a:lnTo>
                      <a:pt x="10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960" bIns="-21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29" name=""/>
              <p:cNvSpPr/>
              <p:nvPr/>
            </p:nvSpPr>
            <p:spPr>
              <a:xfrm>
                <a:off x="8825040" y="4167360"/>
                <a:ext cx="316080" cy="292680"/>
              </a:xfrm>
              <a:custGeom>
                <a:avLst/>
                <a:gdLst/>
                <a:ahLst/>
                <a:rect l="l" t="t" r="r" b="b"/>
                <a:pathLst>
                  <a:path w="160" h="164">
                    <a:moveTo>
                      <a:pt x="160" y="38"/>
                    </a:moveTo>
                    <a:lnTo>
                      <a:pt x="160" y="114"/>
                    </a:lnTo>
                    <a:lnTo>
                      <a:pt x="156" y="118"/>
                    </a:lnTo>
                    <a:lnTo>
                      <a:pt x="156" y="122"/>
                    </a:lnTo>
                    <a:lnTo>
                      <a:pt x="160" y="126"/>
                    </a:lnTo>
                    <a:lnTo>
                      <a:pt x="160" y="164"/>
                    </a:lnTo>
                    <a:lnTo>
                      <a:pt x="154" y="164"/>
                    </a:lnTo>
                    <a:lnTo>
                      <a:pt x="148" y="158"/>
                    </a:lnTo>
                    <a:lnTo>
                      <a:pt x="144" y="152"/>
                    </a:lnTo>
                    <a:lnTo>
                      <a:pt x="144" y="144"/>
                    </a:lnTo>
                    <a:lnTo>
                      <a:pt x="126" y="144"/>
                    </a:lnTo>
                    <a:lnTo>
                      <a:pt x="120" y="148"/>
                    </a:lnTo>
                    <a:lnTo>
                      <a:pt x="112" y="148"/>
                    </a:lnTo>
                    <a:lnTo>
                      <a:pt x="104" y="148"/>
                    </a:lnTo>
                    <a:lnTo>
                      <a:pt x="102" y="146"/>
                    </a:lnTo>
                    <a:lnTo>
                      <a:pt x="102" y="144"/>
                    </a:lnTo>
                    <a:lnTo>
                      <a:pt x="104" y="138"/>
                    </a:lnTo>
                    <a:lnTo>
                      <a:pt x="110" y="134"/>
                    </a:lnTo>
                    <a:lnTo>
                      <a:pt x="116" y="128"/>
                    </a:lnTo>
                    <a:lnTo>
                      <a:pt x="120" y="126"/>
                    </a:lnTo>
                    <a:lnTo>
                      <a:pt x="118" y="118"/>
                    </a:lnTo>
                    <a:lnTo>
                      <a:pt x="118" y="112"/>
                    </a:lnTo>
                    <a:lnTo>
                      <a:pt x="116" y="106"/>
                    </a:lnTo>
                    <a:lnTo>
                      <a:pt x="116" y="100"/>
                    </a:lnTo>
                    <a:lnTo>
                      <a:pt x="112" y="94"/>
                    </a:lnTo>
                    <a:lnTo>
                      <a:pt x="104" y="90"/>
                    </a:lnTo>
                    <a:lnTo>
                      <a:pt x="90" y="84"/>
                    </a:lnTo>
                    <a:lnTo>
                      <a:pt x="74" y="80"/>
                    </a:lnTo>
                    <a:lnTo>
                      <a:pt x="68" y="74"/>
                    </a:lnTo>
                    <a:lnTo>
                      <a:pt x="62" y="70"/>
                    </a:lnTo>
                    <a:lnTo>
                      <a:pt x="58" y="68"/>
                    </a:lnTo>
                    <a:lnTo>
                      <a:pt x="54" y="66"/>
                    </a:lnTo>
                    <a:lnTo>
                      <a:pt x="44" y="66"/>
                    </a:lnTo>
                    <a:lnTo>
                      <a:pt x="46" y="60"/>
                    </a:lnTo>
                    <a:lnTo>
                      <a:pt x="48" y="58"/>
                    </a:lnTo>
                    <a:lnTo>
                      <a:pt x="42" y="66"/>
                    </a:lnTo>
                    <a:lnTo>
                      <a:pt x="38" y="70"/>
                    </a:lnTo>
                    <a:lnTo>
                      <a:pt x="34" y="72"/>
                    </a:lnTo>
                    <a:lnTo>
                      <a:pt x="32" y="72"/>
                    </a:lnTo>
                    <a:lnTo>
                      <a:pt x="32" y="66"/>
                    </a:lnTo>
                    <a:lnTo>
                      <a:pt x="32" y="64"/>
                    </a:lnTo>
                    <a:lnTo>
                      <a:pt x="26" y="54"/>
                    </a:lnTo>
                    <a:lnTo>
                      <a:pt x="24" y="50"/>
                    </a:lnTo>
                    <a:lnTo>
                      <a:pt x="20" y="48"/>
                    </a:lnTo>
                    <a:lnTo>
                      <a:pt x="20" y="44"/>
                    </a:lnTo>
                    <a:lnTo>
                      <a:pt x="20" y="42"/>
                    </a:lnTo>
                    <a:lnTo>
                      <a:pt x="24" y="42"/>
                    </a:lnTo>
                    <a:lnTo>
                      <a:pt x="28" y="42"/>
                    </a:lnTo>
                    <a:lnTo>
                      <a:pt x="32" y="44"/>
                    </a:lnTo>
                    <a:lnTo>
                      <a:pt x="34" y="42"/>
                    </a:lnTo>
                    <a:lnTo>
                      <a:pt x="38" y="38"/>
                    </a:lnTo>
                    <a:lnTo>
                      <a:pt x="46" y="40"/>
                    </a:lnTo>
                    <a:lnTo>
                      <a:pt x="50" y="38"/>
                    </a:lnTo>
                    <a:lnTo>
                      <a:pt x="54" y="36"/>
                    </a:lnTo>
                    <a:lnTo>
                      <a:pt x="50" y="36"/>
                    </a:lnTo>
                    <a:lnTo>
                      <a:pt x="40" y="36"/>
                    </a:lnTo>
                    <a:lnTo>
                      <a:pt x="32" y="38"/>
                    </a:lnTo>
                    <a:lnTo>
                      <a:pt x="26" y="38"/>
                    </a:lnTo>
                    <a:lnTo>
                      <a:pt x="22" y="36"/>
                    </a:lnTo>
                    <a:lnTo>
                      <a:pt x="18" y="32"/>
                    </a:lnTo>
                    <a:lnTo>
                      <a:pt x="18" y="28"/>
                    </a:lnTo>
                    <a:lnTo>
                      <a:pt x="16" y="28"/>
                    </a:lnTo>
                    <a:lnTo>
                      <a:pt x="14" y="26"/>
                    </a:lnTo>
                    <a:lnTo>
                      <a:pt x="6" y="22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6" y="8"/>
                    </a:lnTo>
                    <a:lnTo>
                      <a:pt x="14" y="4"/>
                    </a:lnTo>
                    <a:lnTo>
                      <a:pt x="22" y="0"/>
                    </a:lnTo>
                    <a:lnTo>
                      <a:pt x="30" y="0"/>
                    </a:lnTo>
                    <a:lnTo>
                      <a:pt x="34" y="0"/>
                    </a:lnTo>
                    <a:lnTo>
                      <a:pt x="36" y="2"/>
                    </a:lnTo>
                    <a:lnTo>
                      <a:pt x="44" y="4"/>
                    </a:lnTo>
                    <a:lnTo>
                      <a:pt x="50" y="4"/>
                    </a:lnTo>
                    <a:lnTo>
                      <a:pt x="54" y="10"/>
                    </a:lnTo>
                    <a:lnTo>
                      <a:pt x="56" y="16"/>
                    </a:lnTo>
                    <a:lnTo>
                      <a:pt x="56" y="32"/>
                    </a:lnTo>
                    <a:lnTo>
                      <a:pt x="58" y="38"/>
                    </a:lnTo>
                    <a:lnTo>
                      <a:pt x="60" y="40"/>
                    </a:lnTo>
                    <a:lnTo>
                      <a:pt x="62" y="40"/>
                    </a:lnTo>
                    <a:lnTo>
                      <a:pt x="64" y="48"/>
                    </a:lnTo>
                    <a:lnTo>
                      <a:pt x="66" y="54"/>
                    </a:lnTo>
                    <a:lnTo>
                      <a:pt x="70" y="54"/>
                    </a:lnTo>
                    <a:lnTo>
                      <a:pt x="72" y="54"/>
                    </a:lnTo>
                    <a:lnTo>
                      <a:pt x="76" y="52"/>
                    </a:lnTo>
                    <a:lnTo>
                      <a:pt x="78" y="48"/>
                    </a:lnTo>
                    <a:lnTo>
                      <a:pt x="84" y="42"/>
                    </a:lnTo>
                    <a:lnTo>
                      <a:pt x="88" y="38"/>
                    </a:lnTo>
                    <a:lnTo>
                      <a:pt x="94" y="34"/>
                    </a:lnTo>
                    <a:lnTo>
                      <a:pt x="100" y="28"/>
                    </a:lnTo>
                    <a:lnTo>
                      <a:pt x="106" y="22"/>
                    </a:lnTo>
                    <a:lnTo>
                      <a:pt x="108" y="20"/>
                    </a:lnTo>
                    <a:lnTo>
                      <a:pt x="112" y="18"/>
                    </a:lnTo>
                    <a:lnTo>
                      <a:pt x="116" y="20"/>
                    </a:lnTo>
                    <a:lnTo>
                      <a:pt x="120" y="22"/>
                    </a:lnTo>
                    <a:lnTo>
                      <a:pt x="128" y="26"/>
                    </a:lnTo>
                    <a:lnTo>
                      <a:pt x="136" y="30"/>
                    </a:lnTo>
                    <a:lnTo>
                      <a:pt x="142" y="34"/>
                    </a:lnTo>
                    <a:lnTo>
                      <a:pt x="150" y="36"/>
                    </a:lnTo>
                    <a:lnTo>
                      <a:pt x="160" y="3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0" name=""/>
              <p:cNvSpPr/>
              <p:nvPr/>
            </p:nvSpPr>
            <p:spPr>
              <a:xfrm>
                <a:off x="8437680" y="4460040"/>
                <a:ext cx="46800" cy="24840"/>
              </a:xfrm>
              <a:custGeom>
                <a:avLst/>
                <a:gdLst/>
                <a:ahLst/>
                <a:rect l="l" t="t" r="r" b="b"/>
                <a:pathLst>
                  <a:path w="24" h="14">
                    <a:moveTo>
                      <a:pt x="16" y="12"/>
                    </a:moveTo>
                    <a:lnTo>
                      <a:pt x="8" y="8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18" y="4"/>
                    </a:lnTo>
                    <a:lnTo>
                      <a:pt x="22" y="4"/>
                    </a:lnTo>
                    <a:lnTo>
                      <a:pt x="24" y="10"/>
                    </a:lnTo>
                    <a:lnTo>
                      <a:pt x="22" y="12"/>
                    </a:lnTo>
                    <a:lnTo>
                      <a:pt x="20" y="14"/>
                    </a:lnTo>
                    <a:lnTo>
                      <a:pt x="18" y="14"/>
                    </a:lnTo>
                    <a:lnTo>
                      <a:pt x="16" y="1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960" bIns="-21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1" name=""/>
              <p:cNvSpPr/>
              <p:nvPr/>
            </p:nvSpPr>
            <p:spPr>
              <a:xfrm>
                <a:off x="9472320" y="4249440"/>
                <a:ext cx="58320" cy="63720"/>
              </a:xfrm>
              <a:custGeom>
                <a:avLst/>
                <a:gdLst/>
                <a:ahLst/>
                <a:rect l="l" t="t" r="r" b="b"/>
                <a:pathLst>
                  <a:path w="30" h="36">
                    <a:moveTo>
                      <a:pt x="30" y="26"/>
                    </a:moveTo>
                    <a:lnTo>
                      <a:pt x="30" y="36"/>
                    </a:lnTo>
                    <a:lnTo>
                      <a:pt x="26" y="36"/>
                    </a:lnTo>
                    <a:lnTo>
                      <a:pt x="22" y="32"/>
                    </a:lnTo>
                    <a:lnTo>
                      <a:pt x="20" y="26"/>
                    </a:lnTo>
                    <a:lnTo>
                      <a:pt x="18" y="18"/>
                    </a:lnTo>
                    <a:lnTo>
                      <a:pt x="14" y="14"/>
                    </a:lnTo>
                    <a:lnTo>
                      <a:pt x="6" y="8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4" y="12"/>
                    </a:lnTo>
                    <a:lnTo>
                      <a:pt x="30" y="2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920" bIns="169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2" name=""/>
              <p:cNvSpPr/>
              <p:nvPr/>
            </p:nvSpPr>
            <p:spPr>
              <a:xfrm>
                <a:off x="8973360" y="4174560"/>
                <a:ext cx="24480" cy="20880"/>
              </a:xfrm>
              <a:custGeom>
                <a:avLst/>
                <a:gdLst/>
                <a:ahLst/>
                <a:rect l="l" t="t" r="r" b="b"/>
                <a:pathLst>
                  <a:path w="12" h="12">
                    <a:moveTo>
                      <a:pt x="12" y="12"/>
                    </a:moveTo>
                    <a:lnTo>
                      <a:pt x="10" y="12"/>
                    </a:lnTo>
                    <a:lnTo>
                      <a:pt x="6" y="12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4" y="2"/>
                    </a:lnTo>
                    <a:lnTo>
                      <a:pt x="8" y="4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3" name=""/>
              <p:cNvSpPr/>
              <p:nvPr/>
            </p:nvSpPr>
            <p:spPr>
              <a:xfrm>
                <a:off x="8977320" y="4213800"/>
                <a:ext cx="28080" cy="6840"/>
              </a:xfrm>
              <a:custGeom>
                <a:avLst/>
                <a:gdLst/>
                <a:ahLst/>
                <a:rect l="l" t="t" r="r" b="b"/>
                <a:pathLst>
                  <a:path w="14" h="4">
                    <a:moveTo>
                      <a:pt x="14" y="0"/>
                    </a:moveTo>
                    <a:lnTo>
                      <a:pt x="14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960" bIns="-399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4" name=""/>
              <p:cNvSpPr/>
              <p:nvPr/>
            </p:nvSpPr>
            <p:spPr>
              <a:xfrm>
                <a:off x="8915400" y="4363560"/>
                <a:ext cx="18720" cy="21240"/>
              </a:xfrm>
              <a:custGeom>
                <a:avLst/>
                <a:gdLst/>
                <a:ahLst/>
                <a:rect l="l" t="t" r="r" b="b"/>
                <a:pathLst>
                  <a:path w="10" h="12">
                    <a:moveTo>
                      <a:pt x="10" y="6"/>
                    </a:moveTo>
                    <a:lnTo>
                      <a:pt x="8" y="10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10" y="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560" bIns="-255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5" name=""/>
              <p:cNvSpPr/>
              <p:nvPr/>
            </p:nvSpPr>
            <p:spPr>
              <a:xfrm>
                <a:off x="8807760" y="4156200"/>
                <a:ext cx="31680" cy="10800"/>
              </a:xfrm>
              <a:custGeom>
                <a:avLst/>
                <a:gdLst/>
                <a:ahLst/>
                <a:rect l="l" t="t" r="r" b="b"/>
                <a:pathLst>
                  <a:path w="16" h="6">
                    <a:moveTo>
                      <a:pt x="16" y="6"/>
                    </a:moveTo>
                    <a:lnTo>
                      <a:pt x="8" y="6"/>
                    </a:lnTo>
                    <a:lnTo>
                      <a:pt x="4" y="6"/>
                    </a:lnTo>
                    <a:lnTo>
                      <a:pt x="0" y="6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14" y="2"/>
                    </a:lnTo>
                    <a:lnTo>
                      <a:pt x="16" y="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6" name=""/>
              <p:cNvSpPr/>
              <p:nvPr/>
            </p:nvSpPr>
            <p:spPr>
              <a:xfrm>
                <a:off x="8622000" y="4217040"/>
                <a:ext cx="20160" cy="7200"/>
              </a:xfrm>
              <a:custGeom>
                <a:avLst/>
                <a:gdLst/>
                <a:ahLst/>
                <a:rect l="l" t="t" r="r" b="b"/>
                <a:pathLst>
                  <a:path w="10" h="4">
                    <a:moveTo>
                      <a:pt x="10" y="0"/>
                    </a:moveTo>
                    <a:lnTo>
                      <a:pt x="8" y="2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9600" bIns="-396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7" name=""/>
              <p:cNvSpPr/>
              <p:nvPr/>
            </p:nvSpPr>
            <p:spPr>
              <a:xfrm>
                <a:off x="8548560" y="3803040"/>
                <a:ext cx="33480" cy="60480"/>
              </a:xfrm>
              <a:custGeom>
                <a:avLst/>
                <a:gdLst/>
                <a:ahLst/>
                <a:rect l="l" t="t" r="r" b="b"/>
                <a:pathLst>
                  <a:path w="18" h="34">
                    <a:moveTo>
                      <a:pt x="18" y="6"/>
                    </a:moveTo>
                    <a:lnTo>
                      <a:pt x="16" y="12"/>
                    </a:lnTo>
                    <a:lnTo>
                      <a:pt x="14" y="14"/>
                    </a:lnTo>
                    <a:lnTo>
                      <a:pt x="12" y="18"/>
                    </a:lnTo>
                    <a:lnTo>
                      <a:pt x="12" y="24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4" y="32"/>
                    </a:lnTo>
                    <a:lnTo>
                      <a:pt x="14" y="34"/>
                    </a:lnTo>
                    <a:lnTo>
                      <a:pt x="10" y="34"/>
                    </a:lnTo>
                    <a:lnTo>
                      <a:pt x="6" y="28"/>
                    </a:lnTo>
                    <a:lnTo>
                      <a:pt x="2" y="24"/>
                    </a:lnTo>
                    <a:lnTo>
                      <a:pt x="0" y="18"/>
                    </a:lnTo>
                    <a:lnTo>
                      <a:pt x="2" y="16"/>
                    </a:lnTo>
                    <a:lnTo>
                      <a:pt x="6" y="16"/>
                    </a:lnTo>
                    <a:lnTo>
                      <a:pt x="6" y="8"/>
                    </a:lnTo>
                    <a:lnTo>
                      <a:pt x="8" y="2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6" y="2"/>
                    </a:lnTo>
                    <a:lnTo>
                      <a:pt x="18" y="4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3680" bIns="136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8" name=""/>
              <p:cNvSpPr/>
              <p:nvPr/>
            </p:nvSpPr>
            <p:spPr>
              <a:xfrm>
                <a:off x="8587800" y="3827880"/>
                <a:ext cx="26280" cy="21240"/>
              </a:xfrm>
              <a:custGeom>
                <a:avLst/>
                <a:gdLst/>
                <a:ahLst/>
                <a:rect l="l" t="t" r="r" b="b"/>
                <a:pathLst>
                  <a:path w="14" h="12">
                    <a:moveTo>
                      <a:pt x="14" y="0"/>
                    </a:moveTo>
                    <a:lnTo>
                      <a:pt x="12" y="4"/>
                    </a:lnTo>
                    <a:lnTo>
                      <a:pt x="10" y="8"/>
                    </a:lnTo>
                    <a:lnTo>
                      <a:pt x="8" y="10"/>
                    </a:lnTo>
                    <a:lnTo>
                      <a:pt x="4" y="12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0"/>
                    </a:lnTo>
                    <a:lnTo>
                      <a:pt x="1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560" bIns="-255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9" name=""/>
              <p:cNvSpPr/>
              <p:nvPr/>
            </p:nvSpPr>
            <p:spPr>
              <a:xfrm>
                <a:off x="8563320" y="3749400"/>
                <a:ext cx="24120" cy="28440"/>
              </a:xfrm>
              <a:custGeom>
                <a:avLst/>
                <a:gdLst/>
                <a:ahLst/>
                <a:rect l="l" t="t" r="r" b="b"/>
                <a:pathLst>
                  <a:path w="12" h="16">
                    <a:moveTo>
                      <a:pt x="0" y="8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6" y="4"/>
                    </a:lnTo>
                    <a:lnTo>
                      <a:pt x="8" y="6"/>
                    </a:lnTo>
                    <a:lnTo>
                      <a:pt x="12" y="10"/>
                    </a:lnTo>
                    <a:lnTo>
                      <a:pt x="12" y="14"/>
                    </a:lnTo>
                    <a:lnTo>
                      <a:pt x="12" y="16"/>
                    </a:lnTo>
                    <a:lnTo>
                      <a:pt x="10" y="14"/>
                    </a:lnTo>
                    <a:lnTo>
                      <a:pt x="6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40" name=""/>
              <p:cNvSpPr/>
              <p:nvPr/>
            </p:nvSpPr>
            <p:spPr>
              <a:xfrm>
                <a:off x="8469720" y="3720600"/>
                <a:ext cx="39240" cy="36000"/>
              </a:xfrm>
              <a:custGeom>
                <a:avLst/>
                <a:gdLst/>
                <a:ahLst/>
                <a:rect l="l" t="t" r="r" b="b"/>
                <a:pathLst>
                  <a:path w="20" h="20">
                    <a:moveTo>
                      <a:pt x="16" y="20"/>
                    </a:moveTo>
                    <a:lnTo>
                      <a:pt x="12" y="16"/>
                    </a:lnTo>
                    <a:lnTo>
                      <a:pt x="6" y="1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4" y="4"/>
                    </a:lnTo>
                    <a:lnTo>
                      <a:pt x="18" y="4"/>
                    </a:lnTo>
                    <a:lnTo>
                      <a:pt x="20" y="8"/>
                    </a:lnTo>
                    <a:lnTo>
                      <a:pt x="20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6" y="20"/>
                    </a:lnTo>
                    <a:close/>
                  </a:path>
                </a:pathLst>
              </a:custGeom>
              <a:solidFill>
                <a:srgbClr val="e7d475"/>
              </a:solidFill>
              <a:ln w="648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0" bIns="-108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41" name=""/>
              <p:cNvSpPr/>
              <p:nvPr/>
            </p:nvSpPr>
            <p:spPr>
              <a:xfrm>
                <a:off x="8958600" y="4249440"/>
                <a:ext cx="316080" cy="146160"/>
              </a:xfrm>
              <a:custGeom>
                <a:avLst/>
                <a:gdLst/>
                <a:ahLst/>
                <a:rect l="l" t="t" r="r" b="b"/>
                <a:pathLst>
                  <a:path w="168" h="82">
                    <a:moveTo>
                      <a:pt x="168" y="82"/>
                    </a:moveTo>
                    <a:cubicBezTo>
                      <a:pt x="165" y="78"/>
                      <a:pt x="162" y="73"/>
                      <a:pt x="159" y="69"/>
                    </a:cubicBezTo>
                    <a:cubicBezTo>
                      <a:pt x="155" y="50"/>
                      <a:pt x="146" y="48"/>
                      <a:pt x="128" y="46"/>
                    </a:cubicBezTo>
                    <a:cubicBezTo>
                      <a:pt x="126" y="43"/>
                      <a:pt x="122" y="42"/>
                      <a:pt x="120" y="39"/>
                    </a:cubicBezTo>
                    <a:cubicBezTo>
                      <a:pt x="117" y="36"/>
                      <a:pt x="117" y="22"/>
                      <a:pt x="111" y="21"/>
                    </a:cubicBezTo>
                    <a:cubicBezTo>
                      <a:pt x="102" y="19"/>
                      <a:pt x="92" y="20"/>
                      <a:pt x="83" y="19"/>
                    </a:cubicBezTo>
                    <a:cubicBezTo>
                      <a:pt x="75" y="14"/>
                      <a:pt x="74" y="6"/>
                      <a:pt x="63" y="1"/>
                    </a:cubicBezTo>
                    <a:cubicBezTo>
                      <a:pt x="56" y="2"/>
                      <a:pt x="48" y="0"/>
                      <a:pt x="42" y="4"/>
                    </a:cubicBezTo>
                    <a:cubicBezTo>
                      <a:pt x="31" y="12"/>
                      <a:pt x="45" y="8"/>
                      <a:pt x="33" y="10"/>
                    </a:cubicBezTo>
                    <a:cubicBezTo>
                      <a:pt x="24" y="14"/>
                      <a:pt x="16" y="12"/>
                      <a:pt x="8" y="18"/>
                    </a:cubicBezTo>
                    <a:cubicBezTo>
                      <a:pt x="0" y="34"/>
                      <a:pt x="27" y="25"/>
                      <a:pt x="33" y="25"/>
                    </a:cubicBezTo>
                    <a:cubicBezTo>
                      <a:pt x="41" y="20"/>
                      <a:pt x="45" y="21"/>
                      <a:pt x="54" y="22"/>
                    </a:cubicBezTo>
                    <a:cubicBezTo>
                      <a:pt x="59" y="24"/>
                      <a:pt x="61" y="27"/>
                      <a:pt x="66" y="30"/>
                    </a:cubicBezTo>
                    <a:cubicBezTo>
                      <a:pt x="73" y="44"/>
                      <a:pt x="77" y="43"/>
                      <a:pt x="95" y="45"/>
                    </a:cubicBezTo>
                    <a:cubicBezTo>
                      <a:pt x="99" y="48"/>
                      <a:pt x="108" y="55"/>
                      <a:pt x="108" y="55"/>
                    </a:cubicBezTo>
                    <a:cubicBezTo>
                      <a:pt x="111" y="64"/>
                      <a:pt x="114" y="64"/>
                      <a:pt x="123" y="66"/>
                    </a:cubicBezTo>
                    <a:cubicBezTo>
                      <a:pt x="130" y="70"/>
                      <a:pt x="135" y="80"/>
                      <a:pt x="143" y="82"/>
                    </a:cubicBezTo>
                    <a:cubicBezTo>
                      <a:pt x="167" y="81"/>
                      <a:pt x="161" y="75"/>
                      <a:pt x="168" y="82"/>
                    </a:cubicBezTo>
                    <a:close/>
                  </a:path>
                </a:pathLst>
              </a:custGeom>
              <a:solidFill>
                <a:srgbClr val="e7d475"/>
              </a:solidFill>
              <a:ln w="1260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42" name=""/>
              <p:cNvSpPr/>
              <p:nvPr/>
            </p:nvSpPr>
            <p:spPr>
              <a:xfrm>
                <a:off x="8460000" y="4242240"/>
                <a:ext cx="35280" cy="101520"/>
              </a:xfrm>
              <a:custGeom>
                <a:avLst/>
                <a:gdLst/>
                <a:ahLst/>
                <a:rect l="l" t="t" r="r" b="b"/>
                <a:pathLst>
                  <a:path w="19" h="57">
                    <a:moveTo>
                      <a:pt x="3" y="15"/>
                    </a:moveTo>
                    <a:cubicBezTo>
                      <a:pt x="5" y="7"/>
                      <a:pt x="18" y="3"/>
                      <a:pt x="18" y="0"/>
                    </a:cubicBezTo>
                    <a:lnTo>
                      <a:pt x="18" y="21"/>
                    </a:lnTo>
                    <a:lnTo>
                      <a:pt x="19" y="36"/>
                    </a:lnTo>
                    <a:lnTo>
                      <a:pt x="12" y="52"/>
                    </a:lnTo>
                    <a:lnTo>
                      <a:pt x="1" y="57"/>
                    </a:lnTo>
                    <a:lnTo>
                      <a:pt x="0" y="46"/>
                    </a:lnTo>
                    <a:lnTo>
                      <a:pt x="4" y="27"/>
                    </a:lnTo>
                    <a:lnTo>
                      <a:pt x="3" y="15"/>
                    </a:lnTo>
                    <a:close/>
                  </a:path>
                </a:pathLst>
              </a:custGeom>
              <a:solidFill>
                <a:srgbClr val="e7d475"/>
              </a:solidFill>
              <a:ln w="1260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43" name=""/>
              <p:cNvSpPr/>
              <p:nvPr/>
            </p:nvSpPr>
            <p:spPr>
              <a:xfrm>
                <a:off x="8113680" y="4377960"/>
                <a:ext cx="58320" cy="24840"/>
              </a:xfrm>
              <a:custGeom>
                <a:avLst/>
                <a:gdLst/>
                <a:ahLst/>
                <a:rect l="l" t="t" r="r" b="b"/>
                <a:pathLst>
                  <a:path w="31" h="14">
                    <a:moveTo>
                      <a:pt x="5" y="0"/>
                    </a:moveTo>
                    <a:cubicBezTo>
                      <a:pt x="0" y="7"/>
                      <a:pt x="2" y="12"/>
                      <a:pt x="10" y="13"/>
                    </a:cubicBezTo>
                    <a:cubicBezTo>
                      <a:pt x="15" y="13"/>
                      <a:pt x="21" y="14"/>
                      <a:pt x="26" y="12"/>
                    </a:cubicBezTo>
                    <a:cubicBezTo>
                      <a:pt x="31" y="11"/>
                      <a:pt x="31" y="0"/>
                      <a:pt x="25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7d475"/>
              </a:solidFill>
              <a:ln w="12600">
                <a:solidFill>
                  <a:srgbClr val="e7d475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tIns="-20880" bIns="-20880" anchor="ctr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944" name=""/>
            <p:cNvSpPr/>
            <p:nvPr/>
          </p:nvSpPr>
          <p:spPr>
            <a:xfrm>
              <a:off x="8031240" y="3339000"/>
              <a:ext cx="45000" cy="40680"/>
            </a:xfrm>
            <a:custGeom>
              <a:avLst/>
              <a:gdLst/>
              <a:ahLst/>
              <a:rect l="l" t="t" r="r" b="b"/>
              <a:pathLst>
                <a:path w="24" h="23">
                  <a:moveTo>
                    <a:pt x="2" y="7"/>
                  </a:moveTo>
                  <a:cubicBezTo>
                    <a:pt x="19" y="11"/>
                    <a:pt x="1" y="23"/>
                    <a:pt x="20" y="21"/>
                  </a:cubicBezTo>
                  <a:cubicBezTo>
                    <a:pt x="24" y="11"/>
                    <a:pt x="22" y="2"/>
                    <a:pt x="11" y="0"/>
                  </a:cubicBezTo>
                  <a:cubicBezTo>
                    <a:pt x="6" y="1"/>
                    <a:pt x="0" y="1"/>
                    <a:pt x="2" y="7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5040" bIns="-504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5" name=""/>
            <p:cNvSpPr/>
            <p:nvPr/>
          </p:nvSpPr>
          <p:spPr>
            <a:xfrm>
              <a:off x="8204400" y="3339000"/>
              <a:ext cx="90360" cy="91080"/>
            </a:xfrm>
            <a:custGeom>
              <a:avLst/>
              <a:gdLst/>
              <a:ahLst/>
              <a:rect l="l" t="t" r="r" b="b"/>
              <a:pathLst>
                <a:path w="48" h="51">
                  <a:moveTo>
                    <a:pt x="0" y="43"/>
                  </a:moveTo>
                  <a:lnTo>
                    <a:pt x="12" y="51"/>
                  </a:lnTo>
                  <a:lnTo>
                    <a:pt x="18" y="43"/>
                  </a:lnTo>
                  <a:lnTo>
                    <a:pt x="32" y="39"/>
                  </a:lnTo>
                  <a:lnTo>
                    <a:pt x="48" y="37"/>
                  </a:lnTo>
                  <a:cubicBezTo>
                    <a:pt x="44" y="30"/>
                    <a:pt x="42" y="21"/>
                    <a:pt x="35" y="16"/>
                  </a:cubicBezTo>
                  <a:cubicBezTo>
                    <a:pt x="12" y="0"/>
                    <a:pt x="25" y="21"/>
                    <a:pt x="20" y="24"/>
                  </a:cubicBezTo>
                  <a:cubicBezTo>
                    <a:pt x="16" y="26"/>
                    <a:pt x="5" y="27"/>
                    <a:pt x="5" y="27"/>
                  </a:cubicBezTo>
                  <a:cubicBezTo>
                    <a:pt x="0" y="31"/>
                    <a:pt x="0" y="36"/>
                    <a:pt x="0" y="43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45360" bIns="453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6" name=""/>
            <p:cNvSpPr/>
            <p:nvPr/>
          </p:nvSpPr>
          <p:spPr>
            <a:xfrm>
              <a:off x="8351280" y="3233520"/>
              <a:ext cx="37440" cy="26640"/>
            </a:xfrm>
            <a:custGeom>
              <a:avLst/>
              <a:gdLst/>
              <a:ahLst/>
              <a:rect l="l" t="t" r="r" b="b"/>
              <a:pathLst>
                <a:path w="20" h="15">
                  <a:moveTo>
                    <a:pt x="20" y="6"/>
                  </a:moveTo>
                  <a:cubicBezTo>
                    <a:pt x="10" y="0"/>
                    <a:pt x="13" y="0"/>
                    <a:pt x="0" y="2"/>
                  </a:cubicBezTo>
                  <a:cubicBezTo>
                    <a:pt x="3" y="13"/>
                    <a:pt x="11" y="15"/>
                    <a:pt x="20" y="6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19080" bIns="-1908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7" name=""/>
            <p:cNvSpPr/>
            <p:nvPr/>
          </p:nvSpPr>
          <p:spPr>
            <a:xfrm>
              <a:off x="8255160" y="3204720"/>
              <a:ext cx="45000" cy="107280"/>
            </a:xfrm>
            <a:custGeom>
              <a:avLst/>
              <a:gdLst/>
              <a:ahLst/>
              <a:rect l="l" t="t" r="r" b="b"/>
              <a:pathLst>
                <a:path w="24" h="60">
                  <a:moveTo>
                    <a:pt x="6" y="49"/>
                  </a:moveTo>
                  <a:cubicBezTo>
                    <a:pt x="5" y="32"/>
                    <a:pt x="8" y="26"/>
                    <a:pt x="0" y="15"/>
                  </a:cubicBezTo>
                  <a:cubicBezTo>
                    <a:pt x="24" y="0"/>
                    <a:pt x="10" y="47"/>
                    <a:pt x="9" y="60"/>
                  </a:cubicBezTo>
                  <a:cubicBezTo>
                    <a:pt x="1" y="56"/>
                    <a:pt x="10" y="43"/>
                    <a:pt x="6" y="49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8" name=""/>
            <p:cNvSpPr/>
            <p:nvPr/>
          </p:nvSpPr>
          <p:spPr>
            <a:xfrm>
              <a:off x="7766280" y="3208680"/>
              <a:ext cx="42840" cy="39240"/>
            </a:xfrm>
            <a:custGeom>
              <a:avLst/>
              <a:gdLst/>
              <a:ahLst/>
              <a:rect l="l" t="t" r="r" b="b"/>
              <a:pathLst>
                <a:path w="23" h="22">
                  <a:moveTo>
                    <a:pt x="4" y="7"/>
                  </a:moveTo>
                  <a:cubicBezTo>
                    <a:pt x="1" y="13"/>
                    <a:pt x="2" y="18"/>
                    <a:pt x="8" y="22"/>
                  </a:cubicBezTo>
                  <a:cubicBezTo>
                    <a:pt x="19" y="20"/>
                    <a:pt x="21" y="21"/>
                    <a:pt x="23" y="11"/>
                  </a:cubicBezTo>
                  <a:cubicBezTo>
                    <a:pt x="21" y="0"/>
                    <a:pt x="18" y="2"/>
                    <a:pt x="7" y="4"/>
                  </a:cubicBezTo>
                  <a:cubicBezTo>
                    <a:pt x="1" y="7"/>
                    <a:pt x="0" y="7"/>
                    <a:pt x="4" y="7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tIns="-6480" bIns="-648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9" name=""/>
            <p:cNvSpPr/>
            <p:nvPr/>
          </p:nvSpPr>
          <p:spPr>
            <a:xfrm>
              <a:off x="7837560" y="3087000"/>
              <a:ext cx="118440" cy="117720"/>
            </a:xfrm>
            <a:custGeom>
              <a:avLst/>
              <a:gdLst/>
              <a:ahLst/>
              <a:rect l="l" t="t" r="r" b="b"/>
              <a:pathLst>
                <a:path w="63" h="66">
                  <a:moveTo>
                    <a:pt x="0" y="58"/>
                  </a:moveTo>
                  <a:cubicBezTo>
                    <a:pt x="4" y="50"/>
                    <a:pt x="3" y="42"/>
                    <a:pt x="12" y="37"/>
                  </a:cubicBezTo>
                  <a:cubicBezTo>
                    <a:pt x="14" y="34"/>
                    <a:pt x="19" y="33"/>
                    <a:pt x="20" y="30"/>
                  </a:cubicBezTo>
                  <a:cubicBezTo>
                    <a:pt x="21" y="24"/>
                    <a:pt x="7" y="19"/>
                    <a:pt x="3" y="18"/>
                  </a:cubicBezTo>
                  <a:cubicBezTo>
                    <a:pt x="8" y="15"/>
                    <a:pt x="10" y="11"/>
                    <a:pt x="15" y="7"/>
                  </a:cubicBezTo>
                  <a:cubicBezTo>
                    <a:pt x="18" y="0"/>
                    <a:pt x="16" y="11"/>
                    <a:pt x="27" y="15"/>
                  </a:cubicBezTo>
                  <a:cubicBezTo>
                    <a:pt x="34" y="12"/>
                    <a:pt x="37" y="7"/>
                    <a:pt x="44" y="4"/>
                  </a:cubicBezTo>
                  <a:cubicBezTo>
                    <a:pt x="61" y="7"/>
                    <a:pt x="55" y="4"/>
                    <a:pt x="63" y="10"/>
                  </a:cubicBezTo>
                  <a:cubicBezTo>
                    <a:pt x="49" y="14"/>
                    <a:pt x="42" y="24"/>
                    <a:pt x="36" y="37"/>
                  </a:cubicBezTo>
                  <a:cubicBezTo>
                    <a:pt x="34" y="49"/>
                    <a:pt x="33" y="49"/>
                    <a:pt x="32" y="66"/>
                  </a:cubicBezTo>
                  <a:cubicBezTo>
                    <a:pt x="21" y="64"/>
                    <a:pt x="10" y="53"/>
                    <a:pt x="0" y="58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0" name=""/>
            <p:cNvSpPr/>
            <p:nvPr/>
          </p:nvSpPr>
          <p:spPr>
            <a:xfrm>
              <a:off x="7884360" y="3204720"/>
              <a:ext cx="194040" cy="99720"/>
            </a:xfrm>
            <a:custGeom>
              <a:avLst/>
              <a:gdLst/>
              <a:ahLst/>
              <a:rect l="l" t="t" r="r" b="b"/>
              <a:pathLst>
                <a:path w="103" h="56">
                  <a:moveTo>
                    <a:pt x="17" y="43"/>
                  </a:moveTo>
                  <a:cubicBezTo>
                    <a:pt x="39" y="56"/>
                    <a:pt x="0" y="52"/>
                    <a:pt x="62" y="49"/>
                  </a:cubicBezTo>
                  <a:cubicBezTo>
                    <a:pt x="70" y="44"/>
                    <a:pt x="69" y="38"/>
                    <a:pt x="76" y="34"/>
                  </a:cubicBezTo>
                  <a:cubicBezTo>
                    <a:pt x="66" y="32"/>
                    <a:pt x="68" y="27"/>
                    <a:pt x="70" y="18"/>
                  </a:cubicBezTo>
                  <a:cubicBezTo>
                    <a:pt x="95" y="30"/>
                    <a:pt x="57" y="39"/>
                    <a:pt x="92" y="34"/>
                  </a:cubicBezTo>
                  <a:cubicBezTo>
                    <a:pt x="99" y="25"/>
                    <a:pt x="103" y="9"/>
                    <a:pt x="89" y="6"/>
                  </a:cubicBezTo>
                  <a:cubicBezTo>
                    <a:pt x="84" y="2"/>
                    <a:pt x="82" y="0"/>
                    <a:pt x="76" y="3"/>
                  </a:cubicBezTo>
                  <a:cubicBezTo>
                    <a:pt x="72" y="8"/>
                    <a:pt x="68" y="9"/>
                    <a:pt x="62" y="12"/>
                  </a:cubicBezTo>
                  <a:cubicBezTo>
                    <a:pt x="57" y="11"/>
                    <a:pt x="39" y="4"/>
                    <a:pt x="43" y="13"/>
                  </a:cubicBezTo>
                  <a:cubicBezTo>
                    <a:pt x="45" y="27"/>
                    <a:pt x="66" y="21"/>
                    <a:pt x="53" y="28"/>
                  </a:cubicBezTo>
                  <a:cubicBezTo>
                    <a:pt x="49" y="30"/>
                    <a:pt x="45" y="29"/>
                    <a:pt x="41" y="30"/>
                  </a:cubicBezTo>
                  <a:cubicBezTo>
                    <a:pt x="31" y="43"/>
                    <a:pt x="38" y="42"/>
                    <a:pt x="17" y="43"/>
                  </a:cubicBez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1" name=""/>
            <p:cNvSpPr/>
            <p:nvPr/>
          </p:nvSpPr>
          <p:spPr>
            <a:xfrm>
              <a:off x="8004960" y="2965680"/>
              <a:ext cx="317880" cy="250200"/>
            </a:xfrm>
            <a:custGeom>
              <a:avLst/>
              <a:gdLst/>
              <a:ahLst/>
              <a:rect l="l" t="t" r="r" b="b"/>
              <a:pathLst>
                <a:path w="169" h="140">
                  <a:moveTo>
                    <a:pt x="156" y="35"/>
                  </a:moveTo>
                  <a:lnTo>
                    <a:pt x="126" y="41"/>
                  </a:lnTo>
                  <a:lnTo>
                    <a:pt x="72" y="27"/>
                  </a:lnTo>
                  <a:lnTo>
                    <a:pt x="58" y="45"/>
                  </a:lnTo>
                  <a:lnTo>
                    <a:pt x="39" y="47"/>
                  </a:lnTo>
                  <a:cubicBezTo>
                    <a:pt x="11" y="0"/>
                    <a:pt x="22" y="4"/>
                    <a:pt x="18" y="24"/>
                  </a:cubicBezTo>
                  <a:cubicBezTo>
                    <a:pt x="17" y="28"/>
                    <a:pt x="16" y="30"/>
                    <a:pt x="12" y="32"/>
                  </a:cubicBezTo>
                  <a:cubicBezTo>
                    <a:pt x="10" y="33"/>
                    <a:pt x="9" y="33"/>
                    <a:pt x="7" y="33"/>
                  </a:cubicBezTo>
                  <a:cubicBezTo>
                    <a:pt x="0" y="37"/>
                    <a:pt x="5" y="39"/>
                    <a:pt x="10" y="41"/>
                  </a:cubicBezTo>
                  <a:cubicBezTo>
                    <a:pt x="14" y="40"/>
                    <a:pt x="18" y="38"/>
                    <a:pt x="22" y="39"/>
                  </a:cubicBezTo>
                  <a:cubicBezTo>
                    <a:pt x="24" y="39"/>
                    <a:pt x="19" y="48"/>
                    <a:pt x="19" y="48"/>
                  </a:cubicBezTo>
                  <a:cubicBezTo>
                    <a:pt x="16" y="52"/>
                    <a:pt x="12" y="52"/>
                    <a:pt x="7" y="53"/>
                  </a:cubicBezTo>
                  <a:cubicBezTo>
                    <a:pt x="55" y="63"/>
                    <a:pt x="31" y="43"/>
                    <a:pt x="42" y="77"/>
                  </a:cubicBezTo>
                  <a:cubicBezTo>
                    <a:pt x="34" y="82"/>
                    <a:pt x="32" y="73"/>
                    <a:pt x="28" y="66"/>
                  </a:cubicBezTo>
                  <a:cubicBezTo>
                    <a:pt x="18" y="82"/>
                    <a:pt x="23" y="83"/>
                    <a:pt x="3" y="89"/>
                  </a:cubicBezTo>
                  <a:cubicBezTo>
                    <a:pt x="23" y="90"/>
                    <a:pt x="28" y="100"/>
                    <a:pt x="46" y="102"/>
                  </a:cubicBezTo>
                  <a:cubicBezTo>
                    <a:pt x="57" y="106"/>
                    <a:pt x="71" y="102"/>
                    <a:pt x="84" y="104"/>
                  </a:cubicBezTo>
                  <a:cubicBezTo>
                    <a:pt x="81" y="109"/>
                    <a:pt x="78" y="110"/>
                    <a:pt x="73" y="113"/>
                  </a:cubicBezTo>
                  <a:cubicBezTo>
                    <a:pt x="77" y="122"/>
                    <a:pt x="73" y="135"/>
                    <a:pt x="82" y="140"/>
                  </a:cubicBezTo>
                  <a:cubicBezTo>
                    <a:pt x="96" y="137"/>
                    <a:pt x="94" y="136"/>
                    <a:pt x="93" y="122"/>
                  </a:cubicBezTo>
                  <a:cubicBezTo>
                    <a:pt x="94" y="112"/>
                    <a:pt x="97" y="114"/>
                    <a:pt x="102" y="107"/>
                  </a:cubicBezTo>
                  <a:cubicBezTo>
                    <a:pt x="101" y="105"/>
                    <a:pt x="101" y="103"/>
                    <a:pt x="100" y="102"/>
                  </a:cubicBezTo>
                  <a:cubicBezTo>
                    <a:pt x="98" y="101"/>
                    <a:pt x="93" y="103"/>
                    <a:pt x="94" y="101"/>
                  </a:cubicBezTo>
                  <a:cubicBezTo>
                    <a:pt x="95" y="100"/>
                    <a:pt x="106" y="98"/>
                    <a:pt x="108" y="98"/>
                  </a:cubicBezTo>
                  <a:cubicBezTo>
                    <a:pt x="117" y="91"/>
                    <a:pt x="133" y="85"/>
                    <a:pt x="133" y="72"/>
                  </a:cubicBezTo>
                  <a:lnTo>
                    <a:pt x="151" y="71"/>
                  </a:lnTo>
                  <a:lnTo>
                    <a:pt x="145" y="60"/>
                  </a:lnTo>
                  <a:lnTo>
                    <a:pt x="169" y="53"/>
                  </a:lnTo>
                  <a:lnTo>
                    <a:pt x="156" y="35"/>
                  </a:lnTo>
                  <a:close/>
                </a:path>
              </a:pathLst>
            </a:custGeom>
            <a:solidFill>
              <a:srgbClr val="e7d475"/>
            </a:solidFill>
            <a:ln w="12600">
              <a:solidFill>
                <a:srgbClr val="e7d4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2" name=""/>
          <p:cNvGrpSpPr/>
          <p:nvPr/>
        </p:nvGrpSpPr>
        <p:grpSpPr>
          <a:xfrm>
            <a:off x="6713640" y="3011400"/>
            <a:ext cx="2431440" cy="1295280"/>
            <a:chOff x="6713640" y="3011400"/>
            <a:chExt cx="2431440" cy="1295280"/>
          </a:xfrm>
        </p:grpSpPr>
        <p:sp>
          <p:nvSpPr>
            <p:cNvPr id="1953" name=""/>
            <p:cNvSpPr/>
            <p:nvPr/>
          </p:nvSpPr>
          <p:spPr>
            <a:xfrm>
              <a:off x="6713640" y="3076560"/>
              <a:ext cx="1278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4" name=""/>
            <p:cNvSpPr/>
            <p:nvPr/>
          </p:nvSpPr>
          <p:spPr>
            <a:xfrm>
              <a:off x="6886080" y="301788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5" name=""/>
            <p:cNvSpPr/>
            <p:nvPr/>
          </p:nvSpPr>
          <p:spPr>
            <a:xfrm>
              <a:off x="6735600" y="32551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6" name=""/>
            <p:cNvSpPr/>
            <p:nvPr/>
          </p:nvSpPr>
          <p:spPr>
            <a:xfrm>
              <a:off x="7005960" y="324036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7" name=""/>
            <p:cNvSpPr/>
            <p:nvPr/>
          </p:nvSpPr>
          <p:spPr>
            <a:xfrm>
              <a:off x="7133760" y="349668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8" name=""/>
            <p:cNvSpPr/>
            <p:nvPr/>
          </p:nvSpPr>
          <p:spPr>
            <a:xfrm>
              <a:off x="7269120" y="319644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9" name=""/>
            <p:cNvSpPr/>
            <p:nvPr/>
          </p:nvSpPr>
          <p:spPr>
            <a:xfrm>
              <a:off x="7337520" y="33829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0" name=""/>
            <p:cNvSpPr/>
            <p:nvPr/>
          </p:nvSpPr>
          <p:spPr>
            <a:xfrm>
              <a:off x="7541280" y="3412440"/>
              <a:ext cx="128160" cy="1213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240" bIns="39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1" name=""/>
            <p:cNvSpPr/>
            <p:nvPr/>
          </p:nvSpPr>
          <p:spPr>
            <a:xfrm>
              <a:off x="7525440" y="332640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2" name=""/>
            <p:cNvSpPr/>
            <p:nvPr/>
          </p:nvSpPr>
          <p:spPr>
            <a:xfrm>
              <a:off x="8134560" y="3011400"/>
              <a:ext cx="129600" cy="12348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3" name=""/>
            <p:cNvSpPr/>
            <p:nvPr/>
          </p:nvSpPr>
          <p:spPr>
            <a:xfrm>
              <a:off x="8119080" y="407628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4" name=""/>
            <p:cNvSpPr/>
            <p:nvPr/>
          </p:nvSpPr>
          <p:spPr>
            <a:xfrm>
              <a:off x="8526240" y="4061520"/>
              <a:ext cx="129600" cy="12348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5" name=""/>
            <p:cNvSpPr/>
            <p:nvPr/>
          </p:nvSpPr>
          <p:spPr>
            <a:xfrm>
              <a:off x="8570880" y="387684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6" name=""/>
            <p:cNvSpPr/>
            <p:nvPr/>
          </p:nvSpPr>
          <p:spPr>
            <a:xfrm>
              <a:off x="9015480" y="418356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7" name=""/>
          <p:cNvGrpSpPr/>
          <p:nvPr/>
        </p:nvGrpSpPr>
        <p:grpSpPr>
          <a:xfrm>
            <a:off x="4154400" y="3532320"/>
            <a:ext cx="1973160" cy="1309320"/>
            <a:chOff x="4154400" y="3532320"/>
            <a:chExt cx="1973160" cy="1309320"/>
          </a:xfrm>
        </p:grpSpPr>
        <p:sp>
          <p:nvSpPr>
            <p:cNvPr id="1968" name=""/>
            <p:cNvSpPr/>
            <p:nvPr/>
          </p:nvSpPr>
          <p:spPr>
            <a:xfrm>
              <a:off x="5667840" y="384048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9" name=""/>
            <p:cNvSpPr/>
            <p:nvPr/>
          </p:nvSpPr>
          <p:spPr>
            <a:xfrm>
              <a:off x="4154400" y="354024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0" name=""/>
            <p:cNvSpPr/>
            <p:nvPr/>
          </p:nvSpPr>
          <p:spPr>
            <a:xfrm>
              <a:off x="4328640" y="3532320"/>
              <a:ext cx="1281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1" name=""/>
            <p:cNvSpPr/>
            <p:nvPr/>
          </p:nvSpPr>
          <p:spPr>
            <a:xfrm>
              <a:off x="4178160" y="3654000"/>
              <a:ext cx="1281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2" name=""/>
            <p:cNvSpPr/>
            <p:nvPr/>
          </p:nvSpPr>
          <p:spPr>
            <a:xfrm>
              <a:off x="4342320" y="386136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3" name=""/>
            <p:cNvSpPr/>
            <p:nvPr/>
          </p:nvSpPr>
          <p:spPr>
            <a:xfrm>
              <a:off x="4674240" y="35827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4" name=""/>
            <p:cNvSpPr/>
            <p:nvPr/>
          </p:nvSpPr>
          <p:spPr>
            <a:xfrm>
              <a:off x="4878000" y="367488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5" name=""/>
            <p:cNvSpPr/>
            <p:nvPr/>
          </p:nvSpPr>
          <p:spPr>
            <a:xfrm>
              <a:off x="4824720" y="389736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6" name=""/>
            <p:cNvSpPr/>
            <p:nvPr/>
          </p:nvSpPr>
          <p:spPr>
            <a:xfrm>
              <a:off x="5238360" y="3590640"/>
              <a:ext cx="129600" cy="1213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9240" bIns="39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7" name=""/>
            <p:cNvSpPr/>
            <p:nvPr/>
          </p:nvSpPr>
          <p:spPr>
            <a:xfrm>
              <a:off x="5396040" y="36619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8" name=""/>
            <p:cNvSpPr/>
            <p:nvPr/>
          </p:nvSpPr>
          <p:spPr>
            <a:xfrm>
              <a:off x="5396040" y="381780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9" name=""/>
            <p:cNvSpPr/>
            <p:nvPr/>
          </p:nvSpPr>
          <p:spPr>
            <a:xfrm>
              <a:off x="5674680" y="35611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0" name=""/>
            <p:cNvSpPr/>
            <p:nvPr/>
          </p:nvSpPr>
          <p:spPr>
            <a:xfrm>
              <a:off x="5997960" y="3918240"/>
              <a:ext cx="129600" cy="12348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1" name=""/>
            <p:cNvSpPr/>
            <p:nvPr/>
          </p:nvSpPr>
          <p:spPr>
            <a:xfrm>
              <a:off x="5592600" y="4060800"/>
              <a:ext cx="129600" cy="12348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2" name=""/>
            <p:cNvSpPr/>
            <p:nvPr/>
          </p:nvSpPr>
          <p:spPr>
            <a:xfrm>
              <a:off x="5411160" y="400428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3" name=""/>
            <p:cNvSpPr/>
            <p:nvPr/>
          </p:nvSpPr>
          <p:spPr>
            <a:xfrm>
              <a:off x="5163120" y="405468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4" name=""/>
            <p:cNvSpPr/>
            <p:nvPr/>
          </p:nvSpPr>
          <p:spPr>
            <a:xfrm>
              <a:off x="5358240" y="426888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5" name=""/>
            <p:cNvSpPr/>
            <p:nvPr/>
          </p:nvSpPr>
          <p:spPr>
            <a:xfrm>
              <a:off x="5291640" y="466164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6" name=""/>
            <p:cNvSpPr/>
            <p:nvPr/>
          </p:nvSpPr>
          <p:spPr>
            <a:xfrm>
              <a:off x="5608080" y="4718160"/>
              <a:ext cx="129600" cy="12348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7" name=""/>
            <p:cNvSpPr/>
            <p:nvPr/>
          </p:nvSpPr>
          <p:spPr>
            <a:xfrm>
              <a:off x="5689800" y="4354920"/>
              <a:ext cx="12960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8" name=""/>
          <p:cNvGrpSpPr/>
          <p:nvPr/>
        </p:nvGrpSpPr>
        <p:grpSpPr>
          <a:xfrm>
            <a:off x="2212920" y="3933720"/>
            <a:ext cx="1033200" cy="807840"/>
            <a:chOff x="2212920" y="3933720"/>
            <a:chExt cx="1033200" cy="807840"/>
          </a:xfrm>
        </p:grpSpPr>
        <p:sp>
          <p:nvSpPr>
            <p:cNvPr id="1989" name=""/>
            <p:cNvSpPr/>
            <p:nvPr/>
          </p:nvSpPr>
          <p:spPr>
            <a:xfrm>
              <a:off x="2212920" y="403236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0" name=""/>
            <p:cNvSpPr/>
            <p:nvPr/>
          </p:nvSpPr>
          <p:spPr>
            <a:xfrm>
              <a:off x="2476080" y="4040640"/>
              <a:ext cx="13032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1" name=""/>
            <p:cNvSpPr/>
            <p:nvPr/>
          </p:nvSpPr>
          <p:spPr>
            <a:xfrm>
              <a:off x="2604600" y="393372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2" name=""/>
            <p:cNvSpPr/>
            <p:nvPr/>
          </p:nvSpPr>
          <p:spPr>
            <a:xfrm>
              <a:off x="2845800" y="394812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3" name=""/>
            <p:cNvSpPr/>
            <p:nvPr/>
          </p:nvSpPr>
          <p:spPr>
            <a:xfrm>
              <a:off x="3116160" y="416916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4" name=""/>
            <p:cNvSpPr/>
            <p:nvPr/>
          </p:nvSpPr>
          <p:spPr>
            <a:xfrm>
              <a:off x="3040920" y="422568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5" name=""/>
            <p:cNvSpPr/>
            <p:nvPr/>
          </p:nvSpPr>
          <p:spPr>
            <a:xfrm>
              <a:off x="2695320" y="426960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6" name=""/>
            <p:cNvSpPr/>
            <p:nvPr/>
          </p:nvSpPr>
          <p:spPr>
            <a:xfrm>
              <a:off x="2295000" y="431172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7" name=""/>
            <p:cNvSpPr/>
            <p:nvPr/>
          </p:nvSpPr>
          <p:spPr>
            <a:xfrm>
              <a:off x="2483280" y="445464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8" name=""/>
            <p:cNvSpPr/>
            <p:nvPr/>
          </p:nvSpPr>
          <p:spPr>
            <a:xfrm>
              <a:off x="2733120" y="461844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9" name=""/>
            <p:cNvSpPr/>
            <p:nvPr/>
          </p:nvSpPr>
          <p:spPr>
            <a:xfrm>
              <a:off x="2850840" y="4444560"/>
              <a:ext cx="129960" cy="123120"/>
            </a:xfrm>
            <a:prstGeom prst="ellipse">
              <a:avLst/>
            </a:prstGeom>
            <a:solidFill>
              <a:srgbClr val="acc6d0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320" bIns="403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0" name=""/>
          <p:cNvGrpSpPr/>
          <p:nvPr/>
        </p:nvGrpSpPr>
        <p:grpSpPr>
          <a:xfrm>
            <a:off x="2119320" y="3792600"/>
            <a:ext cx="852120" cy="534600"/>
            <a:chOff x="2119320" y="3792600"/>
            <a:chExt cx="852120" cy="534600"/>
          </a:xfrm>
        </p:grpSpPr>
        <p:sp>
          <p:nvSpPr>
            <p:cNvPr id="2001" name=""/>
            <p:cNvSpPr/>
            <p:nvPr/>
          </p:nvSpPr>
          <p:spPr>
            <a:xfrm>
              <a:off x="2119320" y="3792600"/>
              <a:ext cx="12996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2" name=""/>
            <p:cNvSpPr/>
            <p:nvPr/>
          </p:nvSpPr>
          <p:spPr>
            <a:xfrm>
              <a:off x="2271240" y="3920760"/>
              <a:ext cx="129960" cy="12276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760" bIns="14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3" name=""/>
            <p:cNvSpPr/>
            <p:nvPr/>
          </p:nvSpPr>
          <p:spPr>
            <a:xfrm>
              <a:off x="2271240" y="4097160"/>
              <a:ext cx="12996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4" name=""/>
            <p:cNvSpPr/>
            <p:nvPr/>
          </p:nvSpPr>
          <p:spPr>
            <a:xfrm>
              <a:off x="2124360" y="4204440"/>
              <a:ext cx="129960" cy="12276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760" bIns="14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5" name=""/>
            <p:cNvSpPr/>
            <p:nvPr/>
          </p:nvSpPr>
          <p:spPr>
            <a:xfrm>
              <a:off x="2379240" y="4102200"/>
              <a:ext cx="129960" cy="12276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760" bIns="14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6" name=""/>
            <p:cNvSpPr/>
            <p:nvPr/>
          </p:nvSpPr>
          <p:spPr>
            <a:xfrm>
              <a:off x="2639160" y="3990240"/>
              <a:ext cx="12996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7" name=""/>
            <p:cNvSpPr/>
            <p:nvPr/>
          </p:nvSpPr>
          <p:spPr>
            <a:xfrm>
              <a:off x="2841480" y="4102200"/>
              <a:ext cx="129960" cy="12276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760" bIns="14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8" name=""/>
            <p:cNvSpPr/>
            <p:nvPr/>
          </p:nvSpPr>
          <p:spPr>
            <a:xfrm>
              <a:off x="2548800" y="4204440"/>
              <a:ext cx="129960" cy="12276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760" bIns="14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9" name=""/>
          <p:cNvGrpSpPr/>
          <p:nvPr/>
        </p:nvGrpSpPr>
        <p:grpSpPr>
          <a:xfrm>
            <a:off x="4367160" y="3594240"/>
            <a:ext cx="1561680" cy="1321920"/>
            <a:chOff x="4367160" y="3594240"/>
            <a:chExt cx="1561680" cy="1321920"/>
          </a:xfrm>
        </p:grpSpPr>
        <p:sp>
          <p:nvSpPr>
            <p:cNvPr id="2010" name=""/>
            <p:cNvSpPr/>
            <p:nvPr/>
          </p:nvSpPr>
          <p:spPr>
            <a:xfrm>
              <a:off x="4367160" y="3594240"/>
              <a:ext cx="128160" cy="12348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1" name=""/>
            <p:cNvSpPr/>
            <p:nvPr/>
          </p:nvSpPr>
          <p:spPr>
            <a:xfrm>
              <a:off x="4507200" y="377100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2" name=""/>
            <p:cNvSpPr/>
            <p:nvPr/>
          </p:nvSpPr>
          <p:spPr>
            <a:xfrm>
              <a:off x="5026680" y="365256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3" name=""/>
            <p:cNvSpPr/>
            <p:nvPr/>
          </p:nvSpPr>
          <p:spPr>
            <a:xfrm>
              <a:off x="5742720" y="383436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4" name=""/>
            <p:cNvSpPr/>
            <p:nvPr/>
          </p:nvSpPr>
          <p:spPr>
            <a:xfrm>
              <a:off x="5798880" y="4343760"/>
              <a:ext cx="12996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5" name=""/>
            <p:cNvSpPr/>
            <p:nvPr/>
          </p:nvSpPr>
          <p:spPr>
            <a:xfrm>
              <a:off x="5590440" y="4278600"/>
              <a:ext cx="129960" cy="12348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6" name=""/>
            <p:cNvSpPr/>
            <p:nvPr/>
          </p:nvSpPr>
          <p:spPr>
            <a:xfrm>
              <a:off x="5754600" y="4230000"/>
              <a:ext cx="12816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7" name=""/>
            <p:cNvSpPr/>
            <p:nvPr/>
          </p:nvSpPr>
          <p:spPr>
            <a:xfrm>
              <a:off x="5318640" y="433260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8" name=""/>
            <p:cNvSpPr/>
            <p:nvPr/>
          </p:nvSpPr>
          <p:spPr>
            <a:xfrm>
              <a:off x="5076000" y="425772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9" name=""/>
            <p:cNvSpPr/>
            <p:nvPr/>
          </p:nvSpPr>
          <p:spPr>
            <a:xfrm>
              <a:off x="5517000" y="479304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0" name=""/>
            <p:cNvSpPr/>
            <p:nvPr/>
          </p:nvSpPr>
          <p:spPr>
            <a:xfrm>
              <a:off x="5781600" y="4627440"/>
              <a:ext cx="129960" cy="12348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1" name=""/>
            <p:cNvSpPr/>
            <p:nvPr/>
          </p:nvSpPr>
          <p:spPr>
            <a:xfrm>
              <a:off x="5617800" y="454176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2" name=""/>
            <p:cNvSpPr/>
            <p:nvPr/>
          </p:nvSpPr>
          <p:spPr>
            <a:xfrm>
              <a:off x="5431320" y="4606560"/>
              <a:ext cx="129960" cy="12168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4400" bIns="144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3" name=""/>
          <p:cNvGrpSpPr/>
          <p:nvPr/>
        </p:nvGrpSpPr>
        <p:grpSpPr>
          <a:xfrm>
            <a:off x="6972480" y="3100320"/>
            <a:ext cx="2359800" cy="1321920"/>
            <a:chOff x="6972480" y="3100320"/>
            <a:chExt cx="2359800" cy="1321920"/>
          </a:xfrm>
        </p:grpSpPr>
        <p:sp>
          <p:nvSpPr>
            <p:cNvPr id="2024" name=""/>
            <p:cNvSpPr/>
            <p:nvPr/>
          </p:nvSpPr>
          <p:spPr>
            <a:xfrm>
              <a:off x="7221600" y="3367800"/>
              <a:ext cx="13032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5" name=""/>
            <p:cNvSpPr/>
            <p:nvPr/>
          </p:nvSpPr>
          <p:spPr>
            <a:xfrm>
              <a:off x="7334640" y="3272040"/>
              <a:ext cx="13032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6" name=""/>
            <p:cNvSpPr/>
            <p:nvPr/>
          </p:nvSpPr>
          <p:spPr>
            <a:xfrm>
              <a:off x="8198640" y="3153600"/>
              <a:ext cx="129600" cy="12348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7" name=""/>
            <p:cNvSpPr/>
            <p:nvPr/>
          </p:nvSpPr>
          <p:spPr>
            <a:xfrm>
              <a:off x="7835760" y="3100320"/>
              <a:ext cx="13032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8" name=""/>
            <p:cNvSpPr/>
            <p:nvPr/>
          </p:nvSpPr>
          <p:spPr>
            <a:xfrm>
              <a:off x="6972480" y="343764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9" name=""/>
            <p:cNvSpPr/>
            <p:nvPr/>
          </p:nvSpPr>
          <p:spPr>
            <a:xfrm>
              <a:off x="7977960" y="3663000"/>
              <a:ext cx="13032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0" name=""/>
            <p:cNvSpPr/>
            <p:nvPr/>
          </p:nvSpPr>
          <p:spPr>
            <a:xfrm>
              <a:off x="8446680" y="404748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1" name=""/>
            <p:cNvSpPr/>
            <p:nvPr/>
          </p:nvSpPr>
          <p:spPr>
            <a:xfrm>
              <a:off x="8593920" y="380772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2" name=""/>
            <p:cNvSpPr/>
            <p:nvPr/>
          </p:nvSpPr>
          <p:spPr>
            <a:xfrm>
              <a:off x="9011160" y="426168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3" name=""/>
            <p:cNvSpPr/>
            <p:nvPr/>
          </p:nvSpPr>
          <p:spPr>
            <a:xfrm>
              <a:off x="9202680" y="4299120"/>
              <a:ext cx="129600" cy="123120"/>
            </a:xfrm>
            <a:prstGeom prst="diamond">
              <a:avLst/>
            </a:prstGeom>
            <a:solidFill>
              <a:srgbClr val="5bad82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5120" bIns="151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4" name=""/>
          <p:cNvGrpSpPr/>
          <p:nvPr/>
        </p:nvGrpSpPr>
        <p:grpSpPr>
          <a:xfrm>
            <a:off x="7659720" y="3282840"/>
            <a:ext cx="463320" cy="582480"/>
            <a:chOff x="7659720" y="3282840"/>
            <a:chExt cx="463320" cy="582480"/>
          </a:xfrm>
        </p:grpSpPr>
        <p:sp>
          <p:nvSpPr>
            <p:cNvPr id="2035" name=""/>
            <p:cNvSpPr/>
            <p:nvPr/>
          </p:nvSpPr>
          <p:spPr>
            <a:xfrm>
              <a:off x="7947720" y="3741840"/>
              <a:ext cx="130320" cy="123480"/>
            </a:xfrm>
            <a:prstGeom prst="triangle">
              <a:avLst>
                <a:gd name="adj" fmla="val 50000"/>
              </a:avLst>
            </a:prstGeom>
            <a:solidFill>
              <a:srgbClr val="b1726b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5760" bIns="-5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6" name=""/>
            <p:cNvSpPr/>
            <p:nvPr/>
          </p:nvSpPr>
          <p:spPr>
            <a:xfrm>
              <a:off x="7993080" y="3576600"/>
              <a:ext cx="129960" cy="123840"/>
            </a:xfrm>
            <a:prstGeom prst="triangle">
              <a:avLst>
                <a:gd name="adj" fmla="val 50000"/>
              </a:avLst>
            </a:prstGeom>
            <a:solidFill>
              <a:srgbClr val="b1726b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5400" bIns="-54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7" name=""/>
            <p:cNvSpPr/>
            <p:nvPr/>
          </p:nvSpPr>
          <p:spPr>
            <a:xfrm>
              <a:off x="7717680" y="3469320"/>
              <a:ext cx="130320" cy="123480"/>
            </a:xfrm>
            <a:prstGeom prst="triangle">
              <a:avLst>
                <a:gd name="adj" fmla="val 50000"/>
              </a:avLst>
            </a:prstGeom>
            <a:solidFill>
              <a:srgbClr val="b1726b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5760" bIns="-5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8" name=""/>
            <p:cNvSpPr/>
            <p:nvPr/>
          </p:nvSpPr>
          <p:spPr>
            <a:xfrm>
              <a:off x="7659720" y="3282840"/>
              <a:ext cx="129960" cy="123480"/>
            </a:xfrm>
            <a:prstGeom prst="triangle">
              <a:avLst>
                <a:gd name="adj" fmla="val 50000"/>
              </a:avLst>
            </a:prstGeom>
            <a:solidFill>
              <a:srgbClr val="b1726b"/>
            </a:solidFill>
            <a:ln w="12600">
              <a:solidFill>
                <a:srgbClr val="4d4d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5760" bIns="-57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39" name=""/>
          <p:cNvSpPr/>
          <p:nvPr/>
        </p:nvSpPr>
        <p:spPr>
          <a:xfrm>
            <a:off x="6325920" y="5692680"/>
            <a:ext cx="1473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Chloroquine resistance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" name=""/>
          <p:cNvSpPr/>
          <p:nvPr/>
        </p:nvSpPr>
        <p:spPr>
          <a:xfrm>
            <a:off x="6234120" y="5738760"/>
            <a:ext cx="150840" cy="146160"/>
          </a:xfrm>
          <a:prstGeom prst="ellipse">
            <a:avLst/>
          </a:prstGeom>
          <a:solidFill>
            <a:srgbClr val="acc6d0"/>
          </a:solidFill>
          <a:ln w="1260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1" name="BCG_FootNote_Box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World Malaria Report, 2005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A loose federation of 27 'members' </a:t>
            </a:r>
            <a:br>
              <a:rPr sz="2400"/>
            </a:b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united by a common mission and brand 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grpSp>
        <p:nvGrpSpPr>
          <p:cNvPr id="2043" name=""/>
          <p:cNvGrpSpPr/>
          <p:nvPr/>
        </p:nvGrpSpPr>
        <p:grpSpPr>
          <a:xfrm>
            <a:off x="907920" y="1638360"/>
            <a:ext cx="7794360" cy="3987360"/>
            <a:chOff x="907920" y="1638360"/>
            <a:chExt cx="7794360" cy="3987360"/>
          </a:xfrm>
        </p:grpSpPr>
        <p:sp>
          <p:nvSpPr>
            <p:cNvPr id="2044" name=""/>
            <p:cNvSpPr/>
            <p:nvPr/>
          </p:nvSpPr>
          <p:spPr>
            <a:xfrm>
              <a:off x="6499800" y="3693960"/>
              <a:ext cx="6984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32" y="0"/>
                  </a:moveTo>
                  <a:lnTo>
                    <a:pt x="32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5" name=""/>
            <p:cNvSpPr/>
            <p:nvPr/>
          </p:nvSpPr>
          <p:spPr>
            <a:xfrm>
              <a:off x="6499800" y="3693960"/>
              <a:ext cx="6984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32" y="0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6" name=""/>
            <p:cNvSpPr/>
            <p:nvPr/>
          </p:nvSpPr>
          <p:spPr>
            <a:xfrm>
              <a:off x="6169680" y="3008160"/>
              <a:ext cx="1322280" cy="852120"/>
            </a:xfrm>
            <a:custGeom>
              <a:avLst/>
              <a:gdLst/>
              <a:ahLst/>
              <a:rect l="l" t="t" r="r" b="b"/>
              <a:pathLst>
                <a:path w="769" h="537">
                  <a:moveTo>
                    <a:pt x="160" y="96"/>
                  </a:moveTo>
                  <a:lnTo>
                    <a:pt x="160" y="96"/>
                  </a:lnTo>
                  <a:lnTo>
                    <a:pt x="176" y="88"/>
                  </a:lnTo>
                  <a:lnTo>
                    <a:pt x="192" y="112"/>
                  </a:lnTo>
                  <a:lnTo>
                    <a:pt x="208" y="112"/>
                  </a:lnTo>
                  <a:lnTo>
                    <a:pt x="216" y="128"/>
                  </a:lnTo>
                  <a:lnTo>
                    <a:pt x="216" y="160"/>
                  </a:lnTo>
                  <a:lnTo>
                    <a:pt x="264" y="176"/>
                  </a:lnTo>
                  <a:lnTo>
                    <a:pt x="288" y="200"/>
                  </a:lnTo>
                  <a:lnTo>
                    <a:pt x="336" y="200"/>
                  </a:lnTo>
                  <a:lnTo>
                    <a:pt x="360" y="216"/>
                  </a:lnTo>
                  <a:lnTo>
                    <a:pt x="392" y="224"/>
                  </a:lnTo>
                  <a:lnTo>
                    <a:pt x="424" y="208"/>
                  </a:lnTo>
                  <a:lnTo>
                    <a:pt x="456" y="208"/>
                  </a:lnTo>
                  <a:lnTo>
                    <a:pt x="480" y="184"/>
                  </a:lnTo>
                  <a:lnTo>
                    <a:pt x="472" y="176"/>
                  </a:lnTo>
                  <a:lnTo>
                    <a:pt x="488" y="160"/>
                  </a:lnTo>
                  <a:lnTo>
                    <a:pt x="504" y="168"/>
                  </a:lnTo>
                  <a:lnTo>
                    <a:pt x="528" y="152"/>
                  </a:lnTo>
                  <a:lnTo>
                    <a:pt x="544" y="136"/>
                  </a:lnTo>
                  <a:lnTo>
                    <a:pt x="576" y="136"/>
                  </a:lnTo>
                  <a:lnTo>
                    <a:pt x="568" y="120"/>
                  </a:lnTo>
                  <a:lnTo>
                    <a:pt x="560" y="112"/>
                  </a:lnTo>
                  <a:lnTo>
                    <a:pt x="544" y="120"/>
                  </a:lnTo>
                  <a:lnTo>
                    <a:pt x="528" y="120"/>
                  </a:lnTo>
                  <a:lnTo>
                    <a:pt x="528" y="88"/>
                  </a:lnTo>
                  <a:lnTo>
                    <a:pt x="536" y="72"/>
                  </a:lnTo>
                  <a:lnTo>
                    <a:pt x="552" y="80"/>
                  </a:lnTo>
                  <a:lnTo>
                    <a:pt x="576" y="72"/>
                  </a:lnTo>
                  <a:lnTo>
                    <a:pt x="584" y="40"/>
                  </a:lnTo>
                  <a:lnTo>
                    <a:pt x="592" y="32"/>
                  </a:lnTo>
                  <a:lnTo>
                    <a:pt x="592" y="24"/>
                  </a:lnTo>
                  <a:lnTo>
                    <a:pt x="584" y="24"/>
                  </a:lnTo>
                  <a:lnTo>
                    <a:pt x="592" y="8"/>
                  </a:lnTo>
                  <a:lnTo>
                    <a:pt x="624" y="0"/>
                  </a:lnTo>
                  <a:lnTo>
                    <a:pt x="648" y="8"/>
                  </a:lnTo>
                  <a:lnTo>
                    <a:pt x="664" y="24"/>
                  </a:lnTo>
                  <a:lnTo>
                    <a:pt x="680" y="80"/>
                  </a:lnTo>
                  <a:lnTo>
                    <a:pt x="696" y="80"/>
                  </a:lnTo>
                  <a:lnTo>
                    <a:pt x="720" y="96"/>
                  </a:lnTo>
                  <a:lnTo>
                    <a:pt x="720" y="112"/>
                  </a:lnTo>
                  <a:lnTo>
                    <a:pt x="736" y="112"/>
                  </a:lnTo>
                  <a:lnTo>
                    <a:pt x="768" y="104"/>
                  </a:lnTo>
                  <a:lnTo>
                    <a:pt x="768" y="120"/>
                  </a:lnTo>
                  <a:lnTo>
                    <a:pt x="744" y="168"/>
                  </a:lnTo>
                  <a:lnTo>
                    <a:pt x="736" y="160"/>
                  </a:lnTo>
                  <a:lnTo>
                    <a:pt x="720" y="168"/>
                  </a:lnTo>
                  <a:lnTo>
                    <a:pt x="728" y="192"/>
                  </a:lnTo>
                  <a:lnTo>
                    <a:pt x="720" y="208"/>
                  </a:lnTo>
                  <a:lnTo>
                    <a:pt x="712" y="208"/>
                  </a:lnTo>
                  <a:lnTo>
                    <a:pt x="696" y="216"/>
                  </a:lnTo>
                  <a:lnTo>
                    <a:pt x="688" y="216"/>
                  </a:lnTo>
                  <a:lnTo>
                    <a:pt x="680" y="224"/>
                  </a:lnTo>
                  <a:lnTo>
                    <a:pt x="672" y="224"/>
                  </a:lnTo>
                  <a:lnTo>
                    <a:pt x="640" y="248"/>
                  </a:lnTo>
                  <a:lnTo>
                    <a:pt x="640" y="256"/>
                  </a:lnTo>
                  <a:lnTo>
                    <a:pt x="624" y="256"/>
                  </a:lnTo>
                  <a:lnTo>
                    <a:pt x="600" y="272"/>
                  </a:lnTo>
                  <a:lnTo>
                    <a:pt x="600" y="264"/>
                  </a:lnTo>
                  <a:lnTo>
                    <a:pt x="600" y="256"/>
                  </a:lnTo>
                  <a:lnTo>
                    <a:pt x="608" y="240"/>
                  </a:lnTo>
                  <a:lnTo>
                    <a:pt x="600" y="232"/>
                  </a:lnTo>
                  <a:lnTo>
                    <a:pt x="576" y="256"/>
                  </a:lnTo>
                  <a:lnTo>
                    <a:pt x="568" y="264"/>
                  </a:lnTo>
                  <a:lnTo>
                    <a:pt x="560" y="264"/>
                  </a:lnTo>
                  <a:lnTo>
                    <a:pt x="552" y="272"/>
                  </a:lnTo>
                  <a:lnTo>
                    <a:pt x="576" y="296"/>
                  </a:lnTo>
                  <a:lnTo>
                    <a:pt x="592" y="288"/>
                  </a:lnTo>
                  <a:lnTo>
                    <a:pt x="616" y="296"/>
                  </a:lnTo>
                  <a:lnTo>
                    <a:pt x="616" y="304"/>
                  </a:lnTo>
                  <a:lnTo>
                    <a:pt x="608" y="296"/>
                  </a:lnTo>
                  <a:lnTo>
                    <a:pt x="592" y="304"/>
                  </a:lnTo>
                  <a:lnTo>
                    <a:pt x="576" y="328"/>
                  </a:lnTo>
                  <a:lnTo>
                    <a:pt x="584" y="336"/>
                  </a:lnTo>
                  <a:lnTo>
                    <a:pt x="592" y="368"/>
                  </a:lnTo>
                  <a:lnTo>
                    <a:pt x="608" y="376"/>
                  </a:lnTo>
                  <a:lnTo>
                    <a:pt x="600" y="376"/>
                  </a:lnTo>
                  <a:lnTo>
                    <a:pt x="608" y="392"/>
                  </a:lnTo>
                  <a:lnTo>
                    <a:pt x="584" y="400"/>
                  </a:lnTo>
                  <a:lnTo>
                    <a:pt x="608" y="400"/>
                  </a:lnTo>
                  <a:lnTo>
                    <a:pt x="600" y="432"/>
                  </a:lnTo>
                  <a:lnTo>
                    <a:pt x="584" y="448"/>
                  </a:lnTo>
                  <a:lnTo>
                    <a:pt x="576" y="448"/>
                  </a:lnTo>
                  <a:lnTo>
                    <a:pt x="576" y="464"/>
                  </a:lnTo>
                  <a:lnTo>
                    <a:pt x="568" y="480"/>
                  </a:lnTo>
                  <a:lnTo>
                    <a:pt x="560" y="480"/>
                  </a:lnTo>
                  <a:lnTo>
                    <a:pt x="560" y="488"/>
                  </a:lnTo>
                  <a:lnTo>
                    <a:pt x="536" y="504"/>
                  </a:lnTo>
                  <a:lnTo>
                    <a:pt x="512" y="504"/>
                  </a:lnTo>
                  <a:lnTo>
                    <a:pt x="512" y="512"/>
                  </a:lnTo>
                  <a:lnTo>
                    <a:pt x="504" y="504"/>
                  </a:lnTo>
                  <a:lnTo>
                    <a:pt x="504" y="512"/>
                  </a:lnTo>
                  <a:lnTo>
                    <a:pt x="496" y="512"/>
                  </a:lnTo>
                  <a:lnTo>
                    <a:pt x="464" y="528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40" y="520"/>
                  </a:lnTo>
                  <a:lnTo>
                    <a:pt x="432" y="520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00" y="504"/>
                  </a:lnTo>
                  <a:lnTo>
                    <a:pt x="368" y="512"/>
                  </a:lnTo>
                  <a:lnTo>
                    <a:pt x="360" y="504"/>
                  </a:lnTo>
                  <a:lnTo>
                    <a:pt x="360" y="512"/>
                  </a:lnTo>
                  <a:lnTo>
                    <a:pt x="352" y="512"/>
                  </a:lnTo>
                  <a:lnTo>
                    <a:pt x="352" y="528"/>
                  </a:lnTo>
                  <a:lnTo>
                    <a:pt x="344" y="528"/>
                  </a:lnTo>
                  <a:lnTo>
                    <a:pt x="344" y="520"/>
                  </a:lnTo>
                  <a:lnTo>
                    <a:pt x="336" y="520"/>
                  </a:lnTo>
                  <a:lnTo>
                    <a:pt x="320" y="512"/>
                  </a:lnTo>
                  <a:lnTo>
                    <a:pt x="320" y="504"/>
                  </a:lnTo>
                  <a:lnTo>
                    <a:pt x="320" y="496"/>
                  </a:lnTo>
                  <a:lnTo>
                    <a:pt x="312" y="488"/>
                  </a:lnTo>
                  <a:lnTo>
                    <a:pt x="304" y="488"/>
                  </a:lnTo>
                  <a:lnTo>
                    <a:pt x="312" y="448"/>
                  </a:lnTo>
                  <a:lnTo>
                    <a:pt x="304" y="432"/>
                  </a:lnTo>
                  <a:lnTo>
                    <a:pt x="296" y="432"/>
                  </a:lnTo>
                  <a:lnTo>
                    <a:pt x="280" y="416"/>
                  </a:lnTo>
                  <a:lnTo>
                    <a:pt x="264" y="416"/>
                  </a:lnTo>
                  <a:lnTo>
                    <a:pt x="224" y="432"/>
                  </a:lnTo>
                  <a:lnTo>
                    <a:pt x="200" y="432"/>
                  </a:lnTo>
                  <a:lnTo>
                    <a:pt x="192" y="440"/>
                  </a:lnTo>
                  <a:lnTo>
                    <a:pt x="184" y="432"/>
                  </a:lnTo>
                  <a:lnTo>
                    <a:pt x="176" y="432"/>
                  </a:lnTo>
                  <a:lnTo>
                    <a:pt x="152" y="432"/>
                  </a:lnTo>
                  <a:lnTo>
                    <a:pt x="136" y="424"/>
                  </a:lnTo>
                  <a:lnTo>
                    <a:pt x="128" y="416"/>
                  </a:lnTo>
                  <a:lnTo>
                    <a:pt x="120" y="416"/>
                  </a:lnTo>
                  <a:lnTo>
                    <a:pt x="104" y="400"/>
                  </a:lnTo>
                  <a:lnTo>
                    <a:pt x="88" y="400"/>
                  </a:lnTo>
                  <a:lnTo>
                    <a:pt x="64" y="392"/>
                  </a:lnTo>
                  <a:lnTo>
                    <a:pt x="56" y="368"/>
                  </a:lnTo>
                  <a:lnTo>
                    <a:pt x="72" y="368"/>
                  </a:lnTo>
                  <a:lnTo>
                    <a:pt x="64" y="352"/>
                  </a:lnTo>
                  <a:lnTo>
                    <a:pt x="80" y="336"/>
                  </a:lnTo>
                  <a:lnTo>
                    <a:pt x="80" y="320"/>
                  </a:lnTo>
                  <a:lnTo>
                    <a:pt x="72" y="312"/>
                  </a:lnTo>
                  <a:lnTo>
                    <a:pt x="48" y="320"/>
                  </a:lnTo>
                  <a:lnTo>
                    <a:pt x="32" y="312"/>
                  </a:lnTo>
                  <a:lnTo>
                    <a:pt x="24" y="304"/>
                  </a:lnTo>
                  <a:lnTo>
                    <a:pt x="8" y="296"/>
                  </a:lnTo>
                  <a:lnTo>
                    <a:pt x="16" y="296"/>
                  </a:lnTo>
                  <a:lnTo>
                    <a:pt x="16" y="272"/>
                  </a:lnTo>
                  <a:lnTo>
                    <a:pt x="0" y="272"/>
                  </a:lnTo>
                  <a:lnTo>
                    <a:pt x="0" y="248"/>
                  </a:lnTo>
                  <a:lnTo>
                    <a:pt x="16" y="240"/>
                  </a:lnTo>
                  <a:lnTo>
                    <a:pt x="32" y="240"/>
                  </a:lnTo>
                  <a:lnTo>
                    <a:pt x="40" y="232"/>
                  </a:lnTo>
                  <a:lnTo>
                    <a:pt x="56" y="232"/>
                  </a:lnTo>
                  <a:lnTo>
                    <a:pt x="80" y="216"/>
                  </a:lnTo>
                  <a:lnTo>
                    <a:pt x="88" y="200"/>
                  </a:lnTo>
                  <a:lnTo>
                    <a:pt x="80" y="168"/>
                  </a:lnTo>
                  <a:lnTo>
                    <a:pt x="80" y="160"/>
                  </a:lnTo>
                  <a:lnTo>
                    <a:pt x="104" y="160"/>
                  </a:lnTo>
                  <a:lnTo>
                    <a:pt x="112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52" y="104"/>
                  </a:lnTo>
                  <a:lnTo>
                    <a:pt x="16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7" name=""/>
            <p:cNvSpPr/>
            <p:nvPr/>
          </p:nvSpPr>
          <p:spPr>
            <a:xfrm>
              <a:off x="6169680" y="3008160"/>
              <a:ext cx="1322280" cy="852120"/>
            </a:xfrm>
            <a:custGeom>
              <a:avLst/>
              <a:gdLst/>
              <a:ahLst/>
              <a:rect l="l" t="t" r="r" b="b"/>
              <a:pathLst>
                <a:path w="769" h="537">
                  <a:moveTo>
                    <a:pt x="160" y="96"/>
                  </a:moveTo>
                  <a:lnTo>
                    <a:pt x="176" y="88"/>
                  </a:lnTo>
                  <a:lnTo>
                    <a:pt x="192" y="112"/>
                  </a:lnTo>
                  <a:lnTo>
                    <a:pt x="208" y="112"/>
                  </a:lnTo>
                  <a:lnTo>
                    <a:pt x="216" y="128"/>
                  </a:lnTo>
                  <a:lnTo>
                    <a:pt x="216" y="160"/>
                  </a:lnTo>
                  <a:lnTo>
                    <a:pt x="264" y="176"/>
                  </a:lnTo>
                  <a:lnTo>
                    <a:pt x="288" y="200"/>
                  </a:lnTo>
                  <a:lnTo>
                    <a:pt x="336" y="200"/>
                  </a:lnTo>
                  <a:lnTo>
                    <a:pt x="360" y="216"/>
                  </a:lnTo>
                  <a:lnTo>
                    <a:pt x="392" y="224"/>
                  </a:lnTo>
                  <a:lnTo>
                    <a:pt x="424" y="208"/>
                  </a:lnTo>
                  <a:lnTo>
                    <a:pt x="456" y="208"/>
                  </a:lnTo>
                  <a:lnTo>
                    <a:pt x="480" y="184"/>
                  </a:lnTo>
                  <a:lnTo>
                    <a:pt x="472" y="176"/>
                  </a:lnTo>
                  <a:lnTo>
                    <a:pt x="488" y="160"/>
                  </a:lnTo>
                  <a:lnTo>
                    <a:pt x="504" y="168"/>
                  </a:lnTo>
                  <a:lnTo>
                    <a:pt x="528" y="152"/>
                  </a:lnTo>
                  <a:lnTo>
                    <a:pt x="544" y="136"/>
                  </a:lnTo>
                  <a:lnTo>
                    <a:pt x="576" y="136"/>
                  </a:lnTo>
                  <a:lnTo>
                    <a:pt x="568" y="120"/>
                  </a:lnTo>
                  <a:lnTo>
                    <a:pt x="560" y="112"/>
                  </a:lnTo>
                  <a:lnTo>
                    <a:pt x="544" y="120"/>
                  </a:lnTo>
                  <a:lnTo>
                    <a:pt x="528" y="120"/>
                  </a:lnTo>
                  <a:lnTo>
                    <a:pt x="528" y="88"/>
                  </a:lnTo>
                  <a:lnTo>
                    <a:pt x="536" y="72"/>
                  </a:lnTo>
                  <a:lnTo>
                    <a:pt x="552" y="80"/>
                  </a:lnTo>
                  <a:lnTo>
                    <a:pt x="576" y="72"/>
                  </a:lnTo>
                  <a:lnTo>
                    <a:pt x="584" y="40"/>
                  </a:lnTo>
                  <a:lnTo>
                    <a:pt x="592" y="32"/>
                  </a:lnTo>
                  <a:lnTo>
                    <a:pt x="592" y="24"/>
                  </a:lnTo>
                  <a:lnTo>
                    <a:pt x="584" y="24"/>
                  </a:lnTo>
                  <a:lnTo>
                    <a:pt x="592" y="8"/>
                  </a:lnTo>
                  <a:lnTo>
                    <a:pt x="624" y="0"/>
                  </a:lnTo>
                  <a:lnTo>
                    <a:pt x="648" y="8"/>
                  </a:lnTo>
                  <a:lnTo>
                    <a:pt x="664" y="24"/>
                  </a:lnTo>
                  <a:lnTo>
                    <a:pt x="680" y="80"/>
                  </a:lnTo>
                  <a:lnTo>
                    <a:pt x="696" y="80"/>
                  </a:lnTo>
                  <a:lnTo>
                    <a:pt x="720" y="96"/>
                  </a:lnTo>
                  <a:lnTo>
                    <a:pt x="720" y="112"/>
                  </a:lnTo>
                  <a:lnTo>
                    <a:pt x="736" y="112"/>
                  </a:lnTo>
                  <a:lnTo>
                    <a:pt x="768" y="104"/>
                  </a:lnTo>
                  <a:lnTo>
                    <a:pt x="768" y="120"/>
                  </a:lnTo>
                  <a:lnTo>
                    <a:pt x="744" y="168"/>
                  </a:lnTo>
                  <a:lnTo>
                    <a:pt x="736" y="160"/>
                  </a:lnTo>
                  <a:lnTo>
                    <a:pt x="720" y="168"/>
                  </a:lnTo>
                  <a:lnTo>
                    <a:pt x="728" y="192"/>
                  </a:lnTo>
                  <a:lnTo>
                    <a:pt x="720" y="208"/>
                  </a:lnTo>
                  <a:lnTo>
                    <a:pt x="712" y="208"/>
                  </a:lnTo>
                  <a:lnTo>
                    <a:pt x="696" y="216"/>
                  </a:lnTo>
                  <a:lnTo>
                    <a:pt x="688" y="216"/>
                  </a:lnTo>
                  <a:lnTo>
                    <a:pt x="680" y="224"/>
                  </a:lnTo>
                  <a:lnTo>
                    <a:pt x="672" y="224"/>
                  </a:lnTo>
                  <a:lnTo>
                    <a:pt x="640" y="248"/>
                  </a:lnTo>
                  <a:lnTo>
                    <a:pt x="640" y="256"/>
                  </a:lnTo>
                  <a:lnTo>
                    <a:pt x="624" y="256"/>
                  </a:lnTo>
                  <a:lnTo>
                    <a:pt x="600" y="272"/>
                  </a:lnTo>
                  <a:lnTo>
                    <a:pt x="600" y="264"/>
                  </a:lnTo>
                  <a:lnTo>
                    <a:pt x="600" y="256"/>
                  </a:lnTo>
                  <a:lnTo>
                    <a:pt x="608" y="240"/>
                  </a:lnTo>
                  <a:lnTo>
                    <a:pt x="600" y="232"/>
                  </a:lnTo>
                  <a:lnTo>
                    <a:pt x="576" y="256"/>
                  </a:lnTo>
                  <a:lnTo>
                    <a:pt x="568" y="264"/>
                  </a:lnTo>
                  <a:lnTo>
                    <a:pt x="560" y="264"/>
                  </a:lnTo>
                  <a:lnTo>
                    <a:pt x="552" y="272"/>
                  </a:lnTo>
                  <a:lnTo>
                    <a:pt x="576" y="296"/>
                  </a:lnTo>
                  <a:lnTo>
                    <a:pt x="592" y="288"/>
                  </a:lnTo>
                  <a:lnTo>
                    <a:pt x="616" y="296"/>
                  </a:lnTo>
                  <a:lnTo>
                    <a:pt x="616" y="304"/>
                  </a:lnTo>
                  <a:lnTo>
                    <a:pt x="608" y="296"/>
                  </a:lnTo>
                  <a:lnTo>
                    <a:pt x="592" y="304"/>
                  </a:lnTo>
                  <a:lnTo>
                    <a:pt x="576" y="328"/>
                  </a:lnTo>
                  <a:lnTo>
                    <a:pt x="584" y="336"/>
                  </a:lnTo>
                  <a:lnTo>
                    <a:pt x="592" y="368"/>
                  </a:lnTo>
                  <a:lnTo>
                    <a:pt x="608" y="376"/>
                  </a:lnTo>
                  <a:lnTo>
                    <a:pt x="600" y="376"/>
                  </a:lnTo>
                  <a:lnTo>
                    <a:pt x="608" y="392"/>
                  </a:lnTo>
                  <a:lnTo>
                    <a:pt x="584" y="400"/>
                  </a:lnTo>
                  <a:lnTo>
                    <a:pt x="608" y="400"/>
                  </a:lnTo>
                  <a:lnTo>
                    <a:pt x="600" y="432"/>
                  </a:lnTo>
                  <a:lnTo>
                    <a:pt x="584" y="448"/>
                  </a:lnTo>
                  <a:lnTo>
                    <a:pt x="576" y="448"/>
                  </a:lnTo>
                  <a:lnTo>
                    <a:pt x="576" y="464"/>
                  </a:lnTo>
                  <a:lnTo>
                    <a:pt x="568" y="480"/>
                  </a:lnTo>
                  <a:lnTo>
                    <a:pt x="560" y="480"/>
                  </a:lnTo>
                  <a:lnTo>
                    <a:pt x="560" y="488"/>
                  </a:lnTo>
                  <a:lnTo>
                    <a:pt x="536" y="504"/>
                  </a:lnTo>
                  <a:lnTo>
                    <a:pt x="512" y="504"/>
                  </a:lnTo>
                  <a:lnTo>
                    <a:pt x="512" y="512"/>
                  </a:lnTo>
                  <a:lnTo>
                    <a:pt x="504" y="504"/>
                  </a:lnTo>
                  <a:lnTo>
                    <a:pt x="504" y="512"/>
                  </a:lnTo>
                  <a:lnTo>
                    <a:pt x="496" y="512"/>
                  </a:lnTo>
                  <a:lnTo>
                    <a:pt x="464" y="528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40" y="520"/>
                  </a:lnTo>
                  <a:lnTo>
                    <a:pt x="432" y="520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00" y="504"/>
                  </a:lnTo>
                  <a:lnTo>
                    <a:pt x="368" y="512"/>
                  </a:lnTo>
                  <a:lnTo>
                    <a:pt x="360" y="504"/>
                  </a:lnTo>
                  <a:lnTo>
                    <a:pt x="360" y="512"/>
                  </a:lnTo>
                  <a:lnTo>
                    <a:pt x="352" y="512"/>
                  </a:lnTo>
                  <a:lnTo>
                    <a:pt x="352" y="528"/>
                  </a:lnTo>
                  <a:lnTo>
                    <a:pt x="344" y="528"/>
                  </a:lnTo>
                  <a:lnTo>
                    <a:pt x="344" y="520"/>
                  </a:lnTo>
                  <a:lnTo>
                    <a:pt x="336" y="520"/>
                  </a:lnTo>
                  <a:lnTo>
                    <a:pt x="320" y="512"/>
                  </a:lnTo>
                  <a:lnTo>
                    <a:pt x="320" y="504"/>
                  </a:lnTo>
                  <a:lnTo>
                    <a:pt x="320" y="496"/>
                  </a:lnTo>
                  <a:lnTo>
                    <a:pt x="312" y="488"/>
                  </a:lnTo>
                  <a:lnTo>
                    <a:pt x="304" y="488"/>
                  </a:lnTo>
                  <a:lnTo>
                    <a:pt x="312" y="448"/>
                  </a:lnTo>
                  <a:lnTo>
                    <a:pt x="304" y="432"/>
                  </a:lnTo>
                  <a:lnTo>
                    <a:pt x="296" y="432"/>
                  </a:lnTo>
                  <a:lnTo>
                    <a:pt x="280" y="416"/>
                  </a:lnTo>
                  <a:lnTo>
                    <a:pt x="264" y="416"/>
                  </a:lnTo>
                  <a:lnTo>
                    <a:pt x="224" y="432"/>
                  </a:lnTo>
                  <a:lnTo>
                    <a:pt x="200" y="432"/>
                  </a:lnTo>
                  <a:lnTo>
                    <a:pt x="192" y="440"/>
                  </a:lnTo>
                  <a:lnTo>
                    <a:pt x="184" y="432"/>
                  </a:lnTo>
                  <a:lnTo>
                    <a:pt x="176" y="432"/>
                  </a:lnTo>
                  <a:lnTo>
                    <a:pt x="152" y="432"/>
                  </a:lnTo>
                  <a:lnTo>
                    <a:pt x="136" y="424"/>
                  </a:lnTo>
                  <a:lnTo>
                    <a:pt x="128" y="416"/>
                  </a:lnTo>
                  <a:lnTo>
                    <a:pt x="120" y="416"/>
                  </a:lnTo>
                  <a:lnTo>
                    <a:pt x="104" y="400"/>
                  </a:lnTo>
                  <a:lnTo>
                    <a:pt x="88" y="400"/>
                  </a:lnTo>
                  <a:lnTo>
                    <a:pt x="64" y="392"/>
                  </a:lnTo>
                  <a:lnTo>
                    <a:pt x="56" y="368"/>
                  </a:lnTo>
                  <a:lnTo>
                    <a:pt x="72" y="368"/>
                  </a:lnTo>
                  <a:lnTo>
                    <a:pt x="64" y="352"/>
                  </a:lnTo>
                  <a:lnTo>
                    <a:pt x="80" y="336"/>
                  </a:lnTo>
                  <a:lnTo>
                    <a:pt x="80" y="320"/>
                  </a:lnTo>
                  <a:lnTo>
                    <a:pt x="72" y="312"/>
                  </a:lnTo>
                  <a:lnTo>
                    <a:pt x="48" y="320"/>
                  </a:lnTo>
                  <a:lnTo>
                    <a:pt x="32" y="312"/>
                  </a:lnTo>
                  <a:lnTo>
                    <a:pt x="24" y="304"/>
                  </a:lnTo>
                  <a:lnTo>
                    <a:pt x="8" y="296"/>
                  </a:lnTo>
                  <a:lnTo>
                    <a:pt x="16" y="296"/>
                  </a:lnTo>
                  <a:lnTo>
                    <a:pt x="16" y="272"/>
                  </a:lnTo>
                  <a:lnTo>
                    <a:pt x="0" y="272"/>
                  </a:lnTo>
                  <a:lnTo>
                    <a:pt x="0" y="248"/>
                  </a:lnTo>
                  <a:lnTo>
                    <a:pt x="16" y="240"/>
                  </a:lnTo>
                  <a:lnTo>
                    <a:pt x="32" y="240"/>
                  </a:lnTo>
                  <a:lnTo>
                    <a:pt x="40" y="232"/>
                  </a:lnTo>
                  <a:lnTo>
                    <a:pt x="56" y="232"/>
                  </a:lnTo>
                  <a:lnTo>
                    <a:pt x="80" y="216"/>
                  </a:lnTo>
                  <a:lnTo>
                    <a:pt x="88" y="200"/>
                  </a:lnTo>
                  <a:lnTo>
                    <a:pt x="80" y="168"/>
                  </a:lnTo>
                  <a:lnTo>
                    <a:pt x="80" y="160"/>
                  </a:lnTo>
                  <a:lnTo>
                    <a:pt x="104" y="160"/>
                  </a:lnTo>
                  <a:lnTo>
                    <a:pt x="112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52" y="104"/>
                  </a:lnTo>
                  <a:lnTo>
                    <a:pt x="16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8" name=""/>
            <p:cNvSpPr/>
            <p:nvPr/>
          </p:nvSpPr>
          <p:spPr>
            <a:xfrm>
              <a:off x="6045840" y="3503520"/>
              <a:ext cx="633600" cy="610920"/>
            </a:xfrm>
            <a:custGeom>
              <a:avLst/>
              <a:gdLst/>
              <a:ahLst/>
              <a:rect l="l" t="t" r="r" b="b"/>
              <a:pathLst>
                <a:path w="369" h="385">
                  <a:moveTo>
                    <a:pt x="336" y="104"/>
                  </a:moveTo>
                  <a:lnTo>
                    <a:pt x="336" y="104"/>
                  </a:lnTo>
                  <a:lnTo>
                    <a:pt x="352" y="104"/>
                  </a:lnTo>
                  <a:lnTo>
                    <a:pt x="368" y="120"/>
                  </a:lnTo>
                  <a:lnTo>
                    <a:pt x="368" y="136"/>
                  </a:lnTo>
                  <a:lnTo>
                    <a:pt x="352" y="136"/>
                  </a:lnTo>
                  <a:lnTo>
                    <a:pt x="344" y="144"/>
                  </a:lnTo>
                  <a:lnTo>
                    <a:pt x="328" y="176"/>
                  </a:lnTo>
                  <a:lnTo>
                    <a:pt x="320" y="184"/>
                  </a:lnTo>
                  <a:lnTo>
                    <a:pt x="312" y="200"/>
                  </a:lnTo>
                  <a:lnTo>
                    <a:pt x="312" y="208"/>
                  </a:lnTo>
                  <a:lnTo>
                    <a:pt x="304" y="184"/>
                  </a:lnTo>
                  <a:lnTo>
                    <a:pt x="304" y="176"/>
                  </a:lnTo>
                  <a:lnTo>
                    <a:pt x="296" y="184"/>
                  </a:lnTo>
                  <a:lnTo>
                    <a:pt x="288" y="184"/>
                  </a:lnTo>
                  <a:lnTo>
                    <a:pt x="288" y="176"/>
                  </a:lnTo>
                  <a:lnTo>
                    <a:pt x="304" y="160"/>
                  </a:lnTo>
                  <a:lnTo>
                    <a:pt x="272" y="160"/>
                  </a:lnTo>
                  <a:lnTo>
                    <a:pt x="272" y="144"/>
                  </a:lnTo>
                  <a:lnTo>
                    <a:pt x="264" y="144"/>
                  </a:lnTo>
                  <a:lnTo>
                    <a:pt x="256" y="144"/>
                  </a:lnTo>
                  <a:lnTo>
                    <a:pt x="256" y="152"/>
                  </a:lnTo>
                  <a:lnTo>
                    <a:pt x="248" y="168"/>
                  </a:lnTo>
                  <a:lnTo>
                    <a:pt x="256" y="168"/>
                  </a:lnTo>
                  <a:lnTo>
                    <a:pt x="264" y="208"/>
                  </a:lnTo>
                  <a:lnTo>
                    <a:pt x="256" y="208"/>
                  </a:lnTo>
                  <a:lnTo>
                    <a:pt x="256" y="200"/>
                  </a:lnTo>
                  <a:lnTo>
                    <a:pt x="240" y="208"/>
                  </a:lnTo>
                  <a:lnTo>
                    <a:pt x="232" y="232"/>
                  </a:lnTo>
                  <a:lnTo>
                    <a:pt x="216" y="240"/>
                  </a:lnTo>
                  <a:lnTo>
                    <a:pt x="176" y="272"/>
                  </a:lnTo>
                  <a:lnTo>
                    <a:pt x="176" y="280"/>
                  </a:lnTo>
                  <a:lnTo>
                    <a:pt x="168" y="280"/>
                  </a:lnTo>
                  <a:lnTo>
                    <a:pt x="160" y="288"/>
                  </a:lnTo>
                  <a:lnTo>
                    <a:pt x="152" y="288"/>
                  </a:lnTo>
                  <a:lnTo>
                    <a:pt x="152" y="296"/>
                  </a:lnTo>
                  <a:lnTo>
                    <a:pt x="152" y="320"/>
                  </a:lnTo>
                  <a:lnTo>
                    <a:pt x="144" y="336"/>
                  </a:lnTo>
                  <a:lnTo>
                    <a:pt x="144" y="360"/>
                  </a:lnTo>
                  <a:lnTo>
                    <a:pt x="136" y="368"/>
                  </a:lnTo>
                  <a:lnTo>
                    <a:pt x="128" y="376"/>
                  </a:lnTo>
                  <a:lnTo>
                    <a:pt x="120" y="384"/>
                  </a:lnTo>
                  <a:lnTo>
                    <a:pt x="104" y="376"/>
                  </a:lnTo>
                  <a:lnTo>
                    <a:pt x="80" y="304"/>
                  </a:lnTo>
                  <a:lnTo>
                    <a:pt x="64" y="280"/>
                  </a:lnTo>
                  <a:lnTo>
                    <a:pt x="56" y="232"/>
                  </a:lnTo>
                  <a:lnTo>
                    <a:pt x="56" y="200"/>
                  </a:lnTo>
                  <a:lnTo>
                    <a:pt x="48" y="216"/>
                  </a:lnTo>
                  <a:lnTo>
                    <a:pt x="32" y="224"/>
                  </a:lnTo>
                  <a:lnTo>
                    <a:pt x="8" y="200"/>
                  </a:lnTo>
                  <a:lnTo>
                    <a:pt x="24" y="200"/>
                  </a:lnTo>
                  <a:lnTo>
                    <a:pt x="24" y="192"/>
                  </a:lnTo>
                  <a:lnTo>
                    <a:pt x="16" y="192"/>
                  </a:lnTo>
                  <a:lnTo>
                    <a:pt x="0" y="184"/>
                  </a:lnTo>
                  <a:lnTo>
                    <a:pt x="8" y="176"/>
                  </a:lnTo>
                  <a:lnTo>
                    <a:pt x="32" y="176"/>
                  </a:lnTo>
                  <a:lnTo>
                    <a:pt x="32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16" y="144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32" y="128"/>
                  </a:lnTo>
                  <a:lnTo>
                    <a:pt x="48" y="12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88" y="64"/>
                  </a:lnTo>
                  <a:lnTo>
                    <a:pt x="88" y="56"/>
                  </a:lnTo>
                  <a:lnTo>
                    <a:pt x="72" y="48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80" y="16"/>
                  </a:lnTo>
                  <a:lnTo>
                    <a:pt x="96" y="24"/>
                  </a:lnTo>
                  <a:lnTo>
                    <a:pt x="112" y="16"/>
                  </a:lnTo>
                  <a:lnTo>
                    <a:pt x="120" y="8"/>
                  </a:lnTo>
                  <a:lnTo>
                    <a:pt x="144" y="0"/>
                  </a:lnTo>
                  <a:lnTo>
                    <a:pt x="152" y="8"/>
                  </a:lnTo>
                  <a:lnTo>
                    <a:pt x="152" y="24"/>
                  </a:lnTo>
                  <a:lnTo>
                    <a:pt x="136" y="40"/>
                  </a:lnTo>
                  <a:lnTo>
                    <a:pt x="144" y="56"/>
                  </a:lnTo>
                  <a:lnTo>
                    <a:pt x="128" y="56"/>
                  </a:lnTo>
                  <a:lnTo>
                    <a:pt x="136" y="80"/>
                  </a:lnTo>
                  <a:lnTo>
                    <a:pt x="160" y="88"/>
                  </a:lnTo>
                  <a:lnTo>
                    <a:pt x="152" y="112"/>
                  </a:lnTo>
                  <a:lnTo>
                    <a:pt x="168" y="120"/>
                  </a:lnTo>
                  <a:lnTo>
                    <a:pt x="240" y="144"/>
                  </a:lnTo>
                  <a:lnTo>
                    <a:pt x="248" y="144"/>
                  </a:lnTo>
                  <a:lnTo>
                    <a:pt x="248" y="136"/>
                  </a:lnTo>
                  <a:lnTo>
                    <a:pt x="248" y="120"/>
                  </a:lnTo>
                  <a:lnTo>
                    <a:pt x="256" y="120"/>
                  </a:lnTo>
                  <a:lnTo>
                    <a:pt x="264" y="128"/>
                  </a:lnTo>
                  <a:lnTo>
                    <a:pt x="264" y="136"/>
                  </a:lnTo>
                  <a:lnTo>
                    <a:pt x="296" y="136"/>
                  </a:lnTo>
                  <a:lnTo>
                    <a:pt x="304" y="136"/>
                  </a:lnTo>
                  <a:lnTo>
                    <a:pt x="296" y="120"/>
                  </a:lnTo>
                  <a:lnTo>
                    <a:pt x="336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9" name=""/>
            <p:cNvSpPr/>
            <p:nvPr/>
          </p:nvSpPr>
          <p:spPr>
            <a:xfrm>
              <a:off x="6045840" y="3503520"/>
              <a:ext cx="633600" cy="610920"/>
            </a:xfrm>
            <a:custGeom>
              <a:avLst/>
              <a:gdLst/>
              <a:ahLst/>
              <a:rect l="l" t="t" r="r" b="b"/>
              <a:pathLst>
                <a:path w="369" h="385">
                  <a:moveTo>
                    <a:pt x="336" y="104"/>
                  </a:moveTo>
                  <a:lnTo>
                    <a:pt x="352" y="104"/>
                  </a:lnTo>
                  <a:lnTo>
                    <a:pt x="368" y="120"/>
                  </a:lnTo>
                  <a:lnTo>
                    <a:pt x="368" y="136"/>
                  </a:lnTo>
                  <a:lnTo>
                    <a:pt x="352" y="136"/>
                  </a:lnTo>
                  <a:lnTo>
                    <a:pt x="344" y="144"/>
                  </a:lnTo>
                  <a:lnTo>
                    <a:pt x="328" y="176"/>
                  </a:lnTo>
                  <a:lnTo>
                    <a:pt x="320" y="184"/>
                  </a:lnTo>
                  <a:lnTo>
                    <a:pt x="312" y="200"/>
                  </a:lnTo>
                  <a:lnTo>
                    <a:pt x="312" y="208"/>
                  </a:lnTo>
                  <a:lnTo>
                    <a:pt x="304" y="184"/>
                  </a:lnTo>
                  <a:lnTo>
                    <a:pt x="304" y="176"/>
                  </a:lnTo>
                  <a:lnTo>
                    <a:pt x="296" y="184"/>
                  </a:lnTo>
                  <a:lnTo>
                    <a:pt x="288" y="184"/>
                  </a:lnTo>
                  <a:lnTo>
                    <a:pt x="288" y="176"/>
                  </a:lnTo>
                  <a:lnTo>
                    <a:pt x="304" y="160"/>
                  </a:lnTo>
                  <a:lnTo>
                    <a:pt x="272" y="160"/>
                  </a:lnTo>
                  <a:lnTo>
                    <a:pt x="272" y="144"/>
                  </a:lnTo>
                  <a:lnTo>
                    <a:pt x="264" y="144"/>
                  </a:lnTo>
                  <a:lnTo>
                    <a:pt x="256" y="144"/>
                  </a:lnTo>
                  <a:lnTo>
                    <a:pt x="256" y="152"/>
                  </a:lnTo>
                  <a:lnTo>
                    <a:pt x="248" y="168"/>
                  </a:lnTo>
                  <a:lnTo>
                    <a:pt x="256" y="168"/>
                  </a:lnTo>
                  <a:lnTo>
                    <a:pt x="264" y="208"/>
                  </a:lnTo>
                  <a:lnTo>
                    <a:pt x="256" y="208"/>
                  </a:lnTo>
                  <a:lnTo>
                    <a:pt x="256" y="200"/>
                  </a:lnTo>
                  <a:lnTo>
                    <a:pt x="240" y="208"/>
                  </a:lnTo>
                  <a:lnTo>
                    <a:pt x="232" y="232"/>
                  </a:lnTo>
                  <a:lnTo>
                    <a:pt x="216" y="240"/>
                  </a:lnTo>
                  <a:lnTo>
                    <a:pt x="176" y="272"/>
                  </a:lnTo>
                  <a:lnTo>
                    <a:pt x="176" y="280"/>
                  </a:lnTo>
                  <a:lnTo>
                    <a:pt x="168" y="280"/>
                  </a:lnTo>
                  <a:lnTo>
                    <a:pt x="160" y="288"/>
                  </a:lnTo>
                  <a:lnTo>
                    <a:pt x="152" y="288"/>
                  </a:lnTo>
                  <a:lnTo>
                    <a:pt x="152" y="296"/>
                  </a:lnTo>
                  <a:lnTo>
                    <a:pt x="152" y="320"/>
                  </a:lnTo>
                  <a:lnTo>
                    <a:pt x="144" y="336"/>
                  </a:lnTo>
                  <a:lnTo>
                    <a:pt x="144" y="360"/>
                  </a:lnTo>
                  <a:lnTo>
                    <a:pt x="136" y="368"/>
                  </a:lnTo>
                  <a:lnTo>
                    <a:pt x="128" y="376"/>
                  </a:lnTo>
                  <a:lnTo>
                    <a:pt x="120" y="384"/>
                  </a:lnTo>
                  <a:lnTo>
                    <a:pt x="104" y="376"/>
                  </a:lnTo>
                  <a:lnTo>
                    <a:pt x="80" y="304"/>
                  </a:lnTo>
                  <a:lnTo>
                    <a:pt x="64" y="280"/>
                  </a:lnTo>
                  <a:lnTo>
                    <a:pt x="56" y="232"/>
                  </a:lnTo>
                  <a:lnTo>
                    <a:pt x="56" y="200"/>
                  </a:lnTo>
                  <a:lnTo>
                    <a:pt x="48" y="216"/>
                  </a:lnTo>
                  <a:lnTo>
                    <a:pt x="32" y="224"/>
                  </a:lnTo>
                  <a:lnTo>
                    <a:pt x="8" y="200"/>
                  </a:lnTo>
                  <a:lnTo>
                    <a:pt x="24" y="200"/>
                  </a:lnTo>
                  <a:lnTo>
                    <a:pt x="24" y="192"/>
                  </a:lnTo>
                  <a:lnTo>
                    <a:pt x="16" y="192"/>
                  </a:lnTo>
                  <a:lnTo>
                    <a:pt x="0" y="184"/>
                  </a:lnTo>
                  <a:lnTo>
                    <a:pt x="8" y="176"/>
                  </a:lnTo>
                  <a:lnTo>
                    <a:pt x="32" y="176"/>
                  </a:lnTo>
                  <a:lnTo>
                    <a:pt x="32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16" y="144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32" y="128"/>
                  </a:lnTo>
                  <a:lnTo>
                    <a:pt x="48" y="12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88" y="64"/>
                  </a:lnTo>
                  <a:lnTo>
                    <a:pt x="88" y="56"/>
                  </a:lnTo>
                  <a:lnTo>
                    <a:pt x="72" y="48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80" y="16"/>
                  </a:lnTo>
                  <a:lnTo>
                    <a:pt x="96" y="24"/>
                  </a:lnTo>
                  <a:lnTo>
                    <a:pt x="112" y="16"/>
                  </a:lnTo>
                  <a:lnTo>
                    <a:pt x="120" y="8"/>
                  </a:lnTo>
                  <a:lnTo>
                    <a:pt x="144" y="0"/>
                  </a:lnTo>
                  <a:lnTo>
                    <a:pt x="152" y="8"/>
                  </a:lnTo>
                  <a:lnTo>
                    <a:pt x="152" y="24"/>
                  </a:lnTo>
                  <a:lnTo>
                    <a:pt x="136" y="40"/>
                  </a:lnTo>
                  <a:lnTo>
                    <a:pt x="144" y="56"/>
                  </a:lnTo>
                  <a:lnTo>
                    <a:pt x="128" y="56"/>
                  </a:lnTo>
                  <a:lnTo>
                    <a:pt x="136" y="80"/>
                  </a:lnTo>
                  <a:lnTo>
                    <a:pt x="160" y="88"/>
                  </a:lnTo>
                  <a:lnTo>
                    <a:pt x="152" y="112"/>
                  </a:lnTo>
                  <a:lnTo>
                    <a:pt x="168" y="120"/>
                  </a:lnTo>
                  <a:lnTo>
                    <a:pt x="240" y="144"/>
                  </a:lnTo>
                  <a:lnTo>
                    <a:pt x="248" y="144"/>
                  </a:lnTo>
                  <a:lnTo>
                    <a:pt x="248" y="136"/>
                  </a:lnTo>
                  <a:lnTo>
                    <a:pt x="248" y="120"/>
                  </a:lnTo>
                  <a:lnTo>
                    <a:pt x="256" y="120"/>
                  </a:lnTo>
                  <a:lnTo>
                    <a:pt x="264" y="128"/>
                  </a:lnTo>
                  <a:lnTo>
                    <a:pt x="264" y="136"/>
                  </a:lnTo>
                  <a:lnTo>
                    <a:pt x="296" y="136"/>
                  </a:lnTo>
                  <a:lnTo>
                    <a:pt x="304" y="136"/>
                  </a:lnTo>
                  <a:lnTo>
                    <a:pt x="296" y="120"/>
                  </a:lnTo>
                  <a:lnTo>
                    <a:pt x="336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0" name=""/>
            <p:cNvSpPr/>
            <p:nvPr/>
          </p:nvSpPr>
          <p:spPr>
            <a:xfrm>
              <a:off x="6471360" y="3058920"/>
              <a:ext cx="690480" cy="306000"/>
            </a:xfrm>
            <a:custGeom>
              <a:avLst/>
              <a:gdLst/>
              <a:ahLst/>
              <a:rect l="l" t="t" r="r" b="b"/>
              <a:pathLst>
                <a:path w="401" h="193">
                  <a:moveTo>
                    <a:pt x="264" y="48"/>
                  </a:moveTo>
                  <a:lnTo>
                    <a:pt x="264" y="48"/>
                  </a:lnTo>
                  <a:lnTo>
                    <a:pt x="216" y="24"/>
                  </a:lnTo>
                  <a:lnTo>
                    <a:pt x="200" y="32"/>
                  </a:lnTo>
                  <a:lnTo>
                    <a:pt x="192" y="32"/>
                  </a:lnTo>
                  <a:lnTo>
                    <a:pt x="176" y="8"/>
                  </a:lnTo>
                  <a:lnTo>
                    <a:pt x="144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8" y="40"/>
                  </a:lnTo>
                  <a:lnTo>
                    <a:pt x="96" y="40"/>
                  </a:lnTo>
                  <a:lnTo>
                    <a:pt x="80" y="32"/>
                  </a:lnTo>
                  <a:lnTo>
                    <a:pt x="48" y="24"/>
                  </a:lnTo>
                  <a:lnTo>
                    <a:pt x="8" y="48"/>
                  </a:lnTo>
                  <a:lnTo>
                    <a:pt x="0" y="56"/>
                  </a:lnTo>
                  <a:lnTo>
                    <a:pt x="16" y="80"/>
                  </a:lnTo>
                  <a:lnTo>
                    <a:pt x="32" y="80"/>
                  </a:lnTo>
                  <a:lnTo>
                    <a:pt x="40" y="96"/>
                  </a:lnTo>
                  <a:lnTo>
                    <a:pt x="40" y="128"/>
                  </a:lnTo>
                  <a:lnTo>
                    <a:pt x="88" y="144"/>
                  </a:lnTo>
                  <a:lnTo>
                    <a:pt x="112" y="168"/>
                  </a:lnTo>
                  <a:lnTo>
                    <a:pt x="160" y="168"/>
                  </a:lnTo>
                  <a:lnTo>
                    <a:pt x="184" y="184"/>
                  </a:lnTo>
                  <a:lnTo>
                    <a:pt x="216" y="192"/>
                  </a:lnTo>
                  <a:lnTo>
                    <a:pt x="248" y="176"/>
                  </a:lnTo>
                  <a:lnTo>
                    <a:pt x="280" y="176"/>
                  </a:lnTo>
                  <a:lnTo>
                    <a:pt x="304" y="152"/>
                  </a:lnTo>
                  <a:lnTo>
                    <a:pt x="296" y="144"/>
                  </a:lnTo>
                  <a:lnTo>
                    <a:pt x="312" y="128"/>
                  </a:lnTo>
                  <a:lnTo>
                    <a:pt x="328" y="136"/>
                  </a:lnTo>
                  <a:lnTo>
                    <a:pt x="352" y="120"/>
                  </a:lnTo>
                  <a:lnTo>
                    <a:pt x="368" y="104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84" y="80"/>
                  </a:lnTo>
                  <a:lnTo>
                    <a:pt x="368" y="88"/>
                  </a:lnTo>
                  <a:lnTo>
                    <a:pt x="352" y="88"/>
                  </a:lnTo>
                  <a:lnTo>
                    <a:pt x="352" y="56"/>
                  </a:lnTo>
                  <a:lnTo>
                    <a:pt x="360" y="40"/>
                  </a:lnTo>
                  <a:lnTo>
                    <a:pt x="336" y="32"/>
                  </a:lnTo>
                  <a:lnTo>
                    <a:pt x="320" y="48"/>
                  </a:lnTo>
                  <a:lnTo>
                    <a:pt x="288" y="56"/>
                  </a:lnTo>
                  <a:lnTo>
                    <a:pt x="2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1" name=""/>
            <p:cNvSpPr/>
            <p:nvPr/>
          </p:nvSpPr>
          <p:spPr>
            <a:xfrm>
              <a:off x="6471360" y="3058920"/>
              <a:ext cx="690480" cy="306000"/>
            </a:xfrm>
            <a:custGeom>
              <a:avLst/>
              <a:gdLst/>
              <a:ahLst/>
              <a:rect l="l" t="t" r="r" b="b"/>
              <a:pathLst>
                <a:path w="401" h="193">
                  <a:moveTo>
                    <a:pt x="264" y="48"/>
                  </a:moveTo>
                  <a:lnTo>
                    <a:pt x="216" y="24"/>
                  </a:lnTo>
                  <a:lnTo>
                    <a:pt x="200" y="32"/>
                  </a:lnTo>
                  <a:lnTo>
                    <a:pt x="192" y="32"/>
                  </a:lnTo>
                  <a:lnTo>
                    <a:pt x="176" y="8"/>
                  </a:lnTo>
                  <a:lnTo>
                    <a:pt x="144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8" y="40"/>
                  </a:lnTo>
                  <a:lnTo>
                    <a:pt x="96" y="40"/>
                  </a:lnTo>
                  <a:lnTo>
                    <a:pt x="80" y="32"/>
                  </a:lnTo>
                  <a:lnTo>
                    <a:pt x="48" y="24"/>
                  </a:lnTo>
                  <a:lnTo>
                    <a:pt x="8" y="48"/>
                  </a:lnTo>
                  <a:lnTo>
                    <a:pt x="0" y="56"/>
                  </a:lnTo>
                  <a:lnTo>
                    <a:pt x="16" y="80"/>
                  </a:lnTo>
                  <a:lnTo>
                    <a:pt x="32" y="80"/>
                  </a:lnTo>
                  <a:lnTo>
                    <a:pt x="40" y="96"/>
                  </a:lnTo>
                  <a:lnTo>
                    <a:pt x="40" y="128"/>
                  </a:lnTo>
                  <a:lnTo>
                    <a:pt x="88" y="144"/>
                  </a:lnTo>
                  <a:lnTo>
                    <a:pt x="112" y="168"/>
                  </a:lnTo>
                  <a:lnTo>
                    <a:pt x="160" y="168"/>
                  </a:lnTo>
                  <a:lnTo>
                    <a:pt x="184" y="184"/>
                  </a:lnTo>
                  <a:lnTo>
                    <a:pt x="216" y="192"/>
                  </a:lnTo>
                  <a:lnTo>
                    <a:pt x="248" y="176"/>
                  </a:lnTo>
                  <a:lnTo>
                    <a:pt x="280" y="176"/>
                  </a:lnTo>
                  <a:lnTo>
                    <a:pt x="304" y="152"/>
                  </a:lnTo>
                  <a:lnTo>
                    <a:pt x="296" y="144"/>
                  </a:lnTo>
                  <a:lnTo>
                    <a:pt x="312" y="128"/>
                  </a:lnTo>
                  <a:lnTo>
                    <a:pt x="328" y="136"/>
                  </a:lnTo>
                  <a:lnTo>
                    <a:pt x="352" y="120"/>
                  </a:lnTo>
                  <a:lnTo>
                    <a:pt x="368" y="104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84" y="80"/>
                  </a:lnTo>
                  <a:lnTo>
                    <a:pt x="368" y="88"/>
                  </a:lnTo>
                  <a:lnTo>
                    <a:pt x="352" y="88"/>
                  </a:lnTo>
                  <a:lnTo>
                    <a:pt x="352" y="56"/>
                  </a:lnTo>
                  <a:lnTo>
                    <a:pt x="360" y="40"/>
                  </a:lnTo>
                  <a:lnTo>
                    <a:pt x="336" y="32"/>
                  </a:lnTo>
                  <a:lnTo>
                    <a:pt x="320" y="48"/>
                  </a:lnTo>
                  <a:lnTo>
                    <a:pt x="288" y="56"/>
                  </a:lnTo>
                  <a:lnTo>
                    <a:pt x="2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2" name=""/>
            <p:cNvSpPr/>
            <p:nvPr/>
          </p:nvSpPr>
          <p:spPr>
            <a:xfrm>
              <a:off x="5014080" y="2284200"/>
              <a:ext cx="234720" cy="483840"/>
            </a:xfrm>
            <a:custGeom>
              <a:avLst/>
              <a:gdLst/>
              <a:ahLst/>
              <a:rect l="l" t="t" r="r" b="b"/>
              <a:pathLst>
                <a:path w="137" h="305">
                  <a:moveTo>
                    <a:pt x="104" y="40"/>
                  </a:moveTo>
                  <a:lnTo>
                    <a:pt x="104" y="40"/>
                  </a:lnTo>
                  <a:lnTo>
                    <a:pt x="104" y="64"/>
                  </a:lnTo>
                  <a:lnTo>
                    <a:pt x="120" y="80"/>
                  </a:lnTo>
                  <a:lnTo>
                    <a:pt x="112" y="104"/>
                  </a:lnTo>
                  <a:lnTo>
                    <a:pt x="120" y="144"/>
                  </a:lnTo>
                  <a:lnTo>
                    <a:pt x="112" y="168"/>
                  </a:lnTo>
                  <a:lnTo>
                    <a:pt x="128" y="192"/>
                  </a:lnTo>
                  <a:lnTo>
                    <a:pt x="120" y="208"/>
                  </a:lnTo>
                  <a:lnTo>
                    <a:pt x="136" y="224"/>
                  </a:lnTo>
                  <a:lnTo>
                    <a:pt x="136" y="232"/>
                  </a:lnTo>
                  <a:lnTo>
                    <a:pt x="112" y="272"/>
                  </a:lnTo>
                  <a:lnTo>
                    <a:pt x="88" y="288"/>
                  </a:lnTo>
                  <a:lnTo>
                    <a:pt x="80" y="288"/>
                  </a:lnTo>
                  <a:lnTo>
                    <a:pt x="40" y="304"/>
                  </a:lnTo>
                  <a:lnTo>
                    <a:pt x="8" y="288"/>
                  </a:lnTo>
                  <a:lnTo>
                    <a:pt x="16" y="264"/>
                  </a:lnTo>
                  <a:lnTo>
                    <a:pt x="8" y="240"/>
                  </a:lnTo>
                  <a:lnTo>
                    <a:pt x="16" y="224"/>
                  </a:lnTo>
                  <a:lnTo>
                    <a:pt x="48" y="176"/>
                  </a:lnTo>
                  <a:lnTo>
                    <a:pt x="56" y="168"/>
                  </a:lnTo>
                  <a:lnTo>
                    <a:pt x="56" y="152"/>
                  </a:lnTo>
                  <a:lnTo>
                    <a:pt x="48" y="144"/>
                  </a:lnTo>
                  <a:lnTo>
                    <a:pt x="40" y="144"/>
                  </a:lnTo>
                  <a:lnTo>
                    <a:pt x="32" y="72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40"/>
                  </a:lnTo>
                  <a:lnTo>
                    <a:pt x="72" y="8"/>
                  </a:lnTo>
                  <a:lnTo>
                    <a:pt x="88" y="0"/>
                  </a:lnTo>
                  <a:lnTo>
                    <a:pt x="112" y="16"/>
                  </a:lnTo>
                  <a:lnTo>
                    <a:pt x="104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3" name=""/>
            <p:cNvSpPr/>
            <p:nvPr/>
          </p:nvSpPr>
          <p:spPr>
            <a:xfrm>
              <a:off x="5014080" y="2284200"/>
              <a:ext cx="234720" cy="483840"/>
            </a:xfrm>
            <a:custGeom>
              <a:avLst/>
              <a:gdLst/>
              <a:ahLst/>
              <a:rect l="l" t="t" r="r" b="b"/>
              <a:pathLst>
                <a:path w="137" h="305">
                  <a:moveTo>
                    <a:pt x="104" y="40"/>
                  </a:moveTo>
                  <a:lnTo>
                    <a:pt x="104" y="64"/>
                  </a:lnTo>
                  <a:lnTo>
                    <a:pt x="120" y="80"/>
                  </a:lnTo>
                  <a:lnTo>
                    <a:pt x="112" y="104"/>
                  </a:lnTo>
                  <a:lnTo>
                    <a:pt x="120" y="144"/>
                  </a:lnTo>
                  <a:lnTo>
                    <a:pt x="112" y="168"/>
                  </a:lnTo>
                  <a:lnTo>
                    <a:pt x="128" y="192"/>
                  </a:lnTo>
                  <a:lnTo>
                    <a:pt x="120" y="208"/>
                  </a:lnTo>
                  <a:lnTo>
                    <a:pt x="136" y="224"/>
                  </a:lnTo>
                  <a:lnTo>
                    <a:pt x="136" y="232"/>
                  </a:lnTo>
                  <a:lnTo>
                    <a:pt x="112" y="272"/>
                  </a:lnTo>
                  <a:lnTo>
                    <a:pt x="88" y="288"/>
                  </a:lnTo>
                  <a:lnTo>
                    <a:pt x="80" y="288"/>
                  </a:lnTo>
                  <a:lnTo>
                    <a:pt x="40" y="304"/>
                  </a:lnTo>
                  <a:lnTo>
                    <a:pt x="8" y="288"/>
                  </a:lnTo>
                  <a:lnTo>
                    <a:pt x="16" y="264"/>
                  </a:lnTo>
                  <a:lnTo>
                    <a:pt x="8" y="240"/>
                  </a:lnTo>
                  <a:lnTo>
                    <a:pt x="16" y="224"/>
                  </a:lnTo>
                  <a:lnTo>
                    <a:pt x="48" y="176"/>
                  </a:lnTo>
                  <a:lnTo>
                    <a:pt x="56" y="168"/>
                  </a:lnTo>
                  <a:lnTo>
                    <a:pt x="56" y="152"/>
                  </a:lnTo>
                  <a:lnTo>
                    <a:pt x="48" y="144"/>
                  </a:lnTo>
                  <a:lnTo>
                    <a:pt x="40" y="144"/>
                  </a:lnTo>
                  <a:lnTo>
                    <a:pt x="32" y="72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40"/>
                  </a:lnTo>
                  <a:lnTo>
                    <a:pt x="72" y="8"/>
                  </a:lnTo>
                  <a:lnTo>
                    <a:pt x="88" y="0"/>
                  </a:lnTo>
                  <a:lnTo>
                    <a:pt x="112" y="16"/>
                  </a:lnTo>
                  <a:lnTo>
                    <a:pt x="104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4" name=""/>
            <p:cNvSpPr/>
            <p:nvPr/>
          </p:nvSpPr>
          <p:spPr>
            <a:xfrm>
              <a:off x="4669200" y="2220840"/>
              <a:ext cx="579240" cy="623520"/>
            </a:xfrm>
            <a:custGeom>
              <a:avLst/>
              <a:gdLst/>
              <a:ahLst/>
              <a:rect l="l" t="t" r="r" b="b"/>
              <a:pathLst>
                <a:path w="337" h="393">
                  <a:moveTo>
                    <a:pt x="80" y="376"/>
                  </a:moveTo>
                  <a:lnTo>
                    <a:pt x="80" y="376"/>
                  </a:lnTo>
                  <a:lnTo>
                    <a:pt x="80" y="368"/>
                  </a:lnTo>
                  <a:lnTo>
                    <a:pt x="72" y="360"/>
                  </a:lnTo>
                  <a:lnTo>
                    <a:pt x="72" y="368"/>
                  </a:lnTo>
                  <a:lnTo>
                    <a:pt x="64" y="368"/>
                  </a:lnTo>
                  <a:lnTo>
                    <a:pt x="40" y="392"/>
                  </a:lnTo>
                  <a:lnTo>
                    <a:pt x="24" y="392"/>
                  </a:lnTo>
                  <a:lnTo>
                    <a:pt x="8" y="384"/>
                  </a:lnTo>
                  <a:lnTo>
                    <a:pt x="16" y="360"/>
                  </a:lnTo>
                  <a:lnTo>
                    <a:pt x="8" y="368"/>
                  </a:lnTo>
                  <a:lnTo>
                    <a:pt x="8" y="360"/>
                  </a:lnTo>
                  <a:lnTo>
                    <a:pt x="8" y="352"/>
                  </a:lnTo>
                  <a:lnTo>
                    <a:pt x="8" y="336"/>
                  </a:lnTo>
                  <a:lnTo>
                    <a:pt x="0" y="320"/>
                  </a:lnTo>
                  <a:lnTo>
                    <a:pt x="8" y="304"/>
                  </a:lnTo>
                  <a:lnTo>
                    <a:pt x="0" y="296"/>
                  </a:lnTo>
                  <a:lnTo>
                    <a:pt x="32" y="272"/>
                  </a:lnTo>
                  <a:lnTo>
                    <a:pt x="40" y="264"/>
                  </a:lnTo>
                  <a:lnTo>
                    <a:pt x="56" y="248"/>
                  </a:lnTo>
                  <a:lnTo>
                    <a:pt x="56" y="256"/>
                  </a:lnTo>
                  <a:lnTo>
                    <a:pt x="80" y="216"/>
                  </a:lnTo>
                  <a:lnTo>
                    <a:pt x="96" y="200"/>
                  </a:lnTo>
                  <a:lnTo>
                    <a:pt x="112" y="160"/>
                  </a:lnTo>
                  <a:lnTo>
                    <a:pt x="128" y="120"/>
                  </a:lnTo>
                  <a:lnTo>
                    <a:pt x="144" y="104"/>
                  </a:lnTo>
                  <a:lnTo>
                    <a:pt x="120" y="112"/>
                  </a:lnTo>
                  <a:lnTo>
                    <a:pt x="104" y="120"/>
                  </a:lnTo>
                  <a:lnTo>
                    <a:pt x="112" y="104"/>
                  </a:lnTo>
                  <a:lnTo>
                    <a:pt x="128" y="104"/>
                  </a:lnTo>
                  <a:lnTo>
                    <a:pt x="120" y="88"/>
                  </a:lnTo>
                  <a:lnTo>
                    <a:pt x="144" y="72"/>
                  </a:lnTo>
                  <a:lnTo>
                    <a:pt x="144" y="88"/>
                  </a:lnTo>
                  <a:lnTo>
                    <a:pt x="152" y="80"/>
                  </a:lnTo>
                  <a:lnTo>
                    <a:pt x="152" y="88"/>
                  </a:lnTo>
                  <a:lnTo>
                    <a:pt x="160" y="80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68" y="56"/>
                  </a:lnTo>
                  <a:lnTo>
                    <a:pt x="176" y="40"/>
                  </a:lnTo>
                  <a:lnTo>
                    <a:pt x="192" y="40"/>
                  </a:lnTo>
                  <a:lnTo>
                    <a:pt x="208" y="32"/>
                  </a:lnTo>
                  <a:lnTo>
                    <a:pt x="232" y="8"/>
                  </a:lnTo>
                  <a:lnTo>
                    <a:pt x="248" y="16"/>
                  </a:lnTo>
                  <a:lnTo>
                    <a:pt x="256" y="8"/>
                  </a:lnTo>
                  <a:lnTo>
                    <a:pt x="264" y="0"/>
                  </a:lnTo>
                  <a:lnTo>
                    <a:pt x="264" y="24"/>
                  </a:lnTo>
                  <a:lnTo>
                    <a:pt x="272" y="8"/>
                  </a:lnTo>
                  <a:lnTo>
                    <a:pt x="280" y="24"/>
                  </a:lnTo>
                  <a:lnTo>
                    <a:pt x="288" y="0"/>
                  </a:lnTo>
                  <a:lnTo>
                    <a:pt x="304" y="8"/>
                  </a:lnTo>
                  <a:lnTo>
                    <a:pt x="336" y="32"/>
                  </a:lnTo>
                  <a:lnTo>
                    <a:pt x="320" y="40"/>
                  </a:lnTo>
                  <a:lnTo>
                    <a:pt x="304" y="40"/>
                  </a:lnTo>
                  <a:lnTo>
                    <a:pt x="320" y="48"/>
                  </a:lnTo>
                  <a:lnTo>
                    <a:pt x="328" y="56"/>
                  </a:lnTo>
                  <a:lnTo>
                    <a:pt x="328" y="64"/>
                  </a:lnTo>
                  <a:lnTo>
                    <a:pt x="320" y="64"/>
                  </a:lnTo>
                  <a:lnTo>
                    <a:pt x="304" y="80"/>
                  </a:lnTo>
                  <a:lnTo>
                    <a:pt x="312" y="56"/>
                  </a:lnTo>
                  <a:lnTo>
                    <a:pt x="288" y="40"/>
                  </a:lnTo>
                  <a:lnTo>
                    <a:pt x="272" y="48"/>
                  </a:lnTo>
                  <a:lnTo>
                    <a:pt x="264" y="80"/>
                  </a:lnTo>
                  <a:lnTo>
                    <a:pt x="256" y="88"/>
                  </a:lnTo>
                  <a:lnTo>
                    <a:pt x="240" y="88"/>
                  </a:lnTo>
                  <a:lnTo>
                    <a:pt x="232" y="88"/>
                  </a:lnTo>
                  <a:lnTo>
                    <a:pt x="224" y="88"/>
                  </a:lnTo>
                  <a:lnTo>
                    <a:pt x="208" y="72"/>
                  </a:lnTo>
                  <a:lnTo>
                    <a:pt x="200" y="80"/>
                  </a:lnTo>
                  <a:lnTo>
                    <a:pt x="192" y="80"/>
                  </a:lnTo>
                  <a:lnTo>
                    <a:pt x="192" y="96"/>
                  </a:lnTo>
                  <a:lnTo>
                    <a:pt x="176" y="96"/>
                  </a:lnTo>
                  <a:lnTo>
                    <a:pt x="168" y="96"/>
                  </a:lnTo>
                  <a:lnTo>
                    <a:pt x="168" y="112"/>
                  </a:lnTo>
                  <a:lnTo>
                    <a:pt x="160" y="112"/>
                  </a:lnTo>
                  <a:lnTo>
                    <a:pt x="152" y="120"/>
                  </a:lnTo>
                  <a:lnTo>
                    <a:pt x="144" y="136"/>
                  </a:lnTo>
                  <a:lnTo>
                    <a:pt x="144" y="144"/>
                  </a:lnTo>
                  <a:lnTo>
                    <a:pt x="144" y="152"/>
                  </a:lnTo>
                  <a:lnTo>
                    <a:pt x="128" y="176"/>
                  </a:lnTo>
                  <a:lnTo>
                    <a:pt x="120" y="200"/>
                  </a:lnTo>
                  <a:lnTo>
                    <a:pt x="112" y="216"/>
                  </a:lnTo>
                  <a:lnTo>
                    <a:pt x="120" y="232"/>
                  </a:lnTo>
                  <a:lnTo>
                    <a:pt x="104" y="240"/>
                  </a:lnTo>
                  <a:lnTo>
                    <a:pt x="96" y="248"/>
                  </a:lnTo>
                  <a:lnTo>
                    <a:pt x="88" y="280"/>
                  </a:lnTo>
                  <a:lnTo>
                    <a:pt x="96" y="312"/>
                  </a:lnTo>
                  <a:lnTo>
                    <a:pt x="96" y="320"/>
                  </a:lnTo>
                  <a:lnTo>
                    <a:pt x="96" y="344"/>
                  </a:lnTo>
                  <a:lnTo>
                    <a:pt x="88" y="352"/>
                  </a:lnTo>
                  <a:lnTo>
                    <a:pt x="88" y="376"/>
                  </a:lnTo>
                  <a:lnTo>
                    <a:pt x="80" y="3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5" name=""/>
            <p:cNvSpPr/>
            <p:nvPr/>
          </p:nvSpPr>
          <p:spPr>
            <a:xfrm>
              <a:off x="4669200" y="2220840"/>
              <a:ext cx="579240" cy="623520"/>
            </a:xfrm>
            <a:custGeom>
              <a:avLst/>
              <a:gdLst/>
              <a:ahLst/>
              <a:rect l="l" t="t" r="r" b="b"/>
              <a:pathLst>
                <a:path w="337" h="393">
                  <a:moveTo>
                    <a:pt x="80" y="376"/>
                  </a:moveTo>
                  <a:lnTo>
                    <a:pt x="80" y="368"/>
                  </a:lnTo>
                  <a:lnTo>
                    <a:pt x="72" y="360"/>
                  </a:lnTo>
                  <a:lnTo>
                    <a:pt x="72" y="368"/>
                  </a:lnTo>
                  <a:lnTo>
                    <a:pt x="64" y="368"/>
                  </a:lnTo>
                  <a:lnTo>
                    <a:pt x="40" y="392"/>
                  </a:lnTo>
                  <a:lnTo>
                    <a:pt x="24" y="392"/>
                  </a:lnTo>
                  <a:lnTo>
                    <a:pt x="8" y="384"/>
                  </a:lnTo>
                  <a:lnTo>
                    <a:pt x="16" y="360"/>
                  </a:lnTo>
                  <a:lnTo>
                    <a:pt x="8" y="368"/>
                  </a:lnTo>
                  <a:lnTo>
                    <a:pt x="8" y="360"/>
                  </a:lnTo>
                  <a:lnTo>
                    <a:pt x="8" y="352"/>
                  </a:lnTo>
                  <a:lnTo>
                    <a:pt x="8" y="336"/>
                  </a:lnTo>
                  <a:lnTo>
                    <a:pt x="0" y="320"/>
                  </a:lnTo>
                  <a:lnTo>
                    <a:pt x="8" y="304"/>
                  </a:lnTo>
                  <a:lnTo>
                    <a:pt x="0" y="296"/>
                  </a:lnTo>
                  <a:lnTo>
                    <a:pt x="32" y="272"/>
                  </a:lnTo>
                  <a:lnTo>
                    <a:pt x="40" y="264"/>
                  </a:lnTo>
                  <a:lnTo>
                    <a:pt x="56" y="248"/>
                  </a:lnTo>
                  <a:lnTo>
                    <a:pt x="56" y="256"/>
                  </a:lnTo>
                  <a:lnTo>
                    <a:pt x="80" y="216"/>
                  </a:lnTo>
                  <a:lnTo>
                    <a:pt x="96" y="200"/>
                  </a:lnTo>
                  <a:lnTo>
                    <a:pt x="112" y="160"/>
                  </a:lnTo>
                  <a:lnTo>
                    <a:pt x="128" y="120"/>
                  </a:lnTo>
                  <a:lnTo>
                    <a:pt x="144" y="104"/>
                  </a:lnTo>
                  <a:lnTo>
                    <a:pt x="120" y="112"/>
                  </a:lnTo>
                  <a:lnTo>
                    <a:pt x="104" y="120"/>
                  </a:lnTo>
                  <a:lnTo>
                    <a:pt x="112" y="104"/>
                  </a:lnTo>
                  <a:lnTo>
                    <a:pt x="128" y="104"/>
                  </a:lnTo>
                  <a:lnTo>
                    <a:pt x="120" y="88"/>
                  </a:lnTo>
                  <a:lnTo>
                    <a:pt x="144" y="72"/>
                  </a:lnTo>
                  <a:lnTo>
                    <a:pt x="144" y="88"/>
                  </a:lnTo>
                  <a:lnTo>
                    <a:pt x="152" y="80"/>
                  </a:lnTo>
                  <a:lnTo>
                    <a:pt x="152" y="88"/>
                  </a:lnTo>
                  <a:lnTo>
                    <a:pt x="160" y="80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68" y="56"/>
                  </a:lnTo>
                  <a:lnTo>
                    <a:pt x="176" y="40"/>
                  </a:lnTo>
                  <a:lnTo>
                    <a:pt x="192" y="40"/>
                  </a:lnTo>
                  <a:lnTo>
                    <a:pt x="208" y="32"/>
                  </a:lnTo>
                  <a:lnTo>
                    <a:pt x="232" y="8"/>
                  </a:lnTo>
                  <a:lnTo>
                    <a:pt x="248" y="16"/>
                  </a:lnTo>
                  <a:lnTo>
                    <a:pt x="256" y="8"/>
                  </a:lnTo>
                  <a:lnTo>
                    <a:pt x="264" y="0"/>
                  </a:lnTo>
                  <a:lnTo>
                    <a:pt x="264" y="24"/>
                  </a:lnTo>
                  <a:lnTo>
                    <a:pt x="272" y="8"/>
                  </a:lnTo>
                  <a:lnTo>
                    <a:pt x="280" y="24"/>
                  </a:lnTo>
                  <a:lnTo>
                    <a:pt x="288" y="0"/>
                  </a:lnTo>
                  <a:lnTo>
                    <a:pt x="304" y="8"/>
                  </a:lnTo>
                  <a:lnTo>
                    <a:pt x="336" y="32"/>
                  </a:lnTo>
                  <a:lnTo>
                    <a:pt x="320" y="40"/>
                  </a:lnTo>
                  <a:lnTo>
                    <a:pt x="304" y="40"/>
                  </a:lnTo>
                  <a:lnTo>
                    <a:pt x="320" y="48"/>
                  </a:lnTo>
                  <a:lnTo>
                    <a:pt x="328" y="56"/>
                  </a:lnTo>
                  <a:lnTo>
                    <a:pt x="328" y="64"/>
                  </a:lnTo>
                  <a:lnTo>
                    <a:pt x="320" y="64"/>
                  </a:lnTo>
                  <a:lnTo>
                    <a:pt x="304" y="80"/>
                  </a:lnTo>
                  <a:lnTo>
                    <a:pt x="312" y="56"/>
                  </a:lnTo>
                  <a:lnTo>
                    <a:pt x="288" y="40"/>
                  </a:lnTo>
                  <a:lnTo>
                    <a:pt x="272" y="48"/>
                  </a:lnTo>
                  <a:lnTo>
                    <a:pt x="264" y="80"/>
                  </a:lnTo>
                  <a:lnTo>
                    <a:pt x="256" y="88"/>
                  </a:lnTo>
                  <a:lnTo>
                    <a:pt x="240" y="88"/>
                  </a:lnTo>
                  <a:lnTo>
                    <a:pt x="232" y="88"/>
                  </a:lnTo>
                  <a:lnTo>
                    <a:pt x="224" y="88"/>
                  </a:lnTo>
                  <a:lnTo>
                    <a:pt x="208" y="72"/>
                  </a:lnTo>
                  <a:lnTo>
                    <a:pt x="200" y="80"/>
                  </a:lnTo>
                  <a:lnTo>
                    <a:pt x="192" y="80"/>
                  </a:lnTo>
                  <a:lnTo>
                    <a:pt x="192" y="96"/>
                  </a:lnTo>
                  <a:lnTo>
                    <a:pt x="176" y="96"/>
                  </a:lnTo>
                  <a:lnTo>
                    <a:pt x="168" y="96"/>
                  </a:lnTo>
                  <a:lnTo>
                    <a:pt x="168" y="112"/>
                  </a:lnTo>
                  <a:lnTo>
                    <a:pt x="160" y="112"/>
                  </a:lnTo>
                  <a:lnTo>
                    <a:pt x="152" y="120"/>
                  </a:lnTo>
                  <a:lnTo>
                    <a:pt x="144" y="136"/>
                  </a:lnTo>
                  <a:lnTo>
                    <a:pt x="144" y="144"/>
                  </a:lnTo>
                  <a:lnTo>
                    <a:pt x="144" y="152"/>
                  </a:lnTo>
                  <a:lnTo>
                    <a:pt x="128" y="176"/>
                  </a:lnTo>
                  <a:lnTo>
                    <a:pt x="120" y="200"/>
                  </a:lnTo>
                  <a:lnTo>
                    <a:pt x="112" y="216"/>
                  </a:lnTo>
                  <a:lnTo>
                    <a:pt x="120" y="232"/>
                  </a:lnTo>
                  <a:lnTo>
                    <a:pt x="104" y="240"/>
                  </a:lnTo>
                  <a:lnTo>
                    <a:pt x="96" y="248"/>
                  </a:lnTo>
                  <a:lnTo>
                    <a:pt x="88" y="280"/>
                  </a:lnTo>
                  <a:lnTo>
                    <a:pt x="96" y="312"/>
                  </a:lnTo>
                  <a:lnTo>
                    <a:pt x="96" y="320"/>
                  </a:lnTo>
                  <a:lnTo>
                    <a:pt x="96" y="344"/>
                  </a:lnTo>
                  <a:lnTo>
                    <a:pt x="88" y="352"/>
                  </a:lnTo>
                  <a:lnTo>
                    <a:pt x="88" y="376"/>
                  </a:lnTo>
                  <a:lnTo>
                    <a:pt x="80" y="3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6" name=""/>
            <p:cNvSpPr/>
            <p:nvPr/>
          </p:nvSpPr>
          <p:spPr>
            <a:xfrm>
              <a:off x="5069520" y="2906640"/>
              <a:ext cx="208080" cy="166320"/>
            </a:xfrm>
            <a:custGeom>
              <a:avLst/>
              <a:gdLst/>
              <a:ahLst/>
              <a:rect l="l" t="t" r="r" b="b"/>
              <a:pathLst>
                <a:path w="121" h="105">
                  <a:moveTo>
                    <a:pt x="112" y="88"/>
                  </a:moveTo>
                  <a:lnTo>
                    <a:pt x="112" y="88"/>
                  </a:lnTo>
                  <a:lnTo>
                    <a:pt x="104" y="72"/>
                  </a:lnTo>
                  <a:lnTo>
                    <a:pt x="104" y="64"/>
                  </a:lnTo>
                  <a:lnTo>
                    <a:pt x="112" y="72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88" y="8"/>
                  </a:lnTo>
                  <a:lnTo>
                    <a:pt x="64" y="0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32" y="32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8" y="72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64" y="104"/>
                  </a:lnTo>
                  <a:lnTo>
                    <a:pt x="72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12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7" name=""/>
            <p:cNvSpPr/>
            <p:nvPr/>
          </p:nvSpPr>
          <p:spPr>
            <a:xfrm>
              <a:off x="5069520" y="2906640"/>
              <a:ext cx="208080" cy="166320"/>
            </a:xfrm>
            <a:custGeom>
              <a:avLst/>
              <a:gdLst/>
              <a:ahLst/>
              <a:rect l="l" t="t" r="r" b="b"/>
              <a:pathLst>
                <a:path w="121" h="105">
                  <a:moveTo>
                    <a:pt x="112" y="88"/>
                  </a:moveTo>
                  <a:lnTo>
                    <a:pt x="104" y="72"/>
                  </a:lnTo>
                  <a:lnTo>
                    <a:pt x="104" y="64"/>
                  </a:lnTo>
                  <a:lnTo>
                    <a:pt x="112" y="72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88" y="8"/>
                  </a:lnTo>
                  <a:lnTo>
                    <a:pt x="64" y="0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32" y="32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8" y="72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64" y="104"/>
                  </a:lnTo>
                  <a:lnTo>
                    <a:pt x="72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12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8" name=""/>
            <p:cNvSpPr/>
            <p:nvPr/>
          </p:nvSpPr>
          <p:spPr>
            <a:xfrm>
              <a:off x="5151960" y="1725480"/>
              <a:ext cx="3550320" cy="1639440"/>
            </a:xfrm>
            <a:custGeom>
              <a:avLst/>
              <a:gdLst/>
              <a:ahLst/>
              <a:rect l="l" t="t" r="r" b="b"/>
              <a:pathLst>
                <a:path w="2065" h="1033">
                  <a:moveTo>
                    <a:pt x="1048" y="192"/>
                  </a:moveTo>
                  <a:lnTo>
                    <a:pt x="1048" y="192"/>
                  </a:lnTo>
                  <a:lnTo>
                    <a:pt x="1040" y="200"/>
                  </a:lnTo>
                  <a:lnTo>
                    <a:pt x="1048" y="216"/>
                  </a:lnTo>
                  <a:lnTo>
                    <a:pt x="1016" y="232"/>
                  </a:lnTo>
                  <a:lnTo>
                    <a:pt x="1008" y="232"/>
                  </a:lnTo>
                  <a:lnTo>
                    <a:pt x="1016" y="208"/>
                  </a:lnTo>
                  <a:lnTo>
                    <a:pt x="1096" y="136"/>
                  </a:lnTo>
                  <a:lnTo>
                    <a:pt x="1096" y="88"/>
                  </a:lnTo>
                  <a:lnTo>
                    <a:pt x="1064" y="56"/>
                  </a:lnTo>
                  <a:lnTo>
                    <a:pt x="1024" y="56"/>
                  </a:lnTo>
                  <a:lnTo>
                    <a:pt x="1024" y="72"/>
                  </a:lnTo>
                  <a:lnTo>
                    <a:pt x="1000" y="72"/>
                  </a:lnTo>
                  <a:lnTo>
                    <a:pt x="1016" y="40"/>
                  </a:lnTo>
                  <a:lnTo>
                    <a:pt x="976" y="32"/>
                  </a:lnTo>
                  <a:lnTo>
                    <a:pt x="1000" y="16"/>
                  </a:lnTo>
                  <a:lnTo>
                    <a:pt x="976" y="0"/>
                  </a:lnTo>
                  <a:lnTo>
                    <a:pt x="936" y="40"/>
                  </a:lnTo>
                  <a:lnTo>
                    <a:pt x="936" y="72"/>
                  </a:lnTo>
                  <a:lnTo>
                    <a:pt x="912" y="72"/>
                  </a:lnTo>
                  <a:lnTo>
                    <a:pt x="840" y="88"/>
                  </a:lnTo>
                  <a:lnTo>
                    <a:pt x="776" y="128"/>
                  </a:lnTo>
                  <a:lnTo>
                    <a:pt x="752" y="160"/>
                  </a:lnTo>
                  <a:lnTo>
                    <a:pt x="760" y="200"/>
                  </a:lnTo>
                  <a:lnTo>
                    <a:pt x="672" y="216"/>
                  </a:lnTo>
                  <a:lnTo>
                    <a:pt x="680" y="264"/>
                  </a:lnTo>
                  <a:lnTo>
                    <a:pt x="704" y="288"/>
                  </a:lnTo>
                  <a:lnTo>
                    <a:pt x="688" y="296"/>
                  </a:lnTo>
                  <a:lnTo>
                    <a:pt x="664" y="264"/>
                  </a:lnTo>
                  <a:lnTo>
                    <a:pt x="640" y="256"/>
                  </a:lnTo>
                  <a:lnTo>
                    <a:pt x="632" y="264"/>
                  </a:lnTo>
                  <a:lnTo>
                    <a:pt x="616" y="248"/>
                  </a:lnTo>
                  <a:lnTo>
                    <a:pt x="600" y="232"/>
                  </a:lnTo>
                  <a:lnTo>
                    <a:pt x="600" y="240"/>
                  </a:lnTo>
                  <a:lnTo>
                    <a:pt x="608" y="264"/>
                  </a:lnTo>
                  <a:lnTo>
                    <a:pt x="584" y="304"/>
                  </a:lnTo>
                  <a:lnTo>
                    <a:pt x="600" y="336"/>
                  </a:lnTo>
                  <a:lnTo>
                    <a:pt x="592" y="368"/>
                  </a:lnTo>
                  <a:lnTo>
                    <a:pt x="592" y="392"/>
                  </a:lnTo>
                  <a:lnTo>
                    <a:pt x="616" y="392"/>
                  </a:lnTo>
                  <a:lnTo>
                    <a:pt x="600" y="400"/>
                  </a:lnTo>
                  <a:lnTo>
                    <a:pt x="608" y="440"/>
                  </a:lnTo>
                  <a:lnTo>
                    <a:pt x="560" y="480"/>
                  </a:lnTo>
                  <a:lnTo>
                    <a:pt x="552" y="472"/>
                  </a:lnTo>
                  <a:lnTo>
                    <a:pt x="584" y="432"/>
                  </a:lnTo>
                  <a:lnTo>
                    <a:pt x="592" y="408"/>
                  </a:lnTo>
                  <a:lnTo>
                    <a:pt x="576" y="392"/>
                  </a:lnTo>
                  <a:lnTo>
                    <a:pt x="576" y="312"/>
                  </a:lnTo>
                  <a:lnTo>
                    <a:pt x="568" y="296"/>
                  </a:lnTo>
                  <a:lnTo>
                    <a:pt x="576" y="248"/>
                  </a:lnTo>
                  <a:lnTo>
                    <a:pt x="560" y="240"/>
                  </a:lnTo>
                  <a:lnTo>
                    <a:pt x="568" y="232"/>
                  </a:lnTo>
                  <a:lnTo>
                    <a:pt x="560" y="216"/>
                  </a:lnTo>
                  <a:lnTo>
                    <a:pt x="544" y="224"/>
                  </a:lnTo>
                  <a:lnTo>
                    <a:pt x="504" y="328"/>
                  </a:lnTo>
                  <a:lnTo>
                    <a:pt x="504" y="368"/>
                  </a:lnTo>
                  <a:lnTo>
                    <a:pt x="528" y="400"/>
                  </a:lnTo>
                  <a:lnTo>
                    <a:pt x="528" y="416"/>
                  </a:lnTo>
                  <a:lnTo>
                    <a:pt x="504" y="400"/>
                  </a:lnTo>
                  <a:lnTo>
                    <a:pt x="408" y="336"/>
                  </a:lnTo>
                  <a:lnTo>
                    <a:pt x="400" y="352"/>
                  </a:lnTo>
                  <a:lnTo>
                    <a:pt x="432" y="392"/>
                  </a:lnTo>
                  <a:lnTo>
                    <a:pt x="416" y="400"/>
                  </a:lnTo>
                  <a:lnTo>
                    <a:pt x="408" y="392"/>
                  </a:lnTo>
                  <a:lnTo>
                    <a:pt x="360" y="408"/>
                  </a:lnTo>
                  <a:lnTo>
                    <a:pt x="352" y="424"/>
                  </a:lnTo>
                  <a:lnTo>
                    <a:pt x="344" y="408"/>
                  </a:lnTo>
                  <a:lnTo>
                    <a:pt x="344" y="392"/>
                  </a:lnTo>
                  <a:lnTo>
                    <a:pt x="264" y="440"/>
                  </a:lnTo>
                  <a:lnTo>
                    <a:pt x="264" y="456"/>
                  </a:lnTo>
                  <a:lnTo>
                    <a:pt x="248" y="464"/>
                  </a:lnTo>
                  <a:lnTo>
                    <a:pt x="224" y="448"/>
                  </a:lnTo>
                  <a:lnTo>
                    <a:pt x="248" y="432"/>
                  </a:lnTo>
                  <a:lnTo>
                    <a:pt x="240" y="408"/>
                  </a:lnTo>
                  <a:lnTo>
                    <a:pt x="208" y="400"/>
                  </a:lnTo>
                  <a:lnTo>
                    <a:pt x="216" y="416"/>
                  </a:lnTo>
                  <a:lnTo>
                    <a:pt x="216" y="456"/>
                  </a:lnTo>
                  <a:lnTo>
                    <a:pt x="224" y="472"/>
                  </a:lnTo>
                  <a:lnTo>
                    <a:pt x="216" y="488"/>
                  </a:lnTo>
                  <a:lnTo>
                    <a:pt x="192" y="480"/>
                  </a:lnTo>
                  <a:lnTo>
                    <a:pt x="160" y="504"/>
                  </a:lnTo>
                  <a:lnTo>
                    <a:pt x="176" y="536"/>
                  </a:lnTo>
                  <a:lnTo>
                    <a:pt x="128" y="520"/>
                  </a:lnTo>
                  <a:lnTo>
                    <a:pt x="120" y="528"/>
                  </a:lnTo>
                  <a:lnTo>
                    <a:pt x="136" y="552"/>
                  </a:lnTo>
                  <a:lnTo>
                    <a:pt x="120" y="552"/>
                  </a:lnTo>
                  <a:lnTo>
                    <a:pt x="96" y="536"/>
                  </a:lnTo>
                  <a:lnTo>
                    <a:pt x="96" y="488"/>
                  </a:lnTo>
                  <a:lnTo>
                    <a:pt x="72" y="472"/>
                  </a:lnTo>
                  <a:lnTo>
                    <a:pt x="64" y="456"/>
                  </a:lnTo>
                  <a:lnTo>
                    <a:pt x="80" y="464"/>
                  </a:lnTo>
                  <a:lnTo>
                    <a:pt x="144" y="488"/>
                  </a:lnTo>
                  <a:lnTo>
                    <a:pt x="184" y="464"/>
                  </a:lnTo>
                  <a:lnTo>
                    <a:pt x="176" y="440"/>
                  </a:lnTo>
                  <a:lnTo>
                    <a:pt x="128" y="392"/>
                  </a:lnTo>
                  <a:lnTo>
                    <a:pt x="80" y="376"/>
                  </a:lnTo>
                  <a:lnTo>
                    <a:pt x="80" y="368"/>
                  </a:lnTo>
                  <a:lnTo>
                    <a:pt x="64" y="360"/>
                  </a:lnTo>
                  <a:lnTo>
                    <a:pt x="48" y="368"/>
                  </a:lnTo>
                  <a:lnTo>
                    <a:pt x="48" y="376"/>
                  </a:lnTo>
                  <a:lnTo>
                    <a:pt x="40" y="376"/>
                  </a:lnTo>
                  <a:lnTo>
                    <a:pt x="24" y="392"/>
                  </a:lnTo>
                  <a:lnTo>
                    <a:pt x="24" y="416"/>
                  </a:lnTo>
                  <a:lnTo>
                    <a:pt x="40" y="432"/>
                  </a:lnTo>
                  <a:lnTo>
                    <a:pt x="32" y="456"/>
                  </a:lnTo>
                  <a:lnTo>
                    <a:pt x="40" y="496"/>
                  </a:lnTo>
                  <a:lnTo>
                    <a:pt x="32" y="520"/>
                  </a:lnTo>
                  <a:lnTo>
                    <a:pt x="48" y="544"/>
                  </a:lnTo>
                  <a:lnTo>
                    <a:pt x="40" y="560"/>
                  </a:lnTo>
                  <a:lnTo>
                    <a:pt x="56" y="576"/>
                  </a:lnTo>
                  <a:lnTo>
                    <a:pt x="56" y="584"/>
                  </a:lnTo>
                  <a:lnTo>
                    <a:pt x="32" y="624"/>
                  </a:lnTo>
                  <a:lnTo>
                    <a:pt x="8" y="640"/>
                  </a:lnTo>
                  <a:lnTo>
                    <a:pt x="16" y="640"/>
                  </a:lnTo>
                  <a:lnTo>
                    <a:pt x="32" y="656"/>
                  </a:lnTo>
                  <a:lnTo>
                    <a:pt x="16" y="672"/>
                  </a:lnTo>
                  <a:lnTo>
                    <a:pt x="8" y="680"/>
                  </a:lnTo>
                  <a:lnTo>
                    <a:pt x="0" y="680"/>
                  </a:lnTo>
                  <a:lnTo>
                    <a:pt x="8" y="704"/>
                  </a:lnTo>
                  <a:lnTo>
                    <a:pt x="8" y="712"/>
                  </a:lnTo>
                  <a:lnTo>
                    <a:pt x="8" y="720"/>
                  </a:lnTo>
                  <a:lnTo>
                    <a:pt x="8" y="728"/>
                  </a:lnTo>
                  <a:lnTo>
                    <a:pt x="16" y="744"/>
                  </a:lnTo>
                  <a:lnTo>
                    <a:pt x="40" y="752"/>
                  </a:lnTo>
                  <a:lnTo>
                    <a:pt x="48" y="760"/>
                  </a:lnTo>
                  <a:lnTo>
                    <a:pt x="48" y="776"/>
                  </a:lnTo>
                  <a:lnTo>
                    <a:pt x="64" y="800"/>
                  </a:lnTo>
                  <a:lnTo>
                    <a:pt x="72" y="800"/>
                  </a:lnTo>
                  <a:lnTo>
                    <a:pt x="64" y="816"/>
                  </a:lnTo>
                  <a:lnTo>
                    <a:pt x="56" y="808"/>
                  </a:lnTo>
                  <a:lnTo>
                    <a:pt x="56" y="816"/>
                  </a:lnTo>
                  <a:lnTo>
                    <a:pt x="64" y="832"/>
                  </a:lnTo>
                  <a:lnTo>
                    <a:pt x="88" y="832"/>
                  </a:lnTo>
                  <a:lnTo>
                    <a:pt x="96" y="840"/>
                  </a:lnTo>
                  <a:lnTo>
                    <a:pt x="88" y="840"/>
                  </a:lnTo>
                  <a:lnTo>
                    <a:pt x="96" y="848"/>
                  </a:lnTo>
                  <a:lnTo>
                    <a:pt x="104" y="848"/>
                  </a:lnTo>
                  <a:lnTo>
                    <a:pt x="112" y="864"/>
                  </a:lnTo>
                  <a:lnTo>
                    <a:pt x="120" y="872"/>
                  </a:lnTo>
                  <a:lnTo>
                    <a:pt x="128" y="864"/>
                  </a:lnTo>
                  <a:lnTo>
                    <a:pt x="168" y="888"/>
                  </a:lnTo>
                  <a:lnTo>
                    <a:pt x="160" y="920"/>
                  </a:lnTo>
                  <a:lnTo>
                    <a:pt x="152" y="912"/>
                  </a:lnTo>
                  <a:lnTo>
                    <a:pt x="144" y="920"/>
                  </a:lnTo>
                  <a:lnTo>
                    <a:pt x="144" y="936"/>
                  </a:lnTo>
                  <a:lnTo>
                    <a:pt x="152" y="928"/>
                  </a:lnTo>
                  <a:lnTo>
                    <a:pt x="160" y="936"/>
                  </a:lnTo>
                  <a:lnTo>
                    <a:pt x="136" y="944"/>
                  </a:lnTo>
                  <a:lnTo>
                    <a:pt x="144" y="952"/>
                  </a:lnTo>
                  <a:lnTo>
                    <a:pt x="128" y="968"/>
                  </a:lnTo>
                  <a:lnTo>
                    <a:pt x="120" y="968"/>
                  </a:lnTo>
                  <a:lnTo>
                    <a:pt x="128" y="968"/>
                  </a:lnTo>
                  <a:lnTo>
                    <a:pt x="160" y="1000"/>
                  </a:lnTo>
                  <a:lnTo>
                    <a:pt x="200" y="1000"/>
                  </a:lnTo>
                  <a:lnTo>
                    <a:pt x="216" y="1008"/>
                  </a:lnTo>
                  <a:lnTo>
                    <a:pt x="232" y="1008"/>
                  </a:lnTo>
                  <a:lnTo>
                    <a:pt x="248" y="1024"/>
                  </a:lnTo>
                  <a:lnTo>
                    <a:pt x="256" y="1032"/>
                  </a:lnTo>
                  <a:lnTo>
                    <a:pt x="264" y="1032"/>
                  </a:lnTo>
                  <a:lnTo>
                    <a:pt x="272" y="1024"/>
                  </a:lnTo>
                  <a:lnTo>
                    <a:pt x="256" y="1008"/>
                  </a:lnTo>
                  <a:lnTo>
                    <a:pt x="256" y="992"/>
                  </a:lnTo>
                  <a:lnTo>
                    <a:pt x="248" y="976"/>
                  </a:lnTo>
                  <a:lnTo>
                    <a:pt x="264" y="952"/>
                  </a:lnTo>
                  <a:lnTo>
                    <a:pt x="272" y="960"/>
                  </a:lnTo>
                  <a:lnTo>
                    <a:pt x="280" y="952"/>
                  </a:lnTo>
                  <a:lnTo>
                    <a:pt x="280" y="944"/>
                  </a:lnTo>
                  <a:lnTo>
                    <a:pt x="272" y="944"/>
                  </a:lnTo>
                  <a:lnTo>
                    <a:pt x="280" y="936"/>
                  </a:lnTo>
                  <a:lnTo>
                    <a:pt x="272" y="920"/>
                  </a:lnTo>
                  <a:lnTo>
                    <a:pt x="256" y="920"/>
                  </a:lnTo>
                  <a:lnTo>
                    <a:pt x="248" y="904"/>
                  </a:lnTo>
                  <a:lnTo>
                    <a:pt x="256" y="864"/>
                  </a:lnTo>
                  <a:lnTo>
                    <a:pt x="272" y="880"/>
                  </a:lnTo>
                  <a:lnTo>
                    <a:pt x="280" y="880"/>
                  </a:lnTo>
                  <a:lnTo>
                    <a:pt x="272" y="864"/>
                  </a:lnTo>
                  <a:lnTo>
                    <a:pt x="296" y="840"/>
                  </a:lnTo>
                  <a:lnTo>
                    <a:pt x="312" y="848"/>
                  </a:lnTo>
                  <a:lnTo>
                    <a:pt x="320" y="840"/>
                  </a:lnTo>
                  <a:lnTo>
                    <a:pt x="336" y="848"/>
                  </a:lnTo>
                  <a:lnTo>
                    <a:pt x="360" y="864"/>
                  </a:lnTo>
                  <a:lnTo>
                    <a:pt x="376" y="856"/>
                  </a:lnTo>
                  <a:lnTo>
                    <a:pt x="392" y="856"/>
                  </a:lnTo>
                  <a:lnTo>
                    <a:pt x="400" y="864"/>
                  </a:lnTo>
                  <a:lnTo>
                    <a:pt x="432" y="864"/>
                  </a:lnTo>
                  <a:lnTo>
                    <a:pt x="440" y="848"/>
                  </a:lnTo>
                  <a:lnTo>
                    <a:pt x="416" y="840"/>
                  </a:lnTo>
                  <a:lnTo>
                    <a:pt x="432" y="832"/>
                  </a:lnTo>
                  <a:lnTo>
                    <a:pt x="424" y="824"/>
                  </a:lnTo>
                  <a:lnTo>
                    <a:pt x="432" y="816"/>
                  </a:lnTo>
                  <a:lnTo>
                    <a:pt x="432" y="792"/>
                  </a:lnTo>
                  <a:lnTo>
                    <a:pt x="448" y="800"/>
                  </a:lnTo>
                  <a:lnTo>
                    <a:pt x="520" y="776"/>
                  </a:lnTo>
                  <a:lnTo>
                    <a:pt x="520" y="768"/>
                  </a:lnTo>
                  <a:lnTo>
                    <a:pt x="528" y="768"/>
                  </a:lnTo>
                  <a:lnTo>
                    <a:pt x="552" y="768"/>
                  </a:lnTo>
                  <a:lnTo>
                    <a:pt x="560" y="784"/>
                  </a:lnTo>
                  <a:lnTo>
                    <a:pt x="560" y="792"/>
                  </a:lnTo>
                  <a:lnTo>
                    <a:pt x="568" y="792"/>
                  </a:lnTo>
                  <a:lnTo>
                    <a:pt x="584" y="800"/>
                  </a:lnTo>
                  <a:lnTo>
                    <a:pt x="584" y="808"/>
                  </a:lnTo>
                  <a:lnTo>
                    <a:pt x="600" y="808"/>
                  </a:lnTo>
                  <a:lnTo>
                    <a:pt x="616" y="792"/>
                  </a:lnTo>
                  <a:lnTo>
                    <a:pt x="632" y="784"/>
                  </a:lnTo>
                  <a:lnTo>
                    <a:pt x="640" y="808"/>
                  </a:lnTo>
                  <a:lnTo>
                    <a:pt x="672" y="864"/>
                  </a:lnTo>
                  <a:lnTo>
                    <a:pt x="680" y="848"/>
                  </a:lnTo>
                  <a:lnTo>
                    <a:pt x="688" y="864"/>
                  </a:lnTo>
                  <a:lnTo>
                    <a:pt x="712" y="856"/>
                  </a:lnTo>
                  <a:lnTo>
                    <a:pt x="736" y="880"/>
                  </a:lnTo>
                  <a:lnTo>
                    <a:pt x="752" y="888"/>
                  </a:lnTo>
                  <a:lnTo>
                    <a:pt x="752" y="880"/>
                  </a:lnTo>
                  <a:lnTo>
                    <a:pt x="760" y="896"/>
                  </a:lnTo>
                  <a:lnTo>
                    <a:pt x="752" y="904"/>
                  </a:lnTo>
                  <a:lnTo>
                    <a:pt x="768" y="896"/>
                  </a:lnTo>
                  <a:lnTo>
                    <a:pt x="776" y="888"/>
                  </a:lnTo>
                  <a:lnTo>
                    <a:pt x="816" y="864"/>
                  </a:lnTo>
                  <a:lnTo>
                    <a:pt x="848" y="872"/>
                  </a:lnTo>
                  <a:lnTo>
                    <a:pt x="864" y="880"/>
                  </a:lnTo>
                  <a:lnTo>
                    <a:pt x="896" y="880"/>
                  </a:lnTo>
                  <a:lnTo>
                    <a:pt x="896" y="864"/>
                  </a:lnTo>
                  <a:lnTo>
                    <a:pt x="896" y="848"/>
                  </a:lnTo>
                  <a:lnTo>
                    <a:pt x="912" y="840"/>
                  </a:lnTo>
                  <a:lnTo>
                    <a:pt x="944" y="848"/>
                  </a:lnTo>
                  <a:lnTo>
                    <a:pt x="960" y="872"/>
                  </a:lnTo>
                  <a:lnTo>
                    <a:pt x="968" y="872"/>
                  </a:lnTo>
                  <a:lnTo>
                    <a:pt x="984" y="864"/>
                  </a:lnTo>
                  <a:lnTo>
                    <a:pt x="1032" y="888"/>
                  </a:lnTo>
                  <a:lnTo>
                    <a:pt x="1056" y="896"/>
                  </a:lnTo>
                  <a:lnTo>
                    <a:pt x="1088" y="888"/>
                  </a:lnTo>
                  <a:lnTo>
                    <a:pt x="1104" y="872"/>
                  </a:lnTo>
                  <a:lnTo>
                    <a:pt x="1128" y="880"/>
                  </a:lnTo>
                  <a:lnTo>
                    <a:pt x="1144" y="888"/>
                  </a:lnTo>
                  <a:lnTo>
                    <a:pt x="1168" y="880"/>
                  </a:lnTo>
                  <a:lnTo>
                    <a:pt x="1176" y="848"/>
                  </a:lnTo>
                  <a:lnTo>
                    <a:pt x="1184" y="840"/>
                  </a:lnTo>
                  <a:lnTo>
                    <a:pt x="1184" y="832"/>
                  </a:lnTo>
                  <a:lnTo>
                    <a:pt x="1176" y="832"/>
                  </a:lnTo>
                  <a:lnTo>
                    <a:pt x="1184" y="816"/>
                  </a:lnTo>
                  <a:lnTo>
                    <a:pt x="1216" y="808"/>
                  </a:lnTo>
                  <a:lnTo>
                    <a:pt x="1240" y="816"/>
                  </a:lnTo>
                  <a:lnTo>
                    <a:pt x="1256" y="832"/>
                  </a:lnTo>
                  <a:lnTo>
                    <a:pt x="1272" y="888"/>
                  </a:lnTo>
                  <a:lnTo>
                    <a:pt x="1288" y="888"/>
                  </a:lnTo>
                  <a:lnTo>
                    <a:pt x="1312" y="904"/>
                  </a:lnTo>
                  <a:lnTo>
                    <a:pt x="1312" y="920"/>
                  </a:lnTo>
                  <a:lnTo>
                    <a:pt x="1328" y="920"/>
                  </a:lnTo>
                  <a:lnTo>
                    <a:pt x="1360" y="912"/>
                  </a:lnTo>
                  <a:lnTo>
                    <a:pt x="1360" y="928"/>
                  </a:lnTo>
                  <a:lnTo>
                    <a:pt x="1336" y="976"/>
                  </a:lnTo>
                  <a:lnTo>
                    <a:pt x="1328" y="968"/>
                  </a:lnTo>
                  <a:lnTo>
                    <a:pt x="1312" y="976"/>
                  </a:lnTo>
                  <a:lnTo>
                    <a:pt x="1320" y="1000"/>
                  </a:lnTo>
                  <a:lnTo>
                    <a:pt x="1312" y="1016"/>
                  </a:lnTo>
                  <a:lnTo>
                    <a:pt x="1320" y="1000"/>
                  </a:lnTo>
                  <a:lnTo>
                    <a:pt x="1328" y="1000"/>
                  </a:lnTo>
                  <a:lnTo>
                    <a:pt x="1328" y="1008"/>
                  </a:lnTo>
                  <a:lnTo>
                    <a:pt x="1336" y="1016"/>
                  </a:lnTo>
                  <a:lnTo>
                    <a:pt x="1360" y="1000"/>
                  </a:lnTo>
                  <a:lnTo>
                    <a:pt x="1432" y="912"/>
                  </a:lnTo>
                  <a:lnTo>
                    <a:pt x="1432" y="856"/>
                  </a:lnTo>
                  <a:lnTo>
                    <a:pt x="1440" y="840"/>
                  </a:lnTo>
                  <a:lnTo>
                    <a:pt x="1440" y="816"/>
                  </a:lnTo>
                  <a:lnTo>
                    <a:pt x="1424" y="792"/>
                  </a:lnTo>
                  <a:lnTo>
                    <a:pt x="1416" y="792"/>
                  </a:lnTo>
                  <a:lnTo>
                    <a:pt x="1408" y="808"/>
                  </a:lnTo>
                  <a:lnTo>
                    <a:pt x="1392" y="808"/>
                  </a:lnTo>
                  <a:lnTo>
                    <a:pt x="1400" y="792"/>
                  </a:lnTo>
                  <a:lnTo>
                    <a:pt x="1392" y="792"/>
                  </a:lnTo>
                  <a:lnTo>
                    <a:pt x="1384" y="784"/>
                  </a:lnTo>
                  <a:lnTo>
                    <a:pt x="1368" y="784"/>
                  </a:lnTo>
                  <a:lnTo>
                    <a:pt x="1368" y="776"/>
                  </a:lnTo>
                  <a:lnTo>
                    <a:pt x="1392" y="752"/>
                  </a:lnTo>
                  <a:lnTo>
                    <a:pt x="1464" y="680"/>
                  </a:lnTo>
                  <a:lnTo>
                    <a:pt x="1496" y="672"/>
                  </a:lnTo>
                  <a:lnTo>
                    <a:pt x="1504" y="680"/>
                  </a:lnTo>
                  <a:lnTo>
                    <a:pt x="1512" y="672"/>
                  </a:lnTo>
                  <a:lnTo>
                    <a:pt x="1536" y="680"/>
                  </a:lnTo>
                  <a:lnTo>
                    <a:pt x="1544" y="664"/>
                  </a:lnTo>
                  <a:lnTo>
                    <a:pt x="1568" y="672"/>
                  </a:lnTo>
                  <a:lnTo>
                    <a:pt x="1576" y="672"/>
                  </a:lnTo>
                  <a:lnTo>
                    <a:pt x="1568" y="680"/>
                  </a:lnTo>
                  <a:lnTo>
                    <a:pt x="1568" y="688"/>
                  </a:lnTo>
                  <a:lnTo>
                    <a:pt x="1616" y="680"/>
                  </a:lnTo>
                  <a:lnTo>
                    <a:pt x="1608" y="672"/>
                  </a:lnTo>
                  <a:lnTo>
                    <a:pt x="1640" y="616"/>
                  </a:lnTo>
                  <a:lnTo>
                    <a:pt x="1680" y="608"/>
                  </a:lnTo>
                  <a:lnTo>
                    <a:pt x="1680" y="624"/>
                  </a:lnTo>
                  <a:lnTo>
                    <a:pt x="1680" y="640"/>
                  </a:lnTo>
                  <a:lnTo>
                    <a:pt x="1720" y="616"/>
                  </a:lnTo>
                  <a:lnTo>
                    <a:pt x="1720" y="592"/>
                  </a:lnTo>
                  <a:lnTo>
                    <a:pt x="1736" y="592"/>
                  </a:lnTo>
                  <a:lnTo>
                    <a:pt x="1728" y="600"/>
                  </a:lnTo>
                  <a:lnTo>
                    <a:pt x="1720" y="640"/>
                  </a:lnTo>
                  <a:lnTo>
                    <a:pt x="1704" y="648"/>
                  </a:lnTo>
                  <a:lnTo>
                    <a:pt x="1656" y="704"/>
                  </a:lnTo>
                  <a:lnTo>
                    <a:pt x="1640" y="712"/>
                  </a:lnTo>
                  <a:lnTo>
                    <a:pt x="1624" y="768"/>
                  </a:lnTo>
                  <a:lnTo>
                    <a:pt x="1640" y="864"/>
                  </a:lnTo>
                  <a:lnTo>
                    <a:pt x="1656" y="848"/>
                  </a:lnTo>
                  <a:lnTo>
                    <a:pt x="1672" y="816"/>
                  </a:lnTo>
                  <a:lnTo>
                    <a:pt x="1680" y="816"/>
                  </a:lnTo>
                  <a:lnTo>
                    <a:pt x="1680" y="792"/>
                  </a:lnTo>
                  <a:lnTo>
                    <a:pt x="1688" y="792"/>
                  </a:lnTo>
                  <a:lnTo>
                    <a:pt x="1704" y="784"/>
                  </a:lnTo>
                  <a:lnTo>
                    <a:pt x="1696" y="760"/>
                  </a:lnTo>
                  <a:lnTo>
                    <a:pt x="1712" y="752"/>
                  </a:lnTo>
                  <a:lnTo>
                    <a:pt x="1720" y="752"/>
                  </a:lnTo>
                  <a:lnTo>
                    <a:pt x="1720" y="736"/>
                  </a:lnTo>
                  <a:lnTo>
                    <a:pt x="1712" y="736"/>
                  </a:lnTo>
                  <a:lnTo>
                    <a:pt x="1720" y="712"/>
                  </a:lnTo>
                  <a:lnTo>
                    <a:pt x="1712" y="712"/>
                  </a:lnTo>
                  <a:lnTo>
                    <a:pt x="1704" y="712"/>
                  </a:lnTo>
                  <a:lnTo>
                    <a:pt x="1704" y="704"/>
                  </a:lnTo>
                  <a:lnTo>
                    <a:pt x="1720" y="680"/>
                  </a:lnTo>
                  <a:lnTo>
                    <a:pt x="1720" y="664"/>
                  </a:lnTo>
                  <a:lnTo>
                    <a:pt x="1736" y="664"/>
                  </a:lnTo>
                  <a:lnTo>
                    <a:pt x="1760" y="648"/>
                  </a:lnTo>
                  <a:lnTo>
                    <a:pt x="1760" y="664"/>
                  </a:lnTo>
                  <a:lnTo>
                    <a:pt x="1768" y="656"/>
                  </a:lnTo>
                  <a:lnTo>
                    <a:pt x="1792" y="648"/>
                  </a:lnTo>
                  <a:lnTo>
                    <a:pt x="1808" y="664"/>
                  </a:lnTo>
                  <a:lnTo>
                    <a:pt x="1816" y="648"/>
                  </a:lnTo>
                  <a:lnTo>
                    <a:pt x="1896" y="592"/>
                  </a:lnTo>
                  <a:lnTo>
                    <a:pt x="1920" y="600"/>
                  </a:lnTo>
                  <a:lnTo>
                    <a:pt x="1928" y="592"/>
                  </a:lnTo>
                  <a:lnTo>
                    <a:pt x="1912" y="544"/>
                  </a:lnTo>
                  <a:lnTo>
                    <a:pt x="1904" y="544"/>
                  </a:lnTo>
                  <a:lnTo>
                    <a:pt x="1904" y="528"/>
                  </a:lnTo>
                  <a:lnTo>
                    <a:pt x="1912" y="528"/>
                  </a:lnTo>
                  <a:lnTo>
                    <a:pt x="1928" y="520"/>
                  </a:lnTo>
                  <a:lnTo>
                    <a:pt x="1944" y="504"/>
                  </a:lnTo>
                  <a:lnTo>
                    <a:pt x="1936" y="488"/>
                  </a:lnTo>
                  <a:lnTo>
                    <a:pt x="1944" y="480"/>
                  </a:lnTo>
                  <a:lnTo>
                    <a:pt x="1952" y="504"/>
                  </a:lnTo>
                  <a:lnTo>
                    <a:pt x="1968" y="504"/>
                  </a:lnTo>
                  <a:lnTo>
                    <a:pt x="1984" y="520"/>
                  </a:lnTo>
                  <a:lnTo>
                    <a:pt x="2024" y="544"/>
                  </a:lnTo>
                  <a:lnTo>
                    <a:pt x="2032" y="520"/>
                  </a:lnTo>
                  <a:lnTo>
                    <a:pt x="2032" y="504"/>
                  </a:lnTo>
                  <a:lnTo>
                    <a:pt x="2048" y="504"/>
                  </a:lnTo>
                  <a:lnTo>
                    <a:pt x="2064" y="488"/>
                  </a:lnTo>
                  <a:lnTo>
                    <a:pt x="2040" y="464"/>
                  </a:lnTo>
                  <a:lnTo>
                    <a:pt x="2000" y="456"/>
                  </a:lnTo>
                  <a:lnTo>
                    <a:pt x="1928" y="392"/>
                  </a:lnTo>
                  <a:lnTo>
                    <a:pt x="1880" y="360"/>
                  </a:lnTo>
                  <a:lnTo>
                    <a:pt x="1816" y="352"/>
                  </a:lnTo>
                  <a:lnTo>
                    <a:pt x="1816" y="392"/>
                  </a:lnTo>
                  <a:lnTo>
                    <a:pt x="1800" y="400"/>
                  </a:lnTo>
                  <a:lnTo>
                    <a:pt x="1784" y="384"/>
                  </a:lnTo>
                  <a:lnTo>
                    <a:pt x="1784" y="368"/>
                  </a:lnTo>
                  <a:lnTo>
                    <a:pt x="1792" y="368"/>
                  </a:lnTo>
                  <a:lnTo>
                    <a:pt x="1800" y="360"/>
                  </a:lnTo>
                  <a:lnTo>
                    <a:pt x="1784" y="360"/>
                  </a:lnTo>
                  <a:lnTo>
                    <a:pt x="1768" y="376"/>
                  </a:lnTo>
                  <a:lnTo>
                    <a:pt x="1728" y="368"/>
                  </a:lnTo>
                  <a:lnTo>
                    <a:pt x="1688" y="368"/>
                  </a:lnTo>
                  <a:lnTo>
                    <a:pt x="1672" y="360"/>
                  </a:lnTo>
                  <a:lnTo>
                    <a:pt x="1680" y="344"/>
                  </a:lnTo>
                  <a:lnTo>
                    <a:pt x="1664" y="320"/>
                  </a:lnTo>
                  <a:lnTo>
                    <a:pt x="1632" y="312"/>
                  </a:lnTo>
                  <a:lnTo>
                    <a:pt x="1584" y="328"/>
                  </a:lnTo>
                  <a:lnTo>
                    <a:pt x="1576" y="304"/>
                  </a:lnTo>
                  <a:lnTo>
                    <a:pt x="1560" y="304"/>
                  </a:lnTo>
                  <a:lnTo>
                    <a:pt x="1552" y="296"/>
                  </a:lnTo>
                  <a:lnTo>
                    <a:pt x="1552" y="272"/>
                  </a:lnTo>
                  <a:lnTo>
                    <a:pt x="1496" y="256"/>
                  </a:lnTo>
                  <a:lnTo>
                    <a:pt x="1432" y="240"/>
                  </a:lnTo>
                  <a:lnTo>
                    <a:pt x="1416" y="272"/>
                  </a:lnTo>
                  <a:lnTo>
                    <a:pt x="1432" y="296"/>
                  </a:lnTo>
                  <a:lnTo>
                    <a:pt x="1384" y="296"/>
                  </a:lnTo>
                  <a:lnTo>
                    <a:pt x="1376" y="296"/>
                  </a:lnTo>
                  <a:lnTo>
                    <a:pt x="1360" y="304"/>
                  </a:lnTo>
                  <a:lnTo>
                    <a:pt x="1336" y="280"/>
                  </a:lnTo>
                  <a:lnTo>
                    <a:pt x="1320" y="328"/>
                  </a:lnTo>
                  <a:lnTo>
                    <a:pt x="1304" y="320"/>
                  </a:lnTo>
                  <a:lnTo>
                    <a:pt x="1288" y="288"/>
                  </a:lnTo>
                  <a:lnTo>
                    <a:pt x="1296" y="248"/>
                  </a:lnTo>
                  <a:lnTo>
                    <a:pt x="1280" y="224"/>
                  </a:lnTo>
                  <a:lnTo>
                    <a:pt x="1232" y="208"/>
                  </a:lnTo>
                  <a:lnTo>
                    <a:pt x="1216" y="208"/>
                  </a:lnTo>
                  <a:lnTo>
                    <a:pt x="1208" y="224"/>
                  </a:lnTo>
                  <a:lnTo>
                    <a:pt x="1216" y="240"/>
                  </a:lnTo>
                  <a:lnTo>
                    <a:pt x="1152" y="232"/>
                  </a:lnTo>
                  <a:lnTo>
                    <a:pt x="1160" y="208"/>
                  </a:lnTo>
                  <a:lnTo>
                    <a:pt x="1120" y="200"/>
                  </a:lnTo>
                  <a:lnTo>
                    <a:pt x="1096" y="216"/>
                  </a:lnTo>
                  <a:lnTo>
                    <a:pt x="1048" y="19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9" name=""/>
            <p:cNvSpPr/>
            <p:nvPr/>
          </p:nvSpPr>
          <p:spPr>
            <a:xfrm>
              <a:off x="5151960" y="1725480"/>
              <a:ext cx="3550320" cy="1639440"/>
            </a:xfrm>
            <a:custGeom>
              <a:avLst/>
              <a:gdLst/>
              <a:ahLst/>
              <a:rect l="l" t="t" r="r" b="b"/>
              <a:pathLst>
                <a:path w="2065" h="1033">
                  <a:moveTo>
                    <a:pt x="1048" y="192"/>
                  </a:moveTo>
                  <a:lnTo>
                    <a:pt x="1040" y="200"/>
                  </a:lnTo>
                  <a:lnTo>
                    <a:pt x="1048" y="216"/>
                  </a:lnTo>
                  <a:lnTo>
                    <a:pt x="1016" y="232"/>
                  </a:lnTo>
                  <a:lnTo>
                    <a:pt x="1008" y="232"/>
                  </a:lnTo>
                  <a:lnTo>
                    <a:pt x="1016" y="208"/>
                  </a:lnTo>
                  <a:lnTo>
                    <a:pt x="1096" y="136"/>
                  </a:lnTo>
                  <a:lnTo>
                    <a:pt x="1096" y="88"/>
                  </a:lnTo>
                  <a:lnTo>
                    <a:pt x="1064" y="56"/>
                  </a:lnTo>
                  <a:lnTo>
                    <a:pt x="1024" y="56"/>
                  </a:lnTo>
                  <a:lnTo>
                    <a:pt x="1024" y="72"/>
                  </a:lnTo>
                  <a:lnTo>
                    <a:pt x="1000" y="72"/>
                  </a:lnTo>
                  <a:lnTo>
                    <a:pt x="1016" y="40"/>
                  </a:lnTo>
                  <a:lnTo>
                    <a:pt x="976" y="32"/>
                  </a:lnTo>
                  <a:lnTo>
                    <a:pt x="1000" y="16"/>
                  </a:lnTo>
                  <a:lnTo>
                    <a:pt x="976" y="0"/>
                  </a:lnTo>
                  <a:lnTo>
                    <a:pt x="936" y="40"/>
                  </a:lnTo>
                  <a:lnTo>
                    <a:pt x="936" y="72"/>
                  </a:lnTo>
                  <a:lnTo>
                    <a:pt x="912" y="72"/>
                  </a:lnTo>
                  <a:lnTo>
                    <a:pt x="840" y="88"/>
                  </a:lnTo>
                  <a:lnTo>
                    <a:pt x="776" y="128"/>
                  </a:lnTo>
                  <a:lnTo>
                    <a:pt x="752" y="160"/>
                  </a:lnTo>
                  <a:lnTo>
                    <a:pt x="760" y="200"/>
                  </a:lnTo>
                  <a:lnTo>
                    <a:pt x="672" y="216"/>
                  </a:lnTo>
                  <a:lnTo>
                    <a:pt x="680" y="264"/>
                  </a:lnTo>
                  <a:lnTo>
                    <a:pt x="704" y="288"/>
                  </a:lnTo>
                  <a:lnTo>
                    <a:pt x="688" y="296"/>
                  </a:lnTo>
                  <a:lnTo>
                    <a:pt x="664" y="264"/>
                  </a:lnTo>
                  <a:lnTo>
                    <a:pt x="640" y="256"/>
                  </a:lnTo>
                  <a:lnTo>
                    <a:pt x="632" y="264"/>
                  </a:lnTo>
                  <a:lnTo>
                    <a:pt x="616" y="248"/>
                  </a:lnTo>
                  <a:lnTo>
                    <a:pt x="600" y="232"/>
                  </a:lnTo>
                  <a:lnTo>
                    <a:pt x="600" y="240"/>
                  </a:lnTo>
                  <a:lnTo>
                    <a:pt x="608" y="264"/>
                  </a:lnTo>
                  <a:lnTo>
                    <a:pt x="584" y="304"/>
                  </a:lnTo>
                  <a:lnTo>
                    <a:pt x="600" y="336"/>
                  </a:lnTo>
                  <a:lnTo>
                    <a:pt x="592" y="368"/>
                  </a:lnTo>
                  <a:lnTo>
                    <a:pt x="592" y="392"/>
                  </a:lnTo>
                  <a:lnTo>
                    <a:pt x="616" y="392"/>
                  </a:lnTo>
                  <a:lnTo>
                    <a:pt x="600" y="400"/>
                  </a:lnTo>
                  <a:lnTo>
                    <a:pt x="608" y="440"/>
                  </a:lnTo>
                  <a:lnTo>
                    <a:pt x="560" y="480"/>
                  </a:lnTo>
                  <a:lnTo>
                    <a:pt x="552" y="472"/>
                  </a:lnTo>
                  <a:lnTo>
                    <a:pt x="584" y="432"/>
                  </a:lnTo>
                  <a:lnTo>
                    <a:pt x="592" y="408"/>
                  </a:lnTo>
                  <a:lnTo>
                    <a:pt x="576" y="392"/>
                  </a:lnTo>
                  <a:lnTo>
                    <a:pt x="576" y="312"/>
                  </a:lnTo>
                  <a:lnTo>
                    <a:pt x="568" y="296"/>
                  </a:lnTo>
                  <a:lnTo>
                    <a:pt x="576" y="248"/>
                  </a:lnTo>
                  <a:lnTo>
                    <a:pt x="560" y="240"/>
                  </a:lnTo>
                  <a:lnTo>
                    <a:pt x="568" y="232"/>
                  </a:lnTo>
                  <a:lnTo>
                    <a:pt x="560" y="216"/>
                  </a:lnTo>
                  <a:lnTo>
                    <a:pt x="544" y="224"/>
                  </a:lnTo>
                  <a:lnTo>
                    <a:pt x="504" y="328"/>
                  </a:lnTo>
                  <a:lnTo>
                    <a:pt x="504" y="368"/>
                  </a:lnTo>
                  <a:lnTo>
                    <a:pt x="528" y="400"/>
                  </a:lnTo>
                  <a:lnTo>
                    <a:pt x="528" y="416"/>
                  </a:lnTo>
                  <a:lnTo>
                    <a:pt x="504" y="400"/>
                  </a:lnTo>
                  <a:lnTo>
                    <a:pt x="408" y="336"/>
                  </a:lnTo>
                  <a:lnTo>
                    <a:pt x="400" y="352"/>
                  </a:lnTo>
                  <a:lnTo>
                    <a:pt x="432" y="392"/>
                  </a:lnTo>
                  <a:lnTo>
                    <a:pt x="416" y="400"/>
                  </a:lnTo>
                  <a:lnTo>
                    <a:pt x="408" y="392"/>
                  </a:lnTo>
                  <a:lnTo>
                    <a:pt x="360" y="408"/>
                  </a:lnTo>
                  <a:lnTo>
                    <a:pt x="352" y="424"/>
                  </a:lnTo>
                  <a:lnTo>
                    <a:pt x="344" y="408"/>
                  </a:lnTo>
                  <a:lnTo>
                    <a:pt x="344" y="392"/>
                  </a:lnTo>
                  <a:lnTo>
                    <a:pt x="264" y="440"/>
                  </a:lnTo>
                  <a:lnTo>
                    <a:pt x="264" y="456"/>
                  </a:lnTo>
                  <a:lnTo>
                    <a:pt x="248" y="464"/>
                  </a:lnTo>
                  <a:lnTo>
                    <a:pt x="224" y="448"/>
                  </a:lnTo>
                  <a:lnTo>
                    <a:pt x="248" y="432"/>
                  </a:lnTo>
                  <a:lnTo>
                    <a:pt x="240" y="408"/>
                  </a:lnTo>
                  <a:lnTo>
                    <a:pt x="208" y="400"/>
                  </a:lnTo>
                  <a:lnTo>
                    <a:pt x="216" y="416"/>
                  </a:lnTo>
                  <a:lnTo>
                    <a:pt x="216" y="456"/>
                  </a:lnTo>
                  <a:lnTo>
                    <a:pt x="224" y="472"/>
                  </a:lnTo>
                  <a:lnTo>
                    <a:pt x="216" y="488"/>
                  </a:lnTo>
                  <a:lnTo>
                    <a:pt x="192" y="480"/>
                  </a:lnTo>
                  <a:lnTo>
                    <a:pt x="160" y="504"/>
                  </a:lnTo>
                  <a:lnTo>
                    <a:pt x="176" y="536"/>
                  </a:lnTo>
                  <a:lnTo>
                    <a:pt x="128" y="520"/>
                  </a:lnTo>
                  <a:lnTo>
                    <a:pt x="120" y="528"/>
                  </a:lnTo>
                  <a:lnTo>
                    <a:pt x="136" y="552"/>
                  </a:lnTo>
                  <a:lnTo>
                    <a:pt x="120" y="552"/>
                  </a:lnTo>
                  <a:lnTo>
                    <a:pt x="96" y="536"/>
                  </a:lnTo>
                  <a:lnTo>
                    <a:pt x="96" y="488"/>
                  </a:lnTo>
                  <a:lnTo>
                    <a:pt x="72" y="472"/>
                  </a:lnTo>
                  <a:lnTo>
                    <a:pt x="64" y="456"/>
                  </a:lnTo>
                  <a:lnTo>
                    <a:pt x="80" y="464"/>
                  </a:lnTo>
                  <a:lnTo>
                    <a:pt x="144" y="488"/>
                  </a:lnTo>
                  <a:lnTo>
                    <a:pt x="184" y="464"/>
                  </a:lnTo>
                  <a:lnTo>
                    <a:pt x="176" y="440"/>
                  </a:lnTo>
                  <a:lnTo>
                    <a:pt x="128" y="392"/>
                  </a:lnTo>
                  <a:lnTo>
                    <a:pt x="80" y="376"/>
                  </a:lnTo>
                  <a:lnTo>
                    <a:pt x="80" y="368"/>
                  </a:lnTo>
                  <a:lnTo>
                    <a:pt x="64" y="360"/>
                  </a:lnTo>
                  <a:lnTo>
                    <a:pt x="48" y="368"/>
                  </a:lnTo>
                  <a:lnTo>
                    <a:pt x="48" y="376"/>
                  </a:lnTo>
                  <a:lnTo>
                    <a:pt x="40" y="376"/>
                  </a:lnTo>
                  <a:lnTo>
                    <a:pt x="24" y="392"/>
                  </a:lnTo>
                  <a:lnTo>
                    <a:pt x="24" y="416"/>
                  </a:lnTo>
                  <a:lnTo>
                    <a:pt x="40" y="432"/>
                  </a:lnTo>
                  <a:lnTo>
                    <a:pt x="32" y="456"/>
                  </a:lnTo>
                  <a:lnTo>
                    <a:pt x="40" y="496"/>
                  </a:lnTo>
                  <a:lnTo>
                    <a:pt x="32" y="520"/>
                  </a:lnTo>
                  <a:lnTo>
                    <a:pt x="48" y="544"/>
                  </a:lnTo>
                  <a:lnTo>
                    <a:pt x="40" y="560"/>
                  </a:lnTo>
                  <a:lnTo>
                    <a:pt x="56" y="576"/>
                  </a:lnTo>
                  <a:lnTo>
                    <a:pt x="56" y="584"/>
                  </a:lnTo>
                  <a:lnTo>
                    <a:pt x="32" y="624"/>
                  </a:lnTo>
                  <a:lnTo>
                    <a:pt x="8" y="640"/>
                  </a:lnTo>
                  <a:lnTo>
                    <a:pt x="16" y="640"/>
                  </a:lnTo>
                  <a:lnTo>
                    <a:pt x="32" y="656"/>
                  </a:lnTo>
                  <a:lnTo>
                    <a:pt x="16" y="672"/>
                  </a:lnTo>
                  <a:lnTo>
                    <a:pt x="8" y="680"/>
                  </a:lnTo>
                  <a:lnTo>
                    <a:pt x="0" y="680"/>
                  </a:lnTo>
                  <a:lnTo>
                    <a:pt x="8" y="704"/>
                  </a:lnTo>
                  <a:lnTo>
                    <a:pt x="8" y="712"/>
                  </a:lnTo>
                  <a:lnTo>
                    <a:pt x="8" y="720"/>
                  </a:lnTo>
                  <a:lnTo>
                    <a:pt x="8" y="728"/>
                  </a:lnTo>
                  <a:lnTo>
                    <a:pt x="16" y="744"/>
                  </a:lnTo>
                  <a:lnTo>
                    <a:pt x="40" y="752"/>
                  </a:lnTo>
                  <a:lnTo>
                    <a:pt x="48" y="760"/>
                  </a:lnTo>
                  <a:lnTo>
                    <a:pt x="48" y="776"/>
                  </a:lnTo>
                  <a:lnTo>
                    <a:pt x="64" y="800"/>
                  </a:lnTo>
                  <a:lnTo>
                    <a:pt x="72" y="800"/>
                  </a:lnTo>
                  <a:lnTo>
                    <a:pt x="64" y="816"/>
                  </a:lnTo>
                  <a:lnTo>
                    <a:pt x="56" y="808"/>
                  </a:lnTo>
                  <a:lnTo>
                    <a:pt x="56" y="816"/>
                  </a:lnTo>
                  <a:lnTo>
                    <a:pt x="64" y="832"/>
                  </a:lnTo>
                  <a:lnTo>
                    <a:pt x="88" y="832"/>
                  </a:lnTo>
                  <a:lnTo>
                    <a:pt x="96" y="840"/>
                  </a:lnTo>
                  <a:lnTo>
                    <a:pt x="88" y="840"/>
                  </a:lnTo>
                  <a:lnTo>
                    <a:pt x="96" y="848"/>
                  </a:lnTo>
                  <a:lnTo>
                    <a:pt x="104" y="848"/>
                  </a:lnTo>
                  <a:lnTo>
                    <a:pt x="112" y="864"/>
                  </a:lnTo>
                  <a:lnTo>
                    <a:pt x="120" y="872"/>
                  </a:lnTo>
                  <a:lnTo>
                    <a:pt x="128" y="864"/>
                  </a:lnTo>
                  <a:lnTo>
                    <a:pt x="168" y="888"/>
                  </a:lnTo>
                  <a:lnTo>
                    <a:pt x="160" y="920"/>
                  </a:lnTo>
                  <a:lnTo>
                    <a:pt x="152" y="912"/>
                  </a:lnTo>
                  <a:lnTo>
                    <a:pt x="144" y="920"/>
                  </a:lnTo>
                  <a:lnTo>
                    <a:pt x="144" y="936"/>
                  </a:lnTo>
                  <a:lnTo>
                    <a:pt x="152" y="928"/>
                  </a:lnTo>
                  <a:lnTo>
                    <a:pt x="160" y="936"/>
                  </a:lnTo>
                  <a:lnTo>
                    <a:pt x="136" y="944"/>
                  </a:lnTo>
                  <a:lnTo>
                    <a:pt x="144" y="952"/>
                  </a:lnTo>
                  <a:lnTo>
                    <a:pt x="128" y="968"/>
                  </a:lnTo>
                  <a:lnTo>
                    <a:pt x="120" y="968"/>
                  </a:lnTo>
                  <a:lnTo>
                    <a:pt x="128" y="968"/>
                  </a:lnTo>
                  <a:lnTo>
                    <a:pt x="160" y="1000"/>
                  </a:lnTo>
                  <a:lnTo>
                    <a:pt x="200" y="1000"/>
                  </a:lnTo>
                  <a:lnTo>
                    <a:pt x="216" y="1008"/>
                  </a:lnTo>
                  <a:lnTo>
                    <a:pt x="232" y="1008"/>
                  </a:lnTo>
                  <a:lnTo>
                    <a:pt x="248" y="1024"/>
                  </a:lnTo>
                  <a:lnTo>
                    <a:pt x="256" y="1032"/>
                  </a:lnTo>
                  <a:lnTo>
                    <a:pt x="264" y="1032"/>
                  </a:lnTo>
                  <a:lnTo>
                    <a:pt x="272" y="1024"/>
                  </a:lnTo>
                  <a:lnTo>
                    <a:pt x="256" y="1008"/>
                  </a:lnTo>
                  <a:lnTo>
                    <a:pt x="256" y="992"/>
                  </a:lnTo>
                  <a:lnTo>
                    <a:pt x="248" y="976"/>
                  </a:lnTo>
                  <a:lnTo>
                    <a:pt x="264" y="952"/>
                  </a:lnTo>
                  <a:lnTo>
                    <a:pt x="272" y="960"/>
                  </a:lnTo>
                  <a:lnTo>
                    <a:pt x="280" y="952"/>
                  </a:lnTo>
                  <a:lnTo>
                    <a:pt x="280" y="944"/>
                  </a:lnTo>
                  <a:lnTo>
                    <a:pt x="272" y="944"/>
                  </a:lnTo>
                  <a:lnTo>
                    <a:pt x="280" y="936"/>
                  </a:lnTo>
                  <a:lnTo>
                    <a:pt x="272" y="920"/>
                  </a:lnTo>
                  <a:lnTo>
                    <a:pt x="256" y="920"/>
                  </a:lnTo>
                  <a:lnTo>
                    <a:pt x="248" y="904"/>
                  </a:lnTo>
                  <a:lnTo>
                    <a:pt x="256" y="864"/>
                  </a:lnTo>
                  <a:lnTo>
                    <a:pt x="272" y="880"/>
                  </a:lnTo>
                  <a:lnTo>
                    <a:pt x="280" y="880"/>
                  </a:lnTo>
                  <a:lnTo>
                    <a:pt x="272" y="864"/>
                  </a:lnTo>
                  <a:lnTo>
                    <a:pt x="296" y="840"/>
                  </a:lnTo>
                  <a:lnTo>
                    <a:pt x="312" y="848"/>
                  </a:lnTo>
                  <a:lnTo>
                    <a:pt x="320" y="840"/>
                  </a:lnTo>
                  <a:lnTo>
                    <a:pt x="336" y="848"/>
                  </a:lnTo>
                  <a:lnTo>
                    <a:pt x="360" y="864"/>
                  </a:lnTo>
                  <a:lnTo>
                    <a:pt x="376" y="856"/>
                  </a:lnTo>
                  <a:lnTo>
                    <a:pt x="392" y="856"/>
                  </a:lnTo>
                  <a:lnTo>
                    <a:pt x="400" y="864"/>
                  </a:lnTo>
                  <a:lnTo>
                    <a:pt x="432" y="864"/>
                  </a:lnTo>
                  <a:lnTo>
                    <a:pt x="440" y="848"/>
                  </a:lnTo>
                  <a:lnTo>
                    <a:pt x="416" y="840"/>
                  </a:lnTo>
                  <a:lnTo>
                    <a:pt x="432" y="832"/>
                  </a:lnTo>
                  <a:lnTo>
                    <a:pt x="424" y="824"/>
                  </a:lnTo>
                  <a:lnTo>
                    <a:pt x="432" y="816"/>
                  </a:lnTo>
                  <a:lnTo>
                    <a:pt x="432" y="792"/>
                  </a:lnTo>
                  <a:lnTo>
                    <a:pt x="448" y="800"/>
                  </a:lnTo>
                  <a:lnTo>
                    <a:pt x="520" y="776"/>
                  </a:lnTo>
                  <a:lnTo>
                    <a:pt x="520" y="768"/>
                  </a:lnTo>
                  <a:lnTo>
                    <a:pt x="528" y="768"/>
                  </a:lnTo>
                  <a:lnTo>
                    <a:pt x="552" y="768"/>
                  </a:lnTo>
                  <a:lnTo>
                    <a:pt x="560" y="784"/>
                  </a:lnTo>
                  <a:lnTo>
                    <a:pt x="560" y="792"/>
                  </a:lnTo>
                  <a:lnTo>
                    <a:pt x="568" y="792"/>
                  </a:lnTo>
                  <a:lnTo>
                    <a:pt x="584" y="800"/>
                  </a:lnTo>
                  <a:lnTo>
                    <a:pt x="584" y="808"/>
                  </a:lnTo>
                  <a:lnTo>
                    <a:pt x="600" y="808"/>
                  </a:lnTo>
                  <a:lnTo>
                    <a:pt x="616" y="792"/>
                  </a:lnTo>
                  <a:lnTo>
                    <a:pt x="632" y="784"/>
                  </a:lnTo>
                  <a:lnTo>
                    <a:pt x="640" y="808"/>
                  </a:lnTo>
                  <a:lnTo>
                    <a:pt x="672" y="864"/>
                  </a:lnTo>
                  <a:lnTo>
                    <a:pt x="680" y="848"/>
                  </a:lnTo>
                  <a:lnTo>
                    <a:pt x="688" y="864"/>
                  </a:lnTo>
                  <a:lnTo>
                    <a:pt x="712" y="856"/>
                  </a:lnTo>
                  <a:lnTo>
                    <a:pt x="736" y="880"/>
                  </a:lnTo>
                  <a:lnTo>
                    <a:pt x="752" y="888"/>
                  </a:lnTo>
                  <a:lnTo>
                    <a:pt x="752" y="880"/>
                  </a:lnTo>
                  <a:lnTo>
                    <a:pt x="760" y="896"/>
                  </a:lnTo>
                  <a:lnTo>
                    <a:pt x="752" y="904"/>
                  </a:lnTo>
                  <a:lnTo>
                    <a:pt x="768" y="896"/>
                  </a:lnTo>
                  <a:lnTo>
                    <a:pt x="776" y="888"/>
                  </a:lnTo>
                  <a:lnTo>
                    <a:pt x="816" y="864"/>
                  </a:lnTo>
                  <a:lnTo>
                    <a:pt x="848" y="872"/>
                  </a:lnTo>
                  <a:lnTo>
                    <a:pt x="864" y="880"/>
                  </a:lnTo>
                  <a:lnTo>
                    <a:pt x="896" y="880"/>
                  </a:lnTo>
                  <a:lnTo>
                    <a:pt x="896" y="864"/>
                  </a:lnTo>
                  <a:lnTo>
                    <a:pt x="896" y="848"/>
                  </a:lnTo>
                  <a:lnTo>
                    <a:pt x="912" y="840"/>
                  </a:lnTo>
                  <a:lnTo>
                    <a:pt x="944" y="848"/>
                  </a:lnTo>
                  <a:lnTo>
                    <a:pt x="960" y="872"/>
                  </a:lnTo>
                  <a:lnTo>
                    <a:pt x="968" y="872"/>
                  </a:lnTo>
                  <a:lnTo>
                    <a:pt x="984" y="864"/>
                  </a:lnTo>
                  <a:lnTo>
                    <a:pt x="1032" y="888"/>
                  </a:lnTo>
                  <a:lnTo>
                    <a:pt x="1056" y="896"/>
                  </a:lnTo>
                  <a:lnTo>
                    <a:pt x="1088" y="888"/>
                  </a:lnTo>
                  <a:lnTo>
                    <a:pt x="1104" y="872"/>
                  </a:lnTo>
                  <a:lnTo>
                    <a:pt x="1128" y="880"/>
                  </a:lnTo>
                  <a:lnTo>
                    <a:pt x="1144" y="888"/>
                  </a:lnTo>
                  <a:lnTo>
                    <a:pt x="1168" y="880"/>
                  </a:lnTo>
                  <a:lnTo>
                    <a:pt x="1176" y="848"/>
                  </a:lnTo>
                  <a:lnTo>
                    <a:pt x="1184" y="840"/>
                  </a:lnTo>
                  <a:lnTo>
                    <a:pt x="1184" y="832"/>
                  </a:lnTo>
                  <a:lnTo>
                    <a:pt x="1176" y="832"/>
                  </a:lnTo>
                  <a:lnTo>
                    <a:pt x="1184" y="816"/>
                  </a:lnTo>
                  <a:lnTo>
                    <a:pt x="1216" y="808"/>
                  </a:lnTo>
                  <a:lnTo>
                    <a:pt x="1240" y="816"/>
                  </a:lnTo>
                  <a:lnTo>
                    <a:pt x="1256" y="832"/>
                  </a:lnTo>
                  <a:lnTo>
                    <a:pt x="1272" y="888"/>
                  </a:lnTo>
                  <a:lnTo>
                    <a:pt x="1288" y="888"/>
                  </a:lnTo>
                  <a:lnTo>
                    <a:pt x="1312" y="904"/>
                  </a:lnTo>
                  <a:lnTo>
                    <a:pt x="1312" y="920"/>
                  </a:lnTo>
                  <a:lnTo>
                    <a:pt x="1328" y="920"/>
                  </a:lnTo>
                  <a:lnTo>
                    <a:pt x="1360" y="912"/>
                  </a:lnTo>
                  <a:lnTo>
                    <a:pt x="1360" y="928"/>
                  </a:lnTo>
                  <a:lnTo>
                    <a:pt x="1336" y="976"/>
                  </a:lnTo>
                  <a:lnTo>
                    <a:pt x="1328" y="968"/>
                  </a:lnTo>
                  <a:lnTo>
                    <a:pt x="1312" y="976"/>
                  </a:lnTo>
                  <a:lnTo>
                    <a:pt x="1320" y="1000"/>
                  </a:lnTo>
                  <a:lnTo>
                    <a:pt x="1312" y="1016"/>
                  </a:lnTo>
                  <a:lnTo>
                    <a:pt x="1320" y="1000"/>
                  </a:lnTo>
                  <a:lnTo>
                    <a:pt x="1328" y="1000"/>
                  </a:lnTo>
                  <a:lnTo>
                    <a:pt x="1328" y="1008"/>
                  </a:lnTo>
                  <a:lnTo>
                    <a:pt x="1336" y="1016"/>
                  </a:lnTo>
                  <a:lnTo>
                    <a:pt x="1360" y="1000"/>
                  </a:lnTo>
                  <a:lnTo>
                    <a:pt x="1432" y="912"/>
                  </a:lnTo>
                  <a:lnTo>
                    <a:pt x="1432" y="856"/>
                  </a:lnTo>
                  <a:lnTo>
                    <a:pt x="1440" y="840"/>
                  </a:lnTo>
                  <a:lnTo>
                    <a:pt x="1440" y="816"/>
                  </a:lnTo>
                  <a:lnTo>
                    <a:pt x="1424" y="792"/>
                  </a:lnTo>
                  <a:lnTo>
                    <a:pt x="1416" y="792"/>
                  </a:lnTo>
                  <a:lnTo>
                    <a:pt x="1408" y="808"/>
                  </a:lnTo>
                  <a:lnTo>
                    <a:pt x="1392" y="808"/>
                  </a:lnTo>
                  <a:lnTo>
                    <a:pt x="1400" y="792"/>
                  </a:lnTo>
                  <a:lnTo>
                    <a:pt x="1392" y="792"/>
                  </a:lnTo>
                  <a:lnTo>
                    <a:pt x="1384" y="784"/>
                  </a:lnTo>
                  <a:lnTo>
                    <a:pt x="1368" y="784"/>
                  </a:lnTo>
                  <a:lnTo>
                    <a:pt x="1368" y="776"/>
                  </a:lnTo>
                  <a:lnTo>
                    <a:pt x="1392" y="752"/>
                  </a:lnTo>
                  <a:lnTo>
                    <a:pt x="1464" y="680"/>
                  </a:lnTo>
                  <a:lnTo>
                    <a:pt x="1496" y="672"/>
                  </a:lnTo>
                  <a:lnTo>
                    <a:pt x="1504" y="680"/>
                  </a:lnTo>
                  <a:lnTo>
                    <a:pt x="1512" y="672"/>
                  </a:lnTo>
                  <a:lnTo>
                    <a:pt x="1536" y="680"/>
                  </a:lnTo>
                  <a:lnTo>
                    <a:pt x="1544" y="664"/>
                  </a:lnTo>
                  <a:lnTo>
                    <a:pt x="1568" y="672"/>
                  </a:lnTo>
                  <a:lnTo>
                    <a:pt x="1576" y="672"/>
                  </a:lnTo>
                  <a:lnTo>
                    <a:pt x="1568" y="680"/>
                  </a:lnTo>
                  <a:lnTo>
                    <a:pt x="1568" y="688"/>
                  </a:lnTo>
                  <a:lnTo>
                    <a:pt x="1616" y="680"/>
                  </a:lnTo>
                  <a:lnTo>
                    <a:pt x="1608" y="672"/>
                  </a:lnTo>
                  <a:lnTo>
                    <a:pt x="1640" y="616"/>
                  </a:lnTo>
                  <a:lnTo>
                    <a:pt x="1680" y="608"/>
                  </a:lnTo>
                  <a:lnTo>
                    <a:pt x="1680" y="624"/>
                  </a:lnTo>
                  <a:lnTo>
                    <a:pt x="1680" y="640"/>
                  </a:lnTo>
                  <a:lnTo>
                    <a:pt x="1720" y="616"/>
                  </a:lnTo>
                  <a:lnTo>
                    <a:pt x="1720" y="592"/>
                  </a:lnTo>
                  <a:lnTo>
                    <a:pt x="1736" y="592"/>
                  </a:lnTo>
                  <a:lnTo>
                    <a:pt x="1728" y="600"/>
                  </a:lnTo>
                  <a:lnTo>
                    <a:pt x="1720" y="640"/>
                  </a:lnTo>
                  <a:lnTo>
                    <a:pt x="1704" y="648"/>
                  </a:lnTo>
                  <a:lnTo>
                    <a:pt x="1656" y="704"/>
                  </a:lnTo>
                  <a:lnTo>
                    <a:pt x="1640" y="712"/>
                  </a:lnTo>
                  <a:lnTo>
                    <a:pt x="1624" y="768"/>
                  </a:lnTo>
                  <a:lnTo>
                    <a:pt x="1640" y="864"/>
                  </a:lnTo>
                  <a:lnTo>
                    <a:pt x="1656" y="848"/>
                  </a:lnTo>
                  <a:lnTo>
                    <a:pt x="1672" y="816"/>
                  </a:lnTo>
                  <a:lnTo>
                    <a:pt x="1680" y="816"/>
                  </a:lnTo>
                  <a:lnTo>
                    <a:pt x="1680" y="792"/>
                  </a:lnTo>
                  <a:lnTo>
                    <a:pt x="1688" y="792"/>
                  </a:lnTo>
                  <a:lnTo>
                    <a:pt x="1704" y="784"/>
                  </a:lnTo>
                  <a:lnTo>
                    <a:pt x="1696" y="760"/>
                  </a:lnTo>
                  <a:lnTo>
                    <a:pt x="1712" y="752"/>
                  </a:lnTo>
                  <a:lnTo>
                    <a:pt x="1720" y="752"/>
                  </a:lnTo>
                  <a:lnTo>
                    <a:pt x="1720" y="736"/>
                  </a:lnTo>
                  <a:lnTo>
                    <a:pt x="1712" y="736"/>
                  </a:lnTo>
                  <a:lnTo>
                    <a:pt x="1720" y="712"/>
                  </a:lnTo>
                  <a:lnTo>
                    <a:pt x="1712" y="712"/>
                  </a:lnTo>
                  <a:lnTo>
                    <a:pt x="1704" y="712"/>
                  </a:lnTo>
                  <a:lnTo>
                    <a:pt x="1704" y="704"/>
                  </a:lnTo>
                  <a:lnTo>
                    <a:pt x="1720" y="680"/>
                  </a:lnTo>
                  <a:lnTo>
                    <a:pt x="1720" y="664"/>
                  </a:lnTo>
                  <a:lnTo>
                    <a:pt x="1736" y="664"/>
                  </a:lnTo>
                  <a:lnTo>
                    <a:pt x="1760" y="648"/>
                  </a:lnTo>
                  <a:lnTo>
                    <a:pt x="1760" y="664"/>
                  </a:lnTo>
                  <a:lnTo>
                    <a:pt x="1768" y="656"/>
                  </a:lnTo>
                  <a:lnTo>
                    <a:pt x="1792" y="648"/>
                  </a:lnTo>
                  <a:lnTo>
                    <a:pt x="1808" y="664"/>
                  </a:lnTo>
                  <a:lnTo>
                    <a:pt x="1816" y="648"/>
                  </a:lnTo>
                  <a:lnTo>
                    <a:pt x="1896" y="592"/>
                  </a:lnTo>
                  <a:lnTo>
                    <a:pt x="1920" y="600"/>
                  </a:lnTo>
                  <a:lnTo>
                    <a:pt x="1928" y="592"/>
                  </a:lnTo>
                  <a:lnTo>
                    <a:pt x="1912" y="544"/>
                  </a:lnTo>
                  <a:lnTo>
                    <a:pt x="1904" y="544"/>
                  </a:lnTo>
                  <a:lnTo>
                    <a:pt x="1904" y="528"/>
                  </a:lnTo>
                  <a:lnTo>
                    <a:pt x="1912" y="528"/>
                  </a:lnTo>
                  <a:lnTo>
                    <a:pt x="1928" y="520"/>
                  </a:lnTo>
                  <a:lnTo>
                    <a:pt x="1944" y="504"/>
                  </a:lnTo>
                  <a:lnTo>
                    <a:pt x="1936" y="488"/>
                  </a:lnTo>
                  <a:lnTo>
                    <a:pt x="1944" y="480"/>
                  </a:lnTo>
                  <a:lnTo>
                    <a:pt x="1952" y="504"/>
                  </a:lnTo>
                  <a:lnTo>
                    <a:pt x="1968" y="504"/>
                  </a:lnTo>
                  <a:lnTo>
                    <a:pt x="1984" y="520"/>
                  </a:lnTo>
                  <a:lnTo>
                    <a:pt x="2024" y="544"/>
                  </a:lnTo>
                  <a:lnTo>
                    <a:pt x="2032" y="520"/>
                  </a:lnTo>
                  <a:lnTo>
                    <a:pt x="2032" y="504"/>
                  </a:lnTo>
                  <a:lnTo>
                    <a:pt x="2048" y="504"/>
                  </a:lnTo>
                  <a:lnTo>
                    <a:pt x="2064" y="488"/>
                  </a:lnTo>
                  <a:lnTo>
                    <a:pt x="2040" y="464"/>
                  </a:lnTo>
                  <a:lnTo>
                    <a:pt x="2000" y="456"/>
                  </a:lnTo>
                  <a:lnTo>
                    <a:pt x="1928" y="392"/>
                  </a:lnTo>
                  <a:lnTo>
                    <a:pt x="1880" y="360"/>
                  </a:lnTo>
                  <a:lnTo>
                    <a:pt x="1816" y="352"/>
                  </a:lnTo>
                  <a:lnTo>
                    <a:pt x="1816" y="392"/>
                  </a:lnTo>
                  <a:lnTo>
                    <a:pt x="1800" y="400"/>
                  </a:lnTo>
                  <a:lnTo>
                    <a:pt x="1784" y="384"/>
                  </a:lnTo>
                  <a:lnTo>
                    <a:pt x="1784" y="368"/>
                  </a:lnTo>
                  <a:lnTo>
                    <a:pt x="1792" y="368"/>
                  </a:lnTo>
                  <a:lnTo>
                    <a:pt x="1800" y="360"/>
                  </a:lnTo>
                  <a:lnTo>
                    <a:pt x="1784" y="360"/>
                  </a:lnTo>
                  <a:lnTo>
                    <a:pt x="1768" y="376"/>
                  </a:lnTo>
                  <a:lnTo>
                    <a:pt x="1728" y="368"/>
                  </a:lnTo>
                  <a:lnTo>
                    <a:pt x="1688" y="368"/>
                  </a:lnTo>
                  <a:lnTo>
                    <a:pt x="1672" y="360"/>
                  </a:lnTo>
                  <a:lnTo>
                    <a:pt x="1680" y="344"/>
                  </a:lnTo>
                  <a:lnTo>
                    <a:pt x="1664" y="320"/>
                  </a:lnTo>
                  <a:lnTo>
                    <a:pt x="1632" y="312"/>
                  </a:lnTo>
                  <a:lnTo>
                    <a:pt x="1584" y="328"/>
                  </a:lnTo>
                  <a:lnTo>
                    <a:pt x="1576" y="304"/>
                  </a:lnTo>
                  <a:lnTo>
                    <a:pt x="1560" y="304"/>
                  </a:lnTo>
                  <a:lnTo>
                    <a:pt x="1552" y="296"/>
                  </a:lnTo>
                  <a:lnTo>
                    <a:pt x="1552" y="272"/>
                  </a:lnTo>
                  <a:lnTo>
                    <a:pt x="1496" y="256"/>
                  </a:lnTo>
                  <a:lnTo>
                    <a:pt x="1432" y="240"/>
                  </a:lnTo>
                  <a:lnTo>
                    <a:pt x="1416" y="272"/>
                  </a:lnTo>
                  <a:lnTo>
                    <a:pt x="1432" y="296"/>
                  </a:lnTo>
                  <a:lnTo>
                    <a:pt x="1384" y="296"/>
                  </a:lnTo>
                  <a:lnTo>
                    <a:pt x="1376" y="296"/>
                  </a:lnTo>
                  <a:lnTo>
                    <a:pt x="1360" y="304"/>
                  </a:lnTo>
                  <a:lnTo>
                    <a:pt x="1336" y="280"/>
                  </a:lnTo>
                  <a:lnTo>
                    <a:pt x="1320" y="328"/>
                  </a:lnTo>
                  <a:lnTo>
                    <a:pt x="1304" y="320"/>
                  </a:lnTo>
                  <a:lnTo>
                    <a:pt x="1288" y="288"/>
                  </a:lnTo>
                  <a:lnTo>
                    <a:pt x="1296" y="248"/>
                  </a:lnTo>
                  <a:lnTo>
                    <a:pt x="1280" y="224"/>
                  </a:lnTo>
                  <a:lnTo>
                    <a:pt x="1232" y="208"/>
                  </a:lnTo>
                  <a:lnTo>
                    <a:pt x="1216" y="208"/>
                  </a:lnTo>
                  <a:lnTo>
                    <a:pt x="1208" y="224"/>
                  </a:lnTo>
                  <a:lnTo>
                    <a:pt x="1216" y="240"/>
                  </a:lnTo>
                  <a:lnTo>
                    <a:pt x="1152" y="232"/>
                  </a:lnTo>
                  <a:lnTo>
                    <a:pt x="1160" y="208"/>
                  </a:lnTo>
                  <a:lnTo>
                    <a:pt x="1120" y="200"/>
                  </a:lnTo>
                  <a:lnTo>
                    <a:pt x="1096" y="216"/>
                  </a:lnTo>
                  <a:lnTo>
                    <a:pt x="1048" y="19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0" name=""/>
            <p:cNvSpPr/>
            <p:nvPr/>
          </p:nvSpPr>
          <p:spPr>
            <a:xfrm>
              <a:off x="5042520" y="3046320"/>
              <a:ext cx="399960" cy="242280"/>
            </a:xfrm>
            <a:custGeom>
              <a:avLst/>
              <a:gdLst/>
              <a:ahLst/>
              <a:rect l="l" t="t" r="r" b="b"/>
              <a:pathLst>
                <a:path w="233" h="153">
                  <a:moveTo>
                    <a:pt x="96" y="136"/>
                  </a:moveTo>
                  <a:lnTo>
                    <a:pt x="96" y="136"/>
                  </a:lnTo>
                  <a:lnTo>
                    <a:pt x="80" y="136"/>
                  </a:lnTo>
                  <a:lnTo>
                    <a:pt x="80" y="128"/>
                  </a:lnTo>
                  <a:lnTo>
                    <a:pt x="88" y="112"/>
                  </a:lnTo>
                  <a:lnTo>
                    <a:pt x="104" y="112"/>
                  </a:lnTo>
                  <a:lnTo>
                    <a:pt x="104" y="104"/>
                  </a:lnTo>
                  <a:lnTo>
                    <a:pt x="96" y="88"/>
                  </a:lnTo>
                  <a:lnTo>
                    <a:pt x="96" y="80"/>
                  </a:lnTo>
                  <a:lnTo>
                    <a:pt x="72" y="72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8"/>
                  </a:lnTo>
                  <a:lnTo>
                    <a:pt x="8" y="88"/>
                  </a:lnTo>
                  <a:lnTo>
                    <a:pt x="0" y="80"/>
                  </a:lnTo>
                  <a:lnTo>
                    <a:pt x="8" y="64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16" y="16"/>
                  </a:lnTo>
                  <a:lnTo>
                    <a:pt x="32" y="8"/>
                  </a:lnTo>
                  <a:lnTo>
                    <a:pt x="48" y="8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96" y="16"/>
                  </a:lnTo>
                  <a:lnTo>
                    <a:pt x="112" y="16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52" y="0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76" y="32"/>
                  </a:lnTo>
                  <a:lnTo>
                    <a:pt x="184" y="40"/>
                  </a:lnTo>
                  <a:lnTo>
                    <a:pt x="192" y="32"/>
                  </a:lnTo>
                  <a:lnTo>
                    <a:pt x="232" y="56"/>
                  </a:lnTo>
                  <a:lnTo>
                    <a:pt x="224" y="88"/>
                  </a:lnTo>
                  <a:lnTo>
                    <a:pt x="216" y="80"/>
                  </a:lnTo>
                  <a:lnTo>
                    <a:pt x="208" y="88"/>
                  </a:lnTo>
                  <a:lnTo>
                    <a:pt x="208" y="104"/>
                  </a:lnTo>
                  <a:lnTo>
                    <a:pt x="200" y="104"/>
                  </a:lnTo>
                  <a:lnTo>
                    <a:pt x="160" y="128"/>
                  </a:lnTo>
                  <a:lnTo>
                    <a:pt x="176" y="136"/>
                  </a:lnTo>
                  <a:lnTo>
                    <a:pt x="184" y="136"/>
                  </a:lnTo>
                  <a:lnTo>
                    <a:pt x="176" y="136"/>
                  </a:lnTo>
                  <a:lnTo>
                    <a:pt x="152" y="152"/>
                  </a:lnTo>
                  <a:lnTo>
                    <a:pt x="144" y="152"/>
                  </a:lnTo>
                  <a:lnTo>
                    <a:pt x="144" y="144"/>
                  </a:lnTo>
                  <a:lnTo>
                    <a:pt x="136" y="136"/>
                  </a:lnTo>
                  <a:lnTo>
                    <a:pt x="152" y="128"/>
                  </a:lnTo>
                  <a:lnTo>
                    <a:pt x="128" y="120"/>
                  </a:lnTo>
                  <a:lnTo>
                    <a:pt x="128" y="112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96" y="128"/>
                  </a:lnTo>
                  <a:lnTo>
                    <a:pt x="96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1" name=""/>
            <p:cNvSpPr/>
            <p:nvPr/>
          </p:nvSpPr>
          <p:spPr>
            <a:xfrm>
              <a:off x="5042520" y="3046320"/>
              <a:ext cx="399960" cy="242280"/>
            </a:xfrm>
            <a:custGeom>
              <a:avLst/>
              <a:gdLst/>
              <a:ahLst/>
              <a:rect l="l" t="t" r="r" b="b"/>
              <a:pathLst>
                <a:path w="233" h="153">
                  <a:moveTo>
                    <a:pt x="96" y="136"/>
                  </a:moveTo>
                  <a:lnTo>
                    <a:pt x="80" y="136"/>
                  </a:lnTo>
                  <a:lnTo>
                    <a:pt x="80" y="128"/>
                  </a:lnTo>
                  <a:lnTo>
                    <a:pt x="88" y="112"/>
                  </a:lnTo>
                  <a:lnTo>
                    <a:pt x="104" y="112"/>
                  </a:lnTo>
                  <a:lnTo>
                    <a:pt x="104" y="104"/>
                  </a:lnTo>
                  <a:lnTo>
                    <a:pt x="96" y="88"/>
                  </a:lnTo>
                  <a:lnTo>
                    <a:pt x="96" y="80"/>
                  </a:lnTo>
                  <a:lnTo>
                    <a:pt x="72" y="72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8"/>
                  </a:lnTo>
                  <a:lnTo>
                    <a:pt x="8" y="88"/>
                  </a:lnTo>
                  <a:lnTo>
                    <a:pt x="0" y="80"/>
                  </a:lnTo>
                  <a:lnTo>
                    <a:pt x="8" y="64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16" y="16"/>
                  </a:lnTo>
                  <a:lnTo>
                    <a:pt x="32" y="8"/>
                  </a:lnTo>
                  <a:lnTo>
                    <a:pt x="48" y="8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8" y="16"/>
                  </a:lnTo>
                  <a:lnTo>
                    <a:pt x="96" y="16"/>
                  </a:lnTo>
                  <a:lnTo>
                    <a:pt x="112" y="16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52" y="0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76" y="32"/>
                  </a:lnTo>
                  <a:lnTo>
                    <a:pt x="184" y="40"/>
                  </a:lnTo>
                  <a:lnTo>
                    <a:pt x="192" y="32"/>
                  </a:lnTo>
                  <a:lnTo>
                    <a:pt x="232" y="56"/>
                  </a:lnTo>
                  <a:lnTo>
                    <a:pt x="224" y="88"/>
                  </a:lnTo>
                  <a:lnTo>
                    <a:pt x="216" y="80"/>
                  </a:lnTo>
                  <a:lnTo>
                    <a:pt x="208" y="88"/>
                  </a:lnTo>
                  <a:lnTo>
                    <a:pt x="208" y="104"/>
                  </a:lnTo>
                  <a:lnTo>
                    <a:pt x="200" y="104"/>
                  </a:lnTo>
                  <a:lnTo>
                    <a:pt x="160" y="128"/>
                  </a:lnTo>
                  <a:lnTo>
                    <a:pt x="176" y="136"/>
                  </a:lnTo>
                  <a:lnTo>
                    <a:pt x="184" y="136"/>
                  </a:lnTo>
                  <a:lnTo>
                    <a:pt x="176" y="136"/>
                  </a:lnTo>
                  <a:lnTo>
                    <a:pt x="152" y="152"/>
                  </a:lnTo>
                  <a:lnTo>
                    <a:pt x="144" y="152"/>
                  </a:lnTo>
                  <a:lnTo>
                    <a:pt x="144" y="144"/>
                  </a:lnTo>
                  <a:lnTo>
                    <a:pt x="136" y="136"/>
                  </a:lnTo>
                  <a:lnTo>
                    <a:pt x="152" y="128"/>
                  </a:lnTo>
                  <a:lnTo>
                    <a:pt x="128" y="120"/>
                  </a:lnTo>
                  <a:lnTo>
                    <a:pt x="128" y="112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96" y="128"/>
                  </a:lnTo>
                  <a:lnTo>
                    <a:pt x="96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2" name=""/>
            <p:cNvSpPr/>
            <p:nvPr/>
          </p:nvSpPr>
          <p:spPr>
            <a:xfrm>
              <a:off x="5577480" y="2944800"/>
              <a:ext cx="882720" cy="432720"/>
            </a:xfrm>
            <a:custGeom>
              <a:avLst/>
              <a:gdLst/>
              <a:ahLst/>
              <a:rect l="l" t="t" r="r" b="b"/>
              <a:pathLst>
                <a:path w="513" h="273">
                  <a:moveTo>
                    <a:pt x="504" y="136"/>
                  </a:moveTo>
                  <a:lnTo>
                    <a:pt x="504" y="136"/>
                  </a:lnTo>
                  <a:lnTo>
                    <a:pt x="496" y="144"/>
                  </a:lnTo>
                  <a:lnTo>
                    <a:pt x="488" y="168"/>
                  </a:lnTo>
                  <a:lnTo>
                    <a:pt x="480" y="168"/>
                  </a:lnTo>
                  <a:lnTo>
                    <a:pt x="456" y="168"/>
                  </a:lnTo>
                  <a:lnTo>
                    <a:pt x="448" y="200"/>
                  </a:lnTo>
                  <a:lnTo>
                    <a:pt x="424" y="200"/>
                  </a:lnTo>
                  <a:lnTo>
                    <a:pt x="424" y="208"/>
                  </a:lnTo>
                  <a:lnTo>
                    <a:pt x="432" y="240"/>
                  </a:lnTo>
                  <a:lnTo>
                    <a:pt x="424" y="248"/>
                  </a:lnTo>
                  <a:lnTo>
                    <a:pt x="408" y="240"/>
                  </a:lnTo>
                  <a:lnTo>
                    <a:pt x="360" y="240"/>
                  </a:lnTo>
                  <a:lnTo>
                    <a:pt x="344" y="232"/>
                  </a:lnTo>
                  <a:lnTo>
                    <a:pt x="336" y="240"/>
                  </a:lnTo>
                  <a:lnTo>
                    <a:pt x="336" y="248"/>
                  </a:lnTo>
                  <a:lnTo>
                    <a:pt x="312" y="240"/>
                  </a:lnTo>
                  <a:lnTo>
                    <a:pt x="304" y="248"/>
                  </a:lnTo>
                  <a:lnTo>
                    <a:pt x="280" y="272"/>
                  </a:lnTo>
                  <a:lnTo>
                    <a:pt x="272" y="264"/>
                  </a:lnTo>
                  <a:lnTo>
                    <a:pt x="256" y="264"/>
                  </a:lnTo>
                  <a:lnTo>
                    <a:pt x="256" y="256"/>
                  </a:lnTo>
                  <a:lnTo>
                    <a:pt x="248" y="256"/>
                  </a:lnTo>
                  <a:lnTo>
                    <a:pt x="248" y="240"/>
                  </a:lnTo>
                  <a:lnTo>
                    <a:pt x="232" y="224"/>
                  </a:lnTo>
                  <a:lnTo>
                    <a:pt x="192" y="224"/>
                  </a:lnTo>
                  <a:lnTo>
                    <a:pt x="168" y="200"/>
                  </a:lnTo>
                  <a:lnTo>
                    <a:pt x="152" y="192"/>
                  </a:lnTo>
                  <a:lnTo>
                    <a:pt x="120" y="200"/>
                  </a:lnTo>
                  <a:lnTo>
                    <a:pt x="120" y="264"/>
                  </a:lnTo>
                  <a:lnTo>
                    <a:pt x="112" y="264"/>
                  </a:lnTo>
                  <a:lnTo>
                    <a:pt x="96" y="248"/>
                  </a:lnTo>
                  <a:lnTo>
                    <a:pt x="72" y="256"/>
                  </a:lnTo>
                  <a:lnTo>
                    <a:pt x="72" y="240"/>
                  </a:lnTo>
                  <a:lnTo>
                    <a:pt x="64" y="240"/>
                  </a:lnTo>
                  <a:lnTo>
                    <a:pt x="56" y="216"/>
                  </a:lnTo>
                  <a:lnTo>
                    <a:pt x="48" y="216"/>
                  </a:lnTo>
                  <a:lnTo>
                    <a:pt x="64" y="216"/>
                  </a:lnTo>
                  <a:lnTo>
                    <a:pt x="56" y="208"/>
                  </a:lnTo>
                  <a:lnTo>
                    <a:pt x="64" y="200"/>
                  </a:lnTo>
                  <a:lnTo>
                    <a:pt x="96" y="200"/>
                  </a:lnTo>
                  <a:lnTo>
                    <a:pt x="88" y="176"/>
                  </a:lnTo>
                  <a:lnTo>
                    <a:pt x="72" y="168"/>
                  </a:lnTo>
                  <a:lnTo>
                    <a:pt x="56" y="160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32" y="168"/>
                  </a:lnTo>
                  <a:lnTo>
                    <a:pt x="24" y="152"/>
                  </a:lnTo>
                  <a:lnTo>
                    <a:pt x="8" y="152"/>
                  </a:lnTo>
                  <a:lnTo>
                    <a:pt x="0" y="136"/>
                  </a:lnTo>
                  <a:lnTo>
                    <a:pt x="8" y="96"/>
                  </a:lnTo>
                  <a:lnTo>
                    <a:pt x="24" y="112"/>
                  </a:lnTo>
                  <a:lnTo>
                    <a:pt x="32" y="112"/>
                  </a:lnTo>
                  <a:lnTo>
                    <a:pt x="24" y="96"/>
                  </a:lnTo>
                  <a:lnTo>
                    <a:pt x="48" y="72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8" y="80"/>
                  </a:lnTo>
                  <a:lnTo>
                    <a:pt x="112" y="96"/>
                  </a:lnTo>
                  <a:lnTo>
                    <a:pt x="128" y="88"/>
                  </a:lnTo>
                  <a:lnTo>
                    <a:pt x="144" y="88"/>
                  </a:lnTo>
                  <a:lnTo>
                    <a:pt x="152" y="96"/>
                  </a:lnTo>
                  <a:lnTo>
                    <a:pt x="184" y="96"/>
                  </a:lnTo>
                  <a:lnTo>
                    <a:pt x="192" y="80"/>
                  </a:lnTo>
                  <a:lnTo>
                    <a:pt x="168" y="72"/>
                  </a:lnTo>
                  <a:lnTo>
                    <a:pt x="184" y="64"/>
                  </a:lnTo>
                  <a:lnTo>
                    <a:pt x="176" y="56"/>
                  </a:lnTo>
                  <a:lnTo>
                    <a:pt x="184" y="48"/>
                  </a:lnTo>
                  <a:lnTo>
                    <a:pt x="184" y="24"/>
                  </a:lnTo>
                  <a:lnTo>
                    <a:pt x="200" y="32"/>
                  </a:lnTo>
                  <a:lnTo>
                    <a:pt x="272" y="8"/>
                  </a:lnTo>
                  <a:lnTo>
                    <a:pt x="272" y="0"/>
                  </a:lnTo>
                  <a:lnTo>
                    <a:pt x="280" y="0"/>
                  </a:lnTo>
                  <a:lnTo>
                    <a:pt x="304" y="0"/>
                  </a:lnTo>
                  <a:lnTo>
                    <a:pt x="312" y="16"/>
                  </a:lnTo>
                  <a:lnTo>
                    <a:pt x="312" y="24"/>
                  </a:lnTo>
                  <a:lnTo>
                    <a:pt x="320" y="24"/>
                  </a:lnTo>
                  <a:lnTo>
                    <a:pt x="336" y="32"/>
                  </a:lnTo>
                  <a:lnTo>
                    <a:pt x="336" y="40"/>
                  </a:lnTo>
                  <a:lnTo>
                    <a:pt x="352" y="40"/>
                  </a:lnTo>
                  <a:lnTo>
                    <a:pt x="368" y="24"/>
                  </a:lnTo>
                  <a:lnTo>
                    <a:pt x="384" y="16"/>
                  </a:lnTo>
                  <a:lnTo>
                    <a:pt x="392" y="40"/>
                  </a:lnTo>
                  <a:lnTo>
                    <a:pt x="424" y="96"/>
                  </a:lnTo>
                  <a:lnTo>
                    <a:pt x="432" y="80"/>
                  </a:lnTo>
                  <a:lnTo>
                    <a:pt x="440" y="96"/>
                  </a:lnTo>
                  <a:lnTo>
                    <a:pt x="464" y="88"/>
                  </a:lnTo>
                  <a:lnTo>
                    <a:pt x="488" y="112"/>
                  </a:lnTo>
                  <a:lnTo>
                    <a:pt x="504" y="120"/>
                  </a:lnTo>
                  <a:lnTo>
                    <a:pt x="504" y="112"/>
                  </a:lnTo>
                  <a:lnTo>
                    <a:pt x="512" y="128"/>
                  </a:lnTo>
                  <a:lnTo>
                    <a:pt x="504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3" name=""/>
            <p:cNvSpPr/>
            <p:nvPr/>
          </p:nvSpPr>
          <p:spPr>
            <a:xfrm>
              <a:off x="5577480" y="2944800"/>
              <a:ext cx="882720" cy="432720"/>
            </a:xfrm>
            <a:custGeom>
              <a:avLst/>
              <a:gdLst/>
              <a:ahLst/>
              <a:rect l="l" t="t" r="r" b="b"/>
              <a:pathLst>
                <a:path w="513" h="273">
                  <a:moveTo>
                    <a:pt x="504" y="136"/>
                  </a:moveTo>
                  <a:lnTo>
                    <a:pt x="496" y="144"/>
                  </a:lnTo>
                  <a:lnTo>
                    <a:pt x="488" y="168"/>
                  </a:lnTo>
                  <a:lnTo>
                    <a:pt x="480" y="168"/>
                  </a:lnTo>
                  <a:lnTo>
                    <a:pt x="456" y="168"/>
                  </a:lnTo>
                  <a:lnTo>
                    <a:pt x="448" y="200"/>
                  </a:lnTo>
                  <a:lnTo>
                    <a:pt x="424" y="200"/>
                  </a:lnTo>
                  <a:lnTo>
                    <a:pt x="424" y="208"/>
                  </a:lnTo>
                  <a:lnTo>
                    <a:pt x="432" y="240"/>
                  </a:lnTo>
                  <a:lnTo>
                    <a:pt x="424" y="248"/>
                  </a:lnTo>
                  <a:lnTo>
                    <a:pt x="408" y="240"/>
                  </a:lnTo>
                  <a:lnTo>
                    <a:pt x="360" y="240"/>
                  </a:lnTo>
                  <a:lnTo>
                    <a:pt x="344" y="232"/>
                  </a:lnTo>
                  <a:lnTo>
                    <a:pt x="336" y="240"/>
                  </a:lnTo>
                  <a:lnTo>
                    <a:pt x="336" y="248"/>
                  </a:lnTo>
                  <a:lnTo>
                    <a:pt x="312" y="240"/>
                  </a:lnTo>
                  <a:lnTo>
                    <a:pt x="304" y="248"/>
                  </a:lnTo>
                  <a:lnTo>
                    <a:pt x="280" y="272"/>
                  </a:lnTo>
                  <a:lnTo>
                    <a:pt x="272" y="264"/>
                  </a:lnTo>
                  <a:lnTo>
                    <a:pt x="256" y="264"/>
                  </a:lnTo>
                  <a:lnTo>
                    <a:pt x="256" y="256"/>
                  </a:lnTo>
                  <a:lnTo>
                    <a:pt x="248" y="256"/>
                  </a:lnTo>
                  <a:lnTo>
                    <a:pt x="248" y="240"/>
                  </a:lnTo>
                  <a:lnTo>
                    <a:pt x="232" y="224"/>
                  </a:lnTo>
                  <a:lnTo>
                    <a:pt x="192" y="224"/>
                  </a:lnTo>
                  <a:lnTo>
                    <a:pt x="168" y="200"/>
                  </a:lnTo>
                  <a:lnTo>
                    <a:pt x="152" y="192"/>
                  </a:lnTo>
                  <a:lnTo>
                    <a:pt x="120" y="200"/>
                  </a:lnTo>
                  <a:lnTo>
                    <a:pt x="120" y="264"/>
                  </a:lnTo>
                  <a:lnTo>
                    <a:pt x="112" y="264"/>
                  </a:lnTo>
                  <a:lnTo>
                    <a:pt x="96" y="248"/>
                  </a:lnTo>
                  <a:lnTo>
                    <a:pt x="72" y="256"/>
                  </a:lnTo>
                  <a:lnTo>
                    <a:pt x="72" y="240"/>
                  </a:lnTo>
                  <a:lnTo>
                    <a:pt x="64" y="240"/>
                  </a:lnTo>
                  <a:lnTo>
                    <a:pt x="56" y="216"/>
                  </a:lnTo>
                  <a:lnTo>
                    <a:pt x="48" y="216"/>
                  </a:lnTo>
                  <a:lnTo>
                    <a:pt x="64" y="216"/>
                  </a:lnTo>
                  <a:lnTo>
                    <a:pt x="56" y="208"/>
                  </a:lnTo>
                  <a:lnTo>
                    <a:pt x="64" y="200"/>
                  </a:lnTo>
                  <a:lnTo>
                    <a:pt x="96" y="200"/>
                  </a:lnTo>
                  <a:lnTo>
                    <a:pt x="88" y="176"/>
                  </a:lnTo>
                  <a:lnTo>
                    <a:pt x="72" y="168"/>
                  </a:lnTo>
                  <a:lnTo>
                    <a:pt x="56" y="160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32" y="168"/>
                  </a:lnTo>
                  <a:lnTo>
                    <a:pt x="24" y="152"/>
                  </a:lnTo>
                  <a:lnTo>
                    <a:pt x="8" y="152"/>
                  </a:lnTo>
                  <a:lnTo>
                    <a:pt x="0" y="136"/>
                  </a:lnTo>
                  <a:lnTo>
                    <a:pt x="8" y="96"/>
                  </a:lnTo>
                  <a:lnTo>
                    <a:pt x="24" y="112"/>
                  </a:lnTo>
                  <a:lnTo>
                    <a:pt x="32" y="112"/>
                  </a:lnTo>
                  <a:lnTo>
                    <a:pt x="24" y="96"/>
                  </a:lnTo>
                  <a:lnTo>
                    <a:pt x="48" y="72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8" y="80"/>
                  </a:lnTo>
                  <a:lnTo>
                    <a:pt x="112" y="96"/>
                  </a:lnTo>
                  <a:lnTo>
                    <a:pt x="128" y="88"/>
                  </a:lnTo>
                  <a:lnTo>
                    <a:pt x="144" y="88"/>
                  </a:lnTo>
                  <a:lnTo>
                    <a:pt x="152" y="96"/>
                  </a:lnTo>
                  <a:lnTo>
                    <a:pt x="184" y="96"/>
                  </a:lnTo>
                  <a:lnTo>
                    <a:pt x="192" y="80"/>
                  </a:lnTo>
                  <a:lnTo>
                    <a:pt x="168" y="72"/>
                  </a:lnTo>
                  <a:lnTo>
                    <a:pt x="184" y="64"/>
                  </a:lnTo>
                  <a:lnTo>
                    <a:pt x="176" y="56"/>
                  </a:lnTo>
                  <a:lnTo>
                    <a:pt x="184" y="48"/>
                  </a:lnTo>
                  <a:lnTo>
                    <a:pt x="184" y="24"/>
                  </a:lnTo>
                  <a:lnTo>
                    <a:pt x="200" y="32"/>
                  </a:lnTo>
                  <a:lnTo>
                    <a:pt x="272" y="8"/>
                  </a:lnTo>
                  <a:lnTo>
                    <a:pt x="272" y="0"/>
                  </a:lnTo>
                  <a:lnTo>
                    <a:pt x="280" y="0"/>
                  </a:lnTo>
                  <a:lnTo>
                    <a:pt x="304" y="0"/>
                  </a:lnTo>
                  <a:lnTo>
                    <a:pt x="312" y="16"/>
                  </a:lnTo>
                  <a:lnTo>
                    <a:pt x="312" y="24"/>
                  </a:lnTo>
                  <a:lnTo>
                    <a:pt x="320" y="24"/>
                  </a:lnTo>
                  <a:lnTo>
                    <a:pt x="336" y="32"/>
                  </a:lnTo>
                  <a:lnTo>
                    <a:pt x="336" y="40"/>
                  </a:lnTo>
                  <a:lnTo>
                    <a:pt x="352" y="40"/>
                  </a:lnTo>
                  <a:lnTo>
                    <a:pt x="368" y="24"/>
                  </a:lnTo>
                  <a:lnTo>
                    <a:pt x="384" y="16"/>
                  </a:lnTo>
                  <a:lnTo>
                    <a:pt x="392" y="40"/>
                  </a:lnTo>
                  <a:lnTo>
                    <a:pt x="424" y="96"/>
                  </a:lnTo>
                  <a:lnTo>
                    <a:pt x="432" y="80"/>
                  </a:lnTo>
                  <a:lnTo>
                    <a:pt x="440" y="96"/>
                  </a:lnTo>
                  <a:lnTo>
                    <a:pt x="464" y="88"/>
                  </a:lnTo>
                  <a:lnTo>
                    <a:pt x="488" y="112"/>
                  </a:lnTo>
                  <a:lnTo>
                    <a:pt x="504" y="120"/>
                  </a:lnTo>
                  <a:lnTo>
                    <a:pt x="504" y="112"/>
                  </a:lnTo>
                  <a:lnTo>
                    <a:pt x="512" y="128"/>
                  </a:lnTo>
                  <a:lnTo>
                    <a:pt x="504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4" name=""/>
            <p:cNvSpPr/>
            <p:nvPr/>
          </p:nvSpPr>
          <p:spPr>
            <a:xfrm>
              <a:off x="5028120" y="2842920"/>
              <a:ext cx="152640" cy="90360"/>
            </a:xfrm>
            <a:custGeom>
              <a:avLst/>
              <a:gdLst/>
              <a:ahLst/>
              <a:rect l="l" t="t" r="r" b="b"/>
              <a:pathLst>
                <a:path w="89" h="57">
                  <a:moveTo>
                    <a:pt x="40" y="0"/>
                  </a:moveTo>
                  <a:lnTo>
                    <a:pt x="40" y="0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8" y="40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0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5" name=""/>
            <p:cNvSpPr/>
            <p:nvPr/>
          </p:nvSpPr>
          <p:spPr>
            <a:xfrm>
              <a:off x="5028120" y="2842920"/>
              <a:ext cx="152640" cy="90360"/>
            </a:xfrm>
            <a:custGeom>
              <a:avLst/>
              <a:gdLst/>
              <a:ahLst/>
              <a:rect l="l" t="t" r="r" b="b"/>
              <a:pathLst>
                <a:path w="89" h="57">
                  <a:moveTo>
                    <a:pt x="40" y="0"/>
                  </a:move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8" y="40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0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6" name=""/>
            <p:cNvSpPr/>
            <p:nvPr/>
          </p:nvSpPr>
          <p:spPr>
            <a:xfrm>
              <a:off x="5028120" y="2906640"/>
              <a:ext cx="125640" cy="90000"/>
            </a:xfrm>
            <a:custGeom>
              <a:avLst/>
              <a:gdLst/>
              <a:ahLst/>
              <a:rect l="l" t="t" r="r" b="b"/>
              <a:pathLst>
                <a:path w="73" h="57">
                  <a:moveTo>
                    <a:pt x="0" y="24"/>
                  </a:move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56" y="48"/>
                  </a:lnTo>
                  <a:lnTo>
                    <a:pt x="48" y="48"/>
                  </a:lnTo>
                  <a:lnTo>
                    <a:pt x="32" y="56"/>
                  </a:lnTo>
                  <a:lnTo>
                    <a:pt x="24" y="56"/>
                  </a:lnTo>
                  <a:lnTo>
                    <a:pt x="16" y="48"/>
                  </a:lnTo>
                  <a:lnTo>
                    <a:pt x="16" y="24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7" name=""/>
            <p:cNvSpPr/>
            <p:nvPr/>
          </p:nvSpPr>
          <p:spPr>
            <a:xfrm>
              <a:off x="5028120" y="2906640"/>
              <a:ext cx="125640" cy="90000"/>
            </a:xfrm>
            <a:custGeom>
              <a:avLst/>
              <a:gdLst/>
              <a:ahLst/>
              <a:rect l="l" t="t" r="r" b="b"/>
              <a:pathLst>
                <a:path w="73" h="57">
                  <a:moveTo>
                    <a:pt x="0" y="24"/>
                  </a:moveTo>
                  <a:lnTo>
                    <a:pt x="0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56" y="48"/>
                  </a:lnTo>
                  <a:lnTo>
                    <a:pt x="48" y="48"/>
                  </a:lnTo>
                  <a:lnTo>
                    <a:pt x="32" y="56"/>
                  </a:lnTo>
                  <a:lnTo>
                    <a:pt x="24" y="56"/>
                  </a:lnTo>
                  <a:lnTo>
                    <a:pt x="16" y="48"/>
                  </a:lnTo>
                  <a:lnTo>
                    <a:pt x="16" y="24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8" name=""/>
            <p:cNvSpPr/>
            <p:nvPr/>
          </p:nvSpPr>
          <p:spPr>
            <a:xfrm>
              <a:off x="5083920" y="2792160"/>
              <a:ext cx="96840" cy="64800"/>
            </a:xfrm>
            <a:custGeom>
              <a:avLst/>
              <a:gdLst/>
              <a:ahLst/>
              <a:rect l="l" t="t" r="r" b="b"/>
              <a:pathLst>
                <a:path w="57" h="41">
                  <a:moveTo>
                    <a:pt x="8" y="32"/>
                  </a:moveTo>
                  <a:lnTo>
                    <a:pt x="8" y="32"/>
                  </a:lnTo>
                  <a:lnTo>
                    <a:pt x="0" y="24"/>
                  </a:lnTo>
                  <a:lnTo>
                    <a:pt x="0" y="8"/>
                  </a:lnTo>
                  <a:lnTo>
                    <a:pt x="8" y="0"/>
                  </a:lnTo>
                  <a:lnTo>
                    <a:pt x="2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8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16" y="32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9" name=""/>
            <p:cNvSpPr/>
            <p:nvPr/>
          </p:nvSpPr>
          <p:spPr>
            <a:xfrm>
              <a:off x="5083920" y="2792160"/>
              <a:ext cx="96840" cy="64800"/>
            </a:xfrm>
            <a:custGeom>
              <a:avLst/>
              <a:gdLst/>
              <a:ahLst/>
              <a:rect l="l" t="t" r="r" b="b"/>
              <a:pathLst>
                <a:path w="57" h="41">
                  <a:moveTo>
                    <a:pt x="8" y="32"/>
                  </a:moveTo>
                  <a:lnTo>
                    <a:pt x="0" y="24"/>
                  </a:lnTo>
                  <a:lnTo>
                    <a:pt x="0" y="8"/>
                  </a:lnTo>
                  <a:lnTo>
                    <a:pt x="8" y="0"/>
                  </a:lnTo>
                  <a:lnTo>
                    <a:pt x="2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8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16" y="32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0" name=""/>
            <p:cNvSpPr/>
            <p:nvPr/>
          </p:nvSpPr>
          <p:spPr>
            <a:xfrm>
              <a:off x="4987080" y="2944800"/>
              <a:ext cx="698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40" y="0"/>
                  </a:moveTo>
                  <a:lnTo>
                    <a:pt x="40" y="0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0" y="16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1" name=""/>
            <p:cNvSpPr/>
            <p:nvPr/>
          </p:nvSpPr>
          <p:spPr>
            <a:xfrm>
              <a:off x="4987080" y="2944800"/>
              <a:ext cx="698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40" y="0"/>
                  </a:moveTo>
                  <a:lnTo>
                    <a:pt x="40" y="24"/>
                  </a:lnTo>
                  <a:lnTo>
                    <a:pt x="24" y="24"/>
                  </a:lnTo>
                  <a:lnTo>
                    <a:pt x="0" y="16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2" name=""/>
            <p:cNvSpPr/>
            <p:nvPr/>
          </p:nvSpPr>
          <p:spPr>
            <a:xfrm>
              <a:off x="5426640" y="3313080"/>
              <a:ext cx="154080" cy="51840"/>
            </a:xfrm>
            <a:custGeom>
              <a:avLst/>
              <a:gdLst/>
              <a:ahLst/>
              <a:rect l="l" t="t" r="r" b="b"/>
              <a:pathLst>
                <a:path w="89" h="33">
                  <a:moveTo>
                    <a:pt x="24" y="32"/>
                  </a:moveTo>
                  <a:lnTo>
                    <a:pt x="24" y="32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0" y="0"/>
                  </a:lnTo>
                  <a:lnTo>
                    <a:pt x="40" y="0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88" y="24"/>
                  </a:lnTo>
                  <a:lnTo>
                    <a:pt x="80" y="24"/>
                  </a:lnTo>
                  <a:lnTo>
                    <a:pt x="88" y="32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3" name=""/>
            <p:cNvSpPr/>
            <p:nvPr/>
          </p:nvSpPr>
          <p:spPr>
            <a:xfrm>
              <a:off x="5426640" y="3313080"/>
              <a:ext cx="154080" cy="51840"/>
            </a:xfrm>
            <a:custGeom>
              <a:avLst/>
              <a:gdLst/>
              <a:ahLst/>
              <a:rect l="l" t="t" r="r" b="b"/>
              <a:pathLst>
                <a:path w="89" h="33">
                  <a:moveTo>
                    <a:pt x="24" y="32"/>
                  </a:moveTo>
                  <a:lnTo>
                    <a:pt x="24" y="24"/>
                  </a:lnTo>
                  <a:lnTo>
                    <a:pt x="24" y="16"/>
                  </a:lnTo>
                  <a:lnTo>
                    <a:pt x="0" y="0"/>
                  </a:lnTo>
                  <a:lnTo>
                    <a:pt x="40" y="0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88" y="24"/>
                  </a:lnTo>
                  <a:lnTo>
                    <a:pt x="80" y="24"/>
                  </a:lnTo>
                  <a:lnTo>
                    <a:pt x="88" y="32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4" name=""/>
            <p:cNvSpPr/>
            <p:nvPr/>
          </p:nvSpPr>
          <p:spPr>
            <a:xfrm>
              <a:off x="5137920" y="3160440"/>
              <a:ext cx="83880" cy="9036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24" y="32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16"/>
                  </a:lnTo>
                  <a:lnTo>
                    <a:pt x="40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5" name=""/>
            <p:cNvSpPr/>
            <p:nvPr/>
          </p:nvSpPr>
          <p:spPr>
            <a:xfrm>
              <a:off x="5137920" y="3160440"/>
              <a:ext cx="83880" cy="9036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0" y="8"/>
                  </a:moveTo>
                  <a:lnTo>
                    <a:pt x="8" y="8"/>
                  </a:lnTo>
                  <a:lnTo>
                    <a:pt x="24" y="32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16"/>
                  </a:lnTo>
                  <a:lnTo>
                    <a:pt x="40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6" name=""/>
            <p:cNvSpPr/>
            <p:nvPr/>
          </p:nvSpPr>
          <p:spPr>
            <a:xfrm>
              <a:off x="5509440" y="3363840"/>
              <a:ext cx="7128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40" y="40"/>
                  </a:move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16" y="0"/>
                  </a:lnTo>
                  <a:lnTo>
                    <a:pt x="0" y="0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4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7" name=""/>
            <p:cNvSpPr/>
            <p:nvPr/>
          </p:nvSpPr>
          <p:spPr>
            <a:xfrm>
              <a:off x="5509440" y="3363840"/>
              <a:ext cx="7128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40" y="40"/>
                  </a:moveTo>
                  <a:lnTo>
                    <a:pt x="40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16" y="0"/>
                  </a:lnTo>
                  <a:lnTo>
                    <a:pt x="0" y="0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4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8" name=""/>
            <p:cNvSpPr/>
            <p:nvPr/>
          </p:nvSpPr>
          <p:spPr>
            <a:xfrm>
              <a:off x="5537880" y="34020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16" y="16"/>
                  </a:moveTo>
                  <a:lnTo>
                    <a:pt x="16" y="16"/>
                  </a:lnTo>
                  <a:lnTo>
                    <a:pt x="8" y="16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9" name=""/>
            <p:cNvSpPr/>
            <p:nvPr/>
          </p:nvSpPr>
          <p:spPr>
            <a:xfrm>
              <a:off x="5537880" y="34020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16" y="16"/>
                  </a:moveTo>
                  <a:lnTo>
                    <a:pt x="8" y="16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0" name=""/>
            <p:cNvSpPr/>
            <p:nvPr/>
          </p:nvSpPr>
          <p:spPr>
            <a:xfrm>
              <a:off x="5537880" y="3350880"/>
              <a:ext cx="125280" cy="90360"/>
            </a:xfrm>
            <a:custGeom>
              <a:avLst/>
              <a:gdLst/>
              <a:ahLst/>
              <a:rect l="l" t="t" r="r" b="b"/>
              <a:pathLst>
                <a:path w="73" h="57">
                  <a:moveTo>
                    <a:pt x="24" y="48"/>
                  </a:moveTo>
                  <a:lnTo>
                    <a:pt x="24" y="4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40" y="48"/>
                  </a:lnTo>
                  <a:lnTo>
                    <a:pt x="56" y="56"/>
                  </a:lnTo>
                  <a:lnTo>
                    <a:pt x="48" y="48"/>
                  </a:lnTo>
                  <a:lnTo>
                    <a:pt x="56" y="48"/>
                  </a:lnTo>
                  <a:lnTo>
                    <a:pt x="56" y="32"/>
                  </a:lnTo>
                  <a:lnTo>
                    <a:pt x="72" y="24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8" y="8"/>
                  </a:lnTo>
                  <a:lnTo>
                    <a:pt x="0" y="8"/>
                  </a:lnTo>
                  <a:lnTo>
                    <a:pt x="16" y="24"/>
                  </a:lnTo>
                  <a:lnTo>
                    <a:pt x="16" y="32"/>
                  </a:lnTo>
                  <a:lnTo>
                    <a:pt x="24" y="40"/>
                  </a:lnTo>
                  <a:lnTo>
                    <a:pt x="2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1" name=""/>
            <p:cNvSpPr/>
            <p:nvPr/>
          </p:nvSpPr>
          <p:spPr>
            <a:xfrm>
              <a:off x="5537880" y="3350880"/>
              <a:ext cx="125280" cy="90360"/>
            </a:xfrm>
            <a:custGeom>
              <a:avLst/>
              <a:gdLst/>
              <a:ahLst/>
              <a:rect l="l" t="t" r="r" b="b"/>
              <a:pathLst>
                <a:path w="73" h="57">
                  <a:moveTo>
                    <a:pt x="24" y="48"/>
                  </a:moveTo>
                  <a:lnTo>
                    <a:pt x="40" y="40"/>
                  </a:lnTo>
                  <a:lnTo>
                    <a:pt x="48" y="40"/>
                  </a:lnTo>
                  <a:lnTo>
                    <a:pt x="40" y="48"/>
                  </a:lnTo>
                  <a:lnTo>
                    <a:pt x="56" y="56"/>
                  </a:lnTo>
                  <a:lnTo>
                    <a:pt x="48" y="48"/>
                  </a:lnTo>
                  <a:lnTo>
                    <a:pt x="56" y="48"/>
                  </a:lnTo>
                  <a:lnTo>
                    <a:pt x="56" y="32"/>
                  </a:lnTo>
                  <a:lnTo>
                    <a:pt x="72" y="24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8" y="8"/>
                  </a:lnTo>
                  <a:lnTo>
                    <a:pt x="0" y="8"/>
                  </a:lnTo>
                  <a:lnTo>
                    <a:pt x="16" y="24"/>
                  </a:lnTo>
                  <a:lnTo>
                    <a:pt x="16" y="32"/>
                  </a:lnTo>
                  <a:lnTo>
                    <a:pt x="24" y="40"/>
                  </a:lnTo>
                  <a:lnTo>
                    <a:pt x="2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2" name=""/>
            <p:cNvSpPr/>
            <p:nvPr/>
          </p:nvSpPr>
          <p:spPr>
            <a:xfrm>
              <a:off x="5701320" y="3325680"/>
              <a:ext cx="319320" cy="191520"/>
            </a:xfrm>
            <a:custGeom>
              <a:avLst/>
              <a:gdLst/>
              <a:ahLst/>
              <a:rect l="l" t="t" r="r" b="b"/>
              <a:pathLst>
                <a:path w="185" h="121">
                  <a:moveTo>
                    <a:pt x="176" y="96"/>
                  </a:moveTo>
                  <a:lnTo>
                    <a:pt x="176" y="96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0" y="96"/>
                  </a:lnTo>
                  <a:lnTo>
                    <a:pt x="152" y="112"/>
                  </a:lnTo>
                  <a:lnTo>
                    <a:pt x="136" y="112"/>
                  </a:lnTo>
                  <a:lnTo>
                    <a:pt x="136" y="120"/>
                  </a:lnTo>
                  <a:lnTo>
                    <a:pt x="112" y="120"/>
                  </a:lnTo>
                  <a:lnTo>
                    <a:pt x="112" y="112"/>
                  </a:lnTo>
                  <a:lnTo>
                    <a:pt x="112" y="104"/>
                  </a:lnTo>
                  <a:lnTo>
                    <a:pt x="64" y="80"/>
                  </a:lnTo>
                  <a:lnTo>
                    <a:pt x="40" y="80"/>
                  </a:lnTo>
                  <a:lnTo>
                    <a:pt x="24" y="88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24" y="8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96" y="24"/>
                  </a:lnTo>
                  <a:lnTo>
                    <a:pt x="120" y="24"/>
                  </a:lnTo>
                  <a:lnTo>
                    <a:pt x="128" y="48"/>
                  </a:lnTo>
                  <a:lnTo>
                    <a:pt x="168" y="72"/>
                  </a:lnTo>
                  <a:lnTo>
                    <a:pt x="184" y="80"/>
                  </a:lnTo>
                  <a:lnTo>
                    <a:pt x="176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3" name=""/>
            <p:cNvSpPr/>
            <p:nvPr/>
          </p:nvSpPr>
          <p:spPr>
            <a:xfrm>
              <a:off x="5701320" y="3325680"/>
              <a:ext cx="319320" cy="191520"/>
            </a:xfrm>
            <a:custGeom>
              <a:avLst/>
              <a:gdLst/>
              <a:ahLst/>
              <a:rect l="l" t="t" r="r" b="b"/>
              <a:pathLst>
                <a:path w="185" h="121">
                  <a:moveTo>
                    <a:pt x="176" y="96"/>
                  </a:moveTo>
                  <a:lnTo>
                    <a:pt x="168" y="88"/>
                  </a:lnTo>
                  <a:lnTo>
                    <a:pt x="168" y="96"/>
                  </a:lnTo>
                  <a:lnTo>
                    <a:pt x="160" y="96"/>
                  </a:lnTo>
                  <a:lnTo>
                    <a:pt x="152" y="112"/>
                  </a:lnTo>
                  <a:lnTo>
                    <a:pt x="136" y="112"/>
                  </a:lnTo>
                  <a:lnTo>
                    <a:pt x="136" y="120"/>
                  </a:lnTo>
                  <a:lnTo>
                    <a:pt x="112" y="120"/>
                  </a:lnTo>
                  <a:lnTo>
                    <a:pt x="112" y="112"/>
                  </a:lnTo>
                  <a:lnTo>
                    <a:pt x="112" y="104"/>
                  </a:lnTo>
                  <a:lnTo>
                    <a:pt x="64" y="80"/>
                  </a:lnTo>
                  <a:lnTo>
                    <a:pt x="40" y="80"/>
                  </a:lnTo>
                  <a:lnTo>
                    <a:pt x="24" y="88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24" y="8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96" y="24"/>
                  </a:lnTo>
                  <a:lnTo>
                    <a:pt x="120" y="24"/>
                  </a:lnTo>
                  <a:lnTo>
                    <a:pt x="128" y="48"/>
                  </a:lnTo>
                  <a:lnTo>
                    <a:pt x="168" y="72"/>
                  </a:lnTo>
                  <a:lnTo>
                    <a:pt x="184" y="80"/>
                  </a:lnTo>
                  <a:lnTo>
                    <a:pt x="176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4" name=""/>
            <p:cNvSpPr/>
            <p:nvPr/>
          </p:nvSpPr>
          <p:spPr>
            <a:xfrm>
              <a:off x="5784120" y="3249360"/>
              <a:ext cx="372960" cy="230040"/>
            </a:xfrm>
            <a:custGeom>
              <a:avLst/>
              <a:gdLst/>
              <a:ahLst/>
              <a:rect l="l" t="t" r="r" b="b"/>
              <a:pathLst>
                <a:path w="217" h="145">
                  <a:moveTo>
                    <a:pt x="128" y="144"/>
                  </a:moveTo>
                  <a:lnTo>
                    <a:pt x="128" y="144"/>
                  </a:lnTo>
                  <a:lnTo>
                    <a:pt x="144" y="144"/>
                  </a:lnTo>
                  <a:lnTo>
                    <a:pt x="152" y="128"/>
                  </a:lnTo>
                  <a:lnTo>
                    <a:pt x="152" y="112"/>
                  </a:lnTo>
                  <a:lnTo>
                    <a:pt x="144" y="104"/>
                  </a:lnTo>
                  <a:lnTo>
                    <a:pt x="160" y="104"/>
                  </a:lnTo>
                  <a:lnTo>
                    <a:pt x="168" y="88"/>
                  </a:lnTo>
                  <a:lnTo>
                    <a:pt x="168" y="80"/>
                  </a:lnTo>
                  <a:lnTo>
                    <a:pt x="184" y="80"/>
                  </a:lnTo>
                  <a:lnTo>
                    <a:pt x="184" y="88"/>
                  </a:lnTo>
                  <a:lnTo>
                    <a:pt x="200" y="88"/>
                  </a:lnTo>
                  <a:lnTo>
                    <a:pt x="216" y="80"/>
                  </a:lnTo>
                  <a:lnTo>
                    <a:pt x="200" y="72"/>
                  </a:lnTo>
                  <a:lnTo>
                    <a:pt x="192" y="72"/>
                  </a:lnTo>
                  <a:lnTo>
                    <a:pt x="176" y="72"/>
                  </a:lnTo>
                  <a:lnTo>
                    <a:pt x="192" y="56"/>
                  </a:lnTo>
                  <a:lnTo>
                    <a:pt x="184" y="56"/>
                  </a:lnTo>
                  <a:lnTo>
                    <a:pt x="160" y="80"/>
                  </a:lnTo>
                  <a:lnTo>
                    <a:pt x="152" y="72"/>
                  </a:lnTo>
                  <a:lnTo>
                    <a:pt x="136" y="72"/>
                  </a:lnTo>
                  <a:lnTo>
                    <a:pt x="136" y="64"/>
                  </a:lnTo>
                  <a:lnTo>
                    <a:pt x="128" y="64"/>
                  </a:lnTo>
                  <a:lnTo>
                    <a:pt x="128" y="48"/>
                  </a:lnTo>
                  <a:lnTo>
                    <a:pt x="112" y="32"/>
                  </a:lnTo>
                  <a:lnTo>
                    <a:pt x="72" y="32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8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72" y="72"/>
                  </a:lnTo>
                  <a:lnTo>
                    <a:pt x="80" y="96"/>
                  </a:lnTo>
                  <a:lnTo>
                    <a:pt x="120" y="120"/>
                  </a:lnTo>
                  <a:lnTo>
                    <a:pt x="136" y="128"/>
                  </a:lnTo>
                  <a:lnTo>
                    <a:pt x="128" y="14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5" name=""/>
            <p:cNvSpPr/>
            <p:nvPr/>
          </p:nvSpPr>
          <p:spPr>
            <a:xfrm>
              <a:off x="5784120" y="3249360"/>
              <a:ext cx="372960" cy="230040"/>
            </a:xfrm>
            <a:custGeom>
              <a:avLst/>
              <a:gdLst/>
              <a:ahLst/>
              <a:rect l="l" t="t" r="r" b="b"/>
              <a:pathLst>
                <a:path w="217" h="145">
                  <a:moveTo>
                    <a:pt x="128" y="144"/>
                  </a:moveTo>
                  <a:lnTo>
                    <a:pt x="144" y="144"/>
                  </a:lnTo>
                  <a:lnTo>
                    <a:pt x="152" y="128"/>
                  </a:lnTo>
                  <a:lnTo>
                    <a:pt x="152" y="112"/>
                  </a:lnTo>
                  <a:lnTo>
                    <a:pt x="144" y="104"/>
                  </a:lnTo>
                  <a:lnTo>
                    <a:pt x="160" y="104"/>
                  </a:lnTo>
                  <a:lnTo>
                    <a:pt x="168" y="88"/>
                  </a:lnTo>
                  <a:lnTo>
                    <a:pt x="168" y="80"/>
                  </a:lnTo>
                  <a:lnTo>
                    <a:pt x="184" y="80"/>
                  </a:lnTo>
                  <a:lnTo>
                    <a:pt x="184" y="88"/>
                  </a:lnTo>
                  <a:lnTo>
                    <a:pt x="200" y="88"/>
                  </a:lnTo>
                  <a:lnTo>
                    <a:pt x="216" y="80"/>
                  </a:lnTo>
                  <a:lnTo>
                    <a:pt x="200" y="72"/>
                  </a:lnTo>
                  <a:lnTo>
                    <a:pt x="192" y="72"/>
                  </a:lnTo>
                  <a:lnTo>
                    <a:pt x="176" y="72"/>
                  </a:lnTo>
                  <a:lnTo>
                    <a:pt x="192" y="56"/>
                  </a:lnTo>
                  <a:lnTo>
                    <a:pt x="184" y="56"/>
                  </a:lnTo>
                  <a:lnTo>
                    <a:pt x="160" y="80"/>
                  </a:lnTo>
                  <a:lnTo>
                    <a:pt x="152" y="72"/>
                  </a:lnTo>
                  <a:lnTo>
                    <a:pt x="136" y="72"/>
                  </a:lnTo>
                  <a:lnTo>
                    <a:pt x="136" y="64"/>
                  </a:lnTo>
                  <a:lnTo>
                    <a:pt x="128" y="64"/>
                  </a:lnTo>
                  <a:lnTo>
                    <a:pt x="128" y="48"/>
                  </a:lnTo>
                  <a:lnTo>
                    <a:pt x="112" y="32"/>
                  </a:lnTo>
                  <a:lnTo>
                    <a:pt x="72" y="32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0" y="8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72" y="72"/>
                  </a:lnTo>
                  <a:lnTo>
                    <a:pt x="80" y="96"/>
                  </a:lnTo>
                  <a:lnTo>
                    <a:pt x="120" y="120"/>
                  </a:lnTo>
                  <a:lnTo>
                    <a:pt x="136" y="128"/>
                  </a:lnTo>
                  <a:lnTo>
                    <a:pt x="128" y="14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6" name=""/>
            <p:cNvSpPr/>
            <p:nvPr/>
          </p:nvSpPr>
          <p:spPr>
            <a:xfrm>
              <a:off x="6031440" y="337644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80" y="24"/>
                  </a:moveTo>
                  <a:lnTo>
                    <a:pt x="80" y="24"/>
                  </a:lnTo>
                  <a:lnTo>
                    <a:pt x="80" y="40"/>
                  </a:lnTo>
                  <a:lnTo>
                    <a:pt x="96" y="40"/>
                  </a:lnTo>
                  <a:lnTo>
                    <a:pt x="96" y="64"/>
                  </a:lnTo>
                  <a:lnTo>
                    <a:pt x="72" y="56"/>
                  </a:lnTo>
                  <a:lnTo>
                    <a:pt x="56" y="72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24" y="56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8" y="48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24" y="24"/>
                  </a:lnTo>
                  <a:lnTo>
                    <a:pt x="48" y="24"/>
                  </a:lnTo>
                  <a:lnTo>
                    <a:pt x="56" y="24"/>
                  </a:lnTo>
                  <a:lnTo>
                    <a:pt x="8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7" name=""/>
            <p:cNvSpPr/>
            <p:nvPr/>
          </p:nvSpPr>
          <p:spPr>
            <a:xfrm>
              <a:off x="6031440" y="337644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80" y="24"/>
                  </a:moveTo>
                  <a:lnTo>
                    <a:pt x="80" y="40"/>
                  </a:lnTo>
                  <a:lnTo>
                    <a:pt x="96" y="40"/>
                  </a:lnTo>
                  <a:lnTo>
                    <a:pt x="96" y="64"/>
                  </a:lnTo>
                  <a:lnTo>
                    <a:pt x="72" y="56"/>
                  </a:lnTo>
                  <a:lnTo>
                    <a:pt x="56" y="72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24" y="56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8" y="48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24" y="24"/>
                  </a:lnTo>
                  <a:lnTo>
                    <a:pt x="48" y="24"/>
                  </a:lnTo>
                  <a:lnTo>
                    <a:pt x="56" y="24"/>
                  </a:lnTo>
                  <a:lnTo>
                    <a:pt x="8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8" name=""/>
            <p:cNvSpPr/>
            <p:nvPr/>
          </p:nvSpPr>
          <p:spPr>
            <a:xfrm>
              <a:off x="6072840" y="3313080"/>
              <a:ext cx="236520" cy="102600"/>
            </a:xfrm>
            <a:custGeom>
              <a:avLst/>
              <a:gdLst/>
              <a:ahLst/>
              <a:rect l="l" t="t" r="r" b="b"/>
              <a:pathLst>
                <a:path w="137" h="65">
                  <a:moveTo>
                    <a:pt x="136" y="16"/>
                  </a:moveTo>
                  <a:lnTo>
                    <a:pt x="136" y="16"/>
                  </a:lnTo>
                  <a:lnTo>
                    <a:pt x="136" y="24"/>
                  </a:lnTo>
                  <a:lnTo>
                    <a:pt x="112" y="40"/>
                  </a:lnTo>
                  <a:lnTo>
                    <a:pt x="96" y="40"/>
                  </a:lnTo>
                  <a:lnTo>
                    <a:pt x="88" y="48"/>
                  </a:lnTo>
                  <a:lnTo>
                    <a:pt x="72" y="48"/>
                  </a:lnTo>
                  <a:lnTo>
                    <a:pt x="56" y="56"/>
                  </a:lnTo>
                  <a:lnTo>
                    <a:pt x="56" y="64"/>
                  </a:lnTo>
                  <a:lnTo>
                    <a:pt x="32" y="64"/>
                  </a:lnTo>
                  <a:lnTo>
                    <a:pt x="24" y="64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8" y="32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120" y="8"/>
                  </a:lnTo>
                  <a:lnTo>
                    <a:pt x="13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9" name=""/>
            <p:cNvSpPr/>
            <p:nvPr/>
          </p:nvSpPr>
          <p:spPr>
            <a:xfrm>
              <a:off x="6072840" y="3313080"/>
              <a:ext cx="236520" cy="102600"/>
            </a:xfrm>
            <a:custGeom>
              <a:avLst/>
              <a:gdLst/>
              <a:ahLst/>
              <a:rect l="l" t="t" r="r" b="b"/>
              <a:pathLst>
                <a:path w="137" h="65">
                  <a:moveTo>
                    <a:pt x="136" y="16"/>
                  </a:moveTo>
                  <a:lnTo>
                    <a:pt x="136" y="24"/>
                  </a:lnTo>
                  <a:lnTo>
                    <a:pt x="112" y="40"/>
                  </a:lnTo>
                  <a:lnTo>
                    <a:pt x="96" y="40"/>
                  </a:lnTo>
                  <a:lnTo>
                    <a:pt x="88" y="48"/>
                  </a:lnTo>
                  <a:lnTo>
                    <a:pt x="72" y="48"/>
                  </a:lnTo>
                  <a:lnTo>
                    <a:pt x="56" y="56"/>
                  </a:lnTo>
                  <a:lnTo>
                    <a:pt x="56" y="64"/>
                  </a:lnTo>
                  <a:lnTo>
                    <a:pt x="32" y="64"/>
                  </a:lnTo>
                  <a:lnTo>
                    <a:pt x="24" y="64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16" y="56"/>
                  </a:lnTo>
                  <a:lnTo>
                    <a:pt x="16" y="48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8" y="32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120" y="8"/>
                  </a:lnTo>
                  <a:lnTo>
                    <a:pt x="13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0" name=""/>
            <p:cNvSpPr/>
            <p:nvPr/>
          </p:nvSpPr>
          <p:spPr>
            <a:xfrm>
              <a:off x="4807800" y="2347920"/>
              <a:ext cx="276120" cy="597960"/>
            </a:xfrm>
            <a:custGeom>
              <a:avLst/>
              <a:gdLst/>
              <a:ahLst/>
              <a:rect l="l" t="t" r="r" b="b"/>
              <a:pathLst>
                <a:path w="161" h="377">
                  <a:moveTo>
                    <a:pt x="0" y="296"/>
                  </a:moveTo>
                  <a:lnTo>
                    <a:pt x="0" y="296"/>
                  </a:lnTo>
                  <a:lnTo>
                    <a:pt x="8" y="296"/>
                  </a:lnTo>
                  <a:lnTo>
                    <a:pt x="8" y="272"/>
                  </a:lnTo>
                  <a:lnTo>
                    <a:pt x="16" y="264"/>
                  </a:lnTo>
                  <a:lnTo>
                    <a:pt x="16" y="240"/>
                  </a:lnTo>
                  <a:lnTo>
                    <a:pt x="16" y="232"/>
                  </a:lnTo>
                  <a:lnTo>
                    <a:pt x="8" y="200"/>
                  </a:lnTo>
                  <a:lnTo>
                    <a:pt x="16" y="168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32" y="136"/>
                  </a:lnTo>
                  <a:lnTo>
                    <a:pt x="40" y="120"/>
                  </a:lnTo>
                  <a:lnTo>
                    <a:pt x="48" y="96"/>
                  </a:lnTo>
                  <a:lnTo>
                    <a:pt x="64" y="72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72" y="40"/>
                  </a:lnTo>
                  <a:lnTo>
                    <a:pt x="80" y="32"/>
                  </a:lnTo>
                  <a:lnTo>
                    <a:pt x="88" y="32"/>
                  </a:lnTo>
                  <a:lnTo>
                    <a:pt x="88" y="16"/>
                  </a:lnTo>
                  <a:lnTo>
                    <a:pt x="96" y="16"/>
                  </a:lnTo>
                  <a:lnTo>
                    <a:pt x="112" y="16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52" y="32"/>
                  </a:lnTo>
                  <a:lnTo>
                    <a:pt x="160" y="104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28"/>
                  </a:lnTo>
                  <a:lnTo>
                    <a:pt x="128" y="136"/>
                  </a:lnTo>
                  <a:lnTo>
                    <a:pt x="136" y="144"/>
                  </a:lnTo>
                  <a:lnTo>
                    <a:pt x="120" y="160"/>
                  </a:lnTo>
                  <a:lnTo>
                    <a:pt x="96" y="184"/>
                  </a:lnTo>
                  <a:lnTo>
                    <a:pt x="80" y="208"/>
                  </a:lnTo>
                  <a:lnTo>
                    <a:pt x="80" y="248"/>
                  </a:lnTo>
                  <a:lnTo>
                    <a:pt x="96" y="272"/>
                  </a:lnTo>
                  <a:lnTo>
                    <a:pt x="88" y="280"/>
                  </a:lnTo>
                  <a:lnTo>
                    <a:pt x="88" y="288"/>
                  </a:lnTo>
                  <a:lnTo>
                    <a:pt x="72" y="304"/>
                  </a:lnTo>
                  <a:lnTo>
                    <a:pt x="64" y="360"/>
                  </a:lnTo>
                  <a:lnTo>
                    <a:pt x="48" y="360"/>
                  </a:lnTo>
                  <a:lnTo>
                    <a:pt x="40" y="368"/>
                  </a:lnTo>
                  <a:lnTo>
                    <a:pt x="40" y="376"/>
                  </a:lnTo>
                  <a:lnTo>
                    <a:pt x="24" y="376"/>
                  </a:lnTo>
                  <a:lnTo>
                    <a:pt x="16" y="360"/>
                  </a:lnTo>
                  <a:lnTo>
                    <a:pt x="24" y="352"/>
                  </a:lnTo>
                  <a:lnTo>
                    <a:pt x="16" y="344"/>
                  </a:lnTo>
                  <a:lnTo>
                    <a:pt x="0" y="2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1" name=""/>
            <p:cNvSpPr/>
            <p:nvPr/>
          </p:nvSpPr>
          <p:spPr>
            <a:xfrm>
              <a:off x="4807800" y="2347920"/>
              <a:ext cx="276120" cy="597960"/>
            </a:xfrm>
            <a:custGeom>
              <a:avLst/>
              <a:gdLst/>
              <a:ahLst/>
              <a:rect l="l" t="t" r="r" b="b"/>
              <a:pathLst>
                <a:path w="161" h="377">
                  <a:moveTo>
                    <a:pt x="0" y="296"/>
                  </a:moveTo>
                  <a:lnTo>
                    <a:pt x="8" y="296"/>
                  </a:lnTo>
                  <a:lnTo>
                    <a:pt x="8" y="272"/>
                  </a:lnTo>
                  <a:lnTo>
                    <a:pt x="16" y="264"/>
                  </a:lnTo>
                  <a:lnTo>
                    <a:pt x="16" y="240"/>
                  </a:lnTo>
                  <a:lnTo>
                    <a:pt x="16" y="232"/>
                  </a:lnTo>
                  <a:lnTo>
                    <a:pt x="8" y="200"/>
                  </a:lnTo>
                  <a:lnTo>
                    <a:pt x="16" y="168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32" y="136"/>
                  </a:lnTo>
                  <a:lnTo>
                    <a:pt x="40" y="120"/>
                  </a:lnTo>
                  <a:lnTo>
                    <a:pt x="48" y="96"/>
                  </a:lnTo>
                  <a:lnTo>
                    <a:pt x="64" y="72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72" y="40"/>
                  </a:lnTo>
                  <a:lnTo>
                    <a:pt x="80" y="32"/>
                  </a:lnTo>
                  <a:lnTo>
                    <a:pt x="88" y="32"/>
                  </a:lnTo>
                  <a:lnTo>
                    <a:pt x="88" y="16"/>
                  </a:lnTo>
                  <a:lnTo>
                    <a:pt x="96" y="16"/>
                  </a:lnTo>
                  <a:lnTo>
                    <a:pt x="112" y="16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52" y="32"/>
                  </a:lnTo>
                  <a:lnTo>
                    <a:pt x="160" y="104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28"/>
                  </a:lnTo>
                  <a:lnTo>
                    <a:pt x="128" y="136"/>
                  </a:lnTo>
                  <a:lnTo>
                    <a:pt x="136" y="144"/>
                  </a:lnTo>
                  <a:lnTo>
                    <a:pt x="120" y="160"/>
                  </a:lnTo>
                  <a:lnTo>
                    <a:pt x="96" y="184"/>
                  </a:lnTo>
                  <a:lnTo>
                    <a:pt x="80" y="208"/>
                  </a:lnTo>
                  <a:lnTo>
                    <a:pt x="80" y="248"/>
                  </a:lnTo>
                  <a:lnTo>
                    <a:pt x="96" y="272"/>
                  </a:lnTo>
                  <a:lnTo>
                    <a:pt x="88" y="280"/>
                  </a:lnTo>
                  <a:lnTo>
                    <a:pt x="88" y="288"/>
                  </a:lnTo>
                  <a:lnTo>
                    <a:pt x="72" y="304"/>
                  </a:lnTo>
                  <a:lnTo>
                    <a:pt x="64" y="360"/>
                  </a:lnTo>
                  <a:lnTo>
                    <a:pt x="48" y="360"/>
                  </a:lnTo>
                  <a:lnTo>
                    <a:pt x="40" y="368"/>
                  </a:lnTo>
                  <a:lnTo>
                    <a:pt x="40" y="376"/>
                  </a:lnTo>
                  <a:lnTo>
                    <a:pt x="24" y="376"/>
                  </a:lnTo>
                  <a:lnTo>
                    <a:pt x="16" y="360"/>
                  </a:lnTo>
                  <a:lnTo>
                    <a:pt x="24" y="352"/>
                  </a:lnTo>
                  <a:lnTo>
                    <a:pt x="16" y="344"/>
                  </a:lnTo>
                  <a:lnTo>
                    <a:pt x="0" y="2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2" name=""/>
            <p:cNvSpPr/>
            <p:nvPr/>
          </p:nvSpPr>
          <p:spPr>
            <a:xfrm>
              <a:off x="4394520" y="2944800"/>
              <a:ext cx="572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24" y="32"/>
                  </a:moveTo>
                  <a:lnTo>
                    <a:pt x="24" y="32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3" name=""/>
            <p:cNvSpPr/>
            <p:nvPr/>
          </p:nvSpPr>
          <p:spPr>
            <a:xfrm>
              <a:off x="4394520" y="2944800"/>
              <a:ext cx="572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24" y="32"/>
                  </a:moveTo>
                  <a:lnTo>
                    <a:pt x="24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8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4" name=""/>
            <p:cNvSpPr/>
            <p:nvPr/>
          </p:nvSpPr>
          <p:spPr>
            <a:xfrm>
              <a:off x="4340520" y="2944800"/>
              <a:ext cx="96840" cy="128160"/>
            </a:xfrm>
            <a:custGeom>
              <a:avLst/>
              <a:gdLst/>
              <a:ahLst/>
              <a:rect l="l" t="t" r="r" b="b"/>
              <a:pathLst>
                <a:path w="57" h="81">
                  <a:moveTo>
                    <a:pt x="40" y="0"/>
                  </a:moveTo>
                  <a:lnTo>
                    <a:pt x="40" y="0"/>
                  </a:lnTo>
                  <a:lnTo>
                    <a:pt x="32" y="16"/>
                  </a:lnTo>
                  <a:lnTo>
                    <a:pt x="40" y="24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56" y="48"/>
                  </a:lnTo>
                  <a:lnTo>
                    <a:pt x="48" y="72"/>
                  </a:lnTo>
                  <a:lnTo>
                    <a:pt x="8" y="80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24" y="24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5" name=""/>
            <p:cNvSpPr/>
            <p:nvPr/>
          </p:nvSpPr>
          <p:spPr>
            <a:xfrm>
              <a:off x="4340520" y="2944800"/>
              <a:ext cx="96840" cy="128160"/>
            </a:xfrm>
            <a:custGeom>
              <a:avLst/>
              <a:gdLst/>
              <a:ahLst/>
              <a:rect l="l" t="t" r="r" b="b"/>
              <a:pathLst>
                <a:path w="57" h="81">
                  <a:moveTo>
                    <a:pt x="40" y="0"/>
                  </a:moveTo>
                  <a:lnTo>
                    <a:pt x="32" y="16"/>
                  </a:lnTo>
                  <a:lnTo>
                    <a:pt x="40" y="24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56" y="48"/>
                  </a:lnTo>
                  <a:lnTo>
                    <a:pt x="48" y="72"/>
                  </a:lnTo>
                  <a:lnTo>
                    <a:pt x="8" y="80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24" y="24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4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6" name=""/>
            <p:cNvSpPr/>
            <p:nvPr/>
          </p:nvSpPr>
          <p:spPr>
            <a:xfrm>
              <a:off x="4739040" y="2868480"/>
              <a:ext cx="69840" cy="90000"/>
            </a:xfrm>
            <a:custGeom>
              <a:avLst/>
              <a:gdLst/>
              <a:ahLst/>
              <a:rect l="l" t="t" r="r" b="b"/>
              <a:pathLst>
                <a:path w="41" h="57">
                  <a:moveTo>
                    <a:pt x="8" y="56"/>
                  </a:moveTo>
                  <a:lnTo>
                    <a:pt x="8" y="56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7" name=""/>
            <p:cNvSpPr/>
            <p:nvPr/>
          </p:nvSpPr>
          <p:spPr>
            <a:xfrm>
              <a:off x="4739040" y="2868480"/>
              <a:ext cx="69840" cy="90000"/>
            </a:xfrm>
            <a:custGeom>
              <a:avLst/>
              <a:gdLst/>
              <a:ahLst/>
              <a:rect l="l" t="t" r="r" b="b"/>
              <a:pathLst>
                <a:path w="41" h="57">
                  <a:moveTo>
                    <a:pt x="8" y="56"/>
                  </a:moveTo>
                  <a:lnTo>
                    <a:pt x="16" y="56"/>
                  </a:lnTo>
                  <a:lnTo>
                    <a:pt x="24" y="56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8" name=""/>
            <p:cNvSpPr/>
            <p:nvPr/>
          </p:nvSpPr>
          <p:spPr>
            <a:xfrm>
              <a:off x="4642200" y="30081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32" y="56"/>
                  </a:moveTo>
                  <a:lnTo>
                    <a:pt x="32" y="56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48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32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9" name=""/>
            <p:cNvSpPr/>
            <p:nvPr/>
          </p:nvSpPr>
          <p:spPr>
            <a:xfrm>
              <a:off x="4642200" y="30081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32" y="56"/>
                  </a:moveTo>
                  <a:lnTo>
                    <a:pt x="32" y="32"/>
                  </a:lnTo>
                  <a:lnTo>
                    <a:pt x="40" y="24"/>
                  </a:lnTo>
                  <a:lnTo>
                    <a:pt x="48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32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0" name=""/>
            <p:cNvSpPr/>
            <p:nvPr/>
          </p:nvSpPr>
          <p:spPr>
            <a:xfrm>
              <a:off x="4627800" y="3084480"/>
              <a:ext cx="71640" cy="51840"/>
            </a:xfrm>
            <a:custGeom>
              <a:avLst/>
              <a:gdLst/>
              <a:ahLst/>
              <a:rect l="l" t="t" r="r" b="b"/>
              <a:pathLst>
                <a:path w="41" h="33">
                  <a:moveTo>
                    <a:pt x="32" y="32"/>
                  </a:moveTo>
                  <a:lnTo>
                    <a:pt x="32" y="32"/>
                  </a:lnTo>
                  <a:lnTo>
                    <a:pt x="24" y="32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1" name=""/>
            <p:cNvSpPr/>
            <p:nvPr/>
          </p:nvSpPr>
          <p:spPr>
            <a:xfrm>
              <a:off x="4627800" y="3084480"/>
              <a:ext cx="71640" cy="51840"/>
            </a:xfrm>
            <a:custGeom>
              <a:avLst/>
              <a:gdLst/>
              <a:ahLst/>
              <a:rect l="l" t="t" r="r" b="b"/>
              <a:pathLst>
                <a:path w="41" h="33">
                  <a:moveTo>
                    <a:pt x="32" y="32"/>
                  </a:moveTo>
                  <a:lnTo>
                    <a:pt x="24" y="32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2" name=""/>
            <p:cNvSpPr/>
            <p:nvPr/>
          </p:nvSpPr>
          <p:spPr>
            <a:xfrm>
              <a:off x="4683600" y="312228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3" name=""/>
            <p:cNvSpPr/>
            <p:nvPr/>
          </p:nvSpPr>
          <p:spPr>
            <a:xfrm>
              <a:off x="4683600" y="312228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4" name=""/>
            <p:cNvSpPr/>
            <p:nvPr/>
          </p:nvSpPr>
          <p:spPr>
            <a:xfrm>
              <a:off x="4875840" y="2957400"/>
              <a:ext cx="208080" cy="191520"/>
            </a:xfrm>
            <a:custGeom>
              <a:avLst/>
              <a:gdLst/>
              <a:ahLst/>
              <a:rect l="l" t="t" r="r" b="b"/>
              <a:pathLst>
                <a:path w="121" h="121">
                  <a:moveTo>
                    <a:pt x="104" y="120"/>
                  </a:moveTo>
                  <a:lnTo>
                    <a:pt x="104" y="120"/>
                  </a:lnTo>
                  <a:lnTo>
                    <a:pt x="112" y="104"/>
                  </a:lnTo>
                  <a:lnTo>
                    <a:pt x="120" y="96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120" y="40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8" y="16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24"/>
                  </a:lnTo>
                  <a:lnTo>
                    <a:pt x="8" y="88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32" y="96"/>
                  </a:lnTo>
                  <a:lnTo>
                    <a:pt x="40" y="96"/>
                  </a:lnTo>
                  <a:lnTo>
                    <a:pt x="56" y="112"/>
                  </a:lnTo>
                  <a:lnTo>
                    <a:pt x="64" y="112"/>
                  </a:lnTo>
                  <a:lnTo>
                    <a:pt x="72" y="120"/>
                  </a:lnTo>
                  <a:lnTo>
                    <a:pt x="88" y="112"/>
                  </a:lnTo>
                  <a:lnTo>
                    <a:pt x="104" y="12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5" name=""/>
            <p:cNvSpPr/>
            <p:nvPr/>
          </p:nvSpPr>
          <p:spPr>
            <a:xfrm>
              <a:off x="4875840" y="2957400"/>
              <a:ext cx="208080" cy="191520"/>
            </a:xfrm>
            <a:custGeom>
              <a:avLst/>
              <a:gdLst/>
              <a:ahLst/>
              <a:rect l="l" t="t" r="r" b="b"/>
              <a:pathLst>
                <a:path w="121" h="121">
                  <a:moveTo>
                    <a:pt x="104" y="120"/>
                  </a:moveTo>
                  <a:lnTo>
                    <a:pt x="112" y="104"/>
                  </a:lnTo>
                  <a:lnTo>
                    <a:pt x="120" y="96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120" y="40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8" y="16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48" y="0"/>
                  </a:lnTo>
                  <a:lnTo>
                    <a:pt x="0" y="24"/>
                  </a:lnTo>
                  <a:lnTo>
                    <a:pt x="8" y="88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32" y="96"/>
                  </a:lnTo>
                  <a:lnTo>
                    <a:pt x="40" y="96"/>
                  </a:lnTo>
                  <a:lnTo>
                    <a:pt x="56" y="112"/>
                  </a:lnTo>
                  <a:lnTo>
                    <a:pt x="64" y="112"/>
                  </a:lnTo>
                  <a:lnTo>
                    <a:pt x="72" y="120"/>
                  </a:lnTo>
                  <a:lnTo>
                    <a:pt x="88" y="112"/>
                  </a:lnTo>
                  <a:lnTo>
                    <a:pt x="104" y="12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6" name=""/>
            <p:cNvSpPr/>
            <p:nvPr/>
          </p:nvSpPr>
          <p:spPr>
            <a:xfrm>
              <a:off x="4697640" y="2957400"/>
              <a:ext cx="193680" cy="242640"/>
            </a:xfrm>
            <a:custGeom>
              <a:avLst/>
              <a:gdLst/>
              <a:ahLst/>
              <a:rect l="l" t="t" r="r" b="b"/>
              <a:pathLst>
                <a:path w="113" h="153">
                  <a:moveTo>
                    <a:pt x="64" y="24"/>
                  </a:moveTo>
                  <a:lnTo>
                    <a:pt x="64" y="24"/>
                  </a:lnTo>
                  <a:lnTo>
                    <a:pt x="96" y="8"/>
                  </a:lnTo>
                  <a:lnTo>
                    <a:pt x="96" y="16"/>
                  </a:lnTo>
                  <a:lnTo>
                    <a:pt x="88" y="16"/>
                  </a:lnTo>
                  <a:lnTo>
                    <a:pt x="104" y="24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96" y="128"/>
                  </a:lnTo>
                  <a:lnTo>
                    <a:pt x="88" y="136"/>
                  </a:lnTo>
                  <a:lnTo>
                    <a:pt x="88" y="144"/>
                  </a:lnTo>
                  <a:lnTo>
                    <a:pt x="56" y="152"/>
                  </a:lnTo>
                  <a:lnTo>
                    <a:pt x="40" y="152"/>
                  </a:lnTo>
                  <a:lnTo>
                    <a:pt x="16" y="152"/>
                  </a:lnTo>
                  <a:lnTo>
                    <a:pt x="24" y="128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64" y="16"/>
                  </a:lnTo>
                  <a:lnTo>
                    <a:pt x="56" y="24"/>
                  </a:lnTo>
                  <a:lnTo>
                    <a:pt x="6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7" name=""/>
            <p:cNvSpPr/>
            <p:nvPr/>
          </p:nvSpPr>
          <p:spPr>
            <a:xfrm>
              <a:off x="4697640" y="2957400"/>
              <a:ext cx="193680" cy="242640"/>
            </a:xfrm>
            <a:custGeom>
              <a:avLst/>
              <a:gdLst/>
              <a:ahLst/>
              <a:rect l="l" t="t" r="r" b="b"/>
              <a:pathLst>
                <a:path w="113" h="153">
                  <a:moveTo>
                    <a:pt x="64" y="24"/>
                  </a:moveTo>
                  <a:lnTo>
                    <a:pt x="96" y="8"/>
                  </a:lnTo>
                  <a:lnTo>
                    <a:pt x="96" y="16"/>
                  </a:lnTo>
                  <a:lnTo>
                    <a:pt x="88" y="16"/>
                  </a:lnTo>
                  <a:lnTo>
                    <a:pt x="104" y="24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96" y="128"/>
                  </a:lnTo>
                  <a:lnTo>
                    <a:pt x="88" y="136"/>
                  </a:lnTo>
                  <a:lnTo>
                    <a:pt x="88" y="144"/>
                  </a:lnTo>
                  <a:lnTo>
                    <a:pt x="56" y="152"/>
                  </a:lnTo>
                  <a:lnTo>
                    <a:pt x="40" y="152"/>
                  </a:lnTo>
                  <a:lnTo>
                    <a:pt x="16" y="152"/>
                  </a:lnTo>
                  <a:lnTo>
                    <a:pt x="24" y="128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40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64" y="16"/>
                  </a:lnTo>
                  <a:lnTo>
                    <a:pt x="56" y="24"/>
                  </a:lnTo>
                  <a:lnTo>
                    <a:pt x="6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8" name=""/>
            <p:cNvSpPr/>
            <p:nvPr/>
          </p:nvSpPr>
          <p:spPr>
            <a:xfrm>
              <a:off x="4766040" y="3147840"/>
              <a:ext cx="166680" cy="77400"/>
            </a:xfrm>
            <a:custGeom>
              <a:avLst/>
              <a:gdLst/>
              <a:ahLst/>
              <a:rect l="l" t="t" r="r" b="b"/>
              <a:pathLst>
                <a:path w="97" h="49">
                  <a:moveTo>
                    <a:pt x="0" y="32"/>
                  </a:moveTo>
                  <a:lnTo>
                    <a:pt x="0" y="32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48" y="16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96" y="8"/>
                  </a:lnTo>
                  <a:lnTo>
                    <a:pt x="96" y="24"/>
                  </a:lnTo>
                  <a:lnTo>
                    <a:pt x="88" y="40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9" name=""/>
            <p:cNvSpPr/>
            <p:nvPr/>
          </p:nvSpPr>
          <p:spPr>
            <a:xfrm>
              <a:off x="4766040" y="3147840"/>
              <a:ext cx="166680" cy="77400"/>
            </a:xfrm>
            <a:custGeom>
              <a:avLst/>
              <a:gdLst/>
              <a:ahLst/>
              <a:rect l="l" t="t" r="r" b="b"/>
              <a:pathLst>
                <a:path w="97" h="49">
                  <a:moveTo>
                    <a:pt x="0" y="32"/>
                  </a:moveTo>
                  <a:lnTo>
                    <a:pt x="16" y="32"/>
                  </a:lnTo>
                  <a:lnTo>
                    <a:pt x="48" y="24"/>
                  </a:lnTo>
                  <a:lnTo>
                    <a:pt x="48" y="16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96" y="8"/>
                  </a:lnTo>
                  <a:lnTo>
                    <a:pt x="96" y="24"/>
                  </a:lnTo>
                  <a:lnTo>
                    <a:pt x="88" y="40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0" name=""/>
            <p:cNvSpPr/>
            <p:nvPr/>
          </p:nvSpPr>
          <p:spPr>
            <a:xfrm>
              <a:off x="4766040" y="31986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8"/>
                  </a:moveTo>
                  <a:lnTo>
                    <a:pt x="8" y="8"/>
                  </a:lnTo>
                  <a:lnTo>
                    <a:pt x="0" y="0"/>
                  </a:lnTo>
                  <a:lnTo>
                    <a:pt x="8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1" name=""/>
            <p:cNvSpPr/>
            <p:nvPr/>
          </p:nvSpPr>
          <p:spPr>
            <a:xfrm>
              <a:off x="4766040" y="31986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8"/>
                  </a:moveTo>
                  <a:lnTo>
                    <a:pt x="8" y="8"/>
                  </a:lnTo>
                  <a:lnTo>
                    <a:pt x="0" y="0"/>
                  </a:lnTo>
                  <a:lnTo>
                    <a:pt x="8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2" name=""/>
            <p:cNvSpPr/>
            <p:nvPr/>
          </p:nvSpPr>
          <p:spPr>
            <a:xfrm>
              <a:off x="4697640" y="3198600"/>
              <a:ext cx="98640" cy="52200"/>
            </a:xfrm>
            <a:custGeom>
              <a:avLst/>
              <a:gdLst/>
              <a:ahLst/>
              <a:rect l="l" t="t" r="r" b="b"/>
              <a:pathLst>
                <a:path w="57" h="33">
                  <a:moveTo>
                    <a:pt x="16" y="32"/>
                  </a:moveTo>
                  <a:lnTo>
                    <a:pt x="16" y="32"/>
                  </a:lnTo>
                  <a:lnTo>
                    <a:pt x="32" y="24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16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3" name=""/>
            <p:cNvSpPr/>
            <p:nvPr/>
          </p:nvSpPr>
          <p:spPr>
            <a:xfrm>
              <a:off x="4697640" y="3198600"/>
              <a:ext cx="98640" cy="52200"/>
            </a:xfrm>
            <a:custGeom>
              <a:avLst/>
              <a:gdLst/>
              <a:ahLst/>
              <a:rect l="l" t="t" r="r" b="b"/>
              <a:pathLst>
                <a:path w="57" h="33">
                  <a:moveTo>
                    <a:pt x="16" y="32"/>
                  </a:moveTo>
                  <a:lnTo>
                    <a:pt x="32" y="24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16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4" name=""/>
            <p:cNvSpPr/>
            <p:nvPr/>
          </p:nvSpPr>
          <p:spPr>
            <a:xfrm>
              <a:off x="4464360" y="3084480"/>
              <a:ext cx="276120" cy="255240"/>
            </a:xfrm>
            <a:custGeom>
              <a:avLst/>
              <a:gdLst/>
              <a:ahLst/>
              <a:rect l="l" t="t" r="r" b="b"/>
              <a:pathLst>
                <a:path w="161" h="161">
                  <a:moveTo>
                    <a:pt x="96" y="0"/>
                  </a:moveTo>
                  <a:lnTo>
                    <a:pt x="96" y="0"/>
                  </a:lnTo>
                  <a:lnTo>
                    <a:pt x="80" y="8"/>
                  </a:lnTo>
                  <a:lnTo>
                    <a:pt x="80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48" y="40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40" y="48"/>
                  </a:lnTo>
                  <a:lnTo>
                    <a:pt x="24" y="56"/>
                  </a:lnTo>
                  <a:lnTo>
                    <a:pt x="24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32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40" y="144"/>
                  </a:lnTo>
                  <a:lnTo>
                    <a:pt x="56" y="152"/>
                  </a:lnTo>
                  <a:lnTo>
                    <a:pt x="96" y="160"/>
                  </a:lnTo>
                  <a:lnTo>
                    <a:pt x="96" y="152"/>
                  </a:lnTo>
                  <a:lnTo>
                    <a:pt x="112" y="144"/>
                  </a:lnTo>
                  <a:lnTo>
                    <a:pt x="136" y="152"/>
                  </a:lnTo>
                  <a:lnTo>
                    <a:pt x="144" y="152"/>
                  </a:lnTo>
                  <a:lnTo>
                    <a:pt x="152" y="136"/>
                  </a:lnTo>
                  <a:lnTo>
                    <a:pt x="144" y="120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44" y="72"/>
                  </a:lnTo>
                  <a:lnTo>
                    <a:pt x="152" y="72"/>
                  </a:lnTo>
                  <a:lnTo>
                    <a:pt x="160" y="48"/>
                  </a:lnTo>
                  <a:lnTo>
                    <a:pt x="136" y="32"/>
                  </a:lnTo>
                  <a:lnTo>
                    <a:pt x="128" y="32"/>
                  </a:lnTo>
                  <a:lnTo>
                    <a:pt x="120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12" y="16"/>
                  </a:lnTo>
                  <a:lnTo>
                    <a:pt x="96" y="8"/>
                  </a:lnTo>
                  <a:lnTo>
                    <a:pt x="9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5" name=""/>
            <p:cNvSpPr/>
            <p:nvPr/>
          </p:nvSpPr>
          <p:spPr>
            <a:xfrm>
              <a:off x="4464360" y="3084480"/>
              <a:ext cx="276120" cy="255240"/>
            </a:xfrm>
            <a:custGeom>
              <a:avLst/>
              <a:gdLst/>
              <a:ahLst/>
              <a:rect l="l" t="t" r="r" b="b"/>
              <a:pathLst>
                <a:path w="161" h="161">
                  <a:moveTo>
                    <a:pt x="96" y="0"/>
                  </a:moveTo>
                  <a:lnTo>
                    <a:pt x="80" y="8"/>
                  </a:lnTo>
                  <a:lnTo>
                    <a:pt x="80" y="24"/>
                  </a:lnTo>
                  <a:lnTo>
                    <a:pt x="64" y="32"/>
                  </a:lnTo>
                  <a:lnTo>
                    <a:pt x="56" y="40"/>
                  </a:lnTo>
                  <a:lnTo>
                    <a:pt x="48" y="40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40" y="48"/>
                  </a:lnTo>
                  <a:lnTo>
                    <a:pt x="24" y="56"/>
                  </a:lnTo>
                  <a:lnTo>
                    <a:pt x="24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32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40" y="144"/>
                  </a:lnTo>
                  <a:lnTo>
                    <a:pt x="56" y="152"/>
                  </a:lnTo>
                  <a:lnTo>
                    <a:pt x="96" y="160"/>
                  </a:lnTo>
                  <a:lnTo>
                    <a:pt x="96" y="152"/>
                  </a:lnTo>
                  <a:lnTo>
                    <a:pt x="112" y="144"/>
                  </a:lnTo>
                  <a:lnTo>
                    <a:pt x="136" y="152"/>
                  </a:lnTo>
                  <a:lnTo>
                    <a:pt x="144" y="152"/>
                  </a:lnTo>
                  <a:lnTo>
                    <a:pt x="152" y="136"/>
                  </a:lnTo>
                  <a:lnTo>
                    <a:pt x="144" y="120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44" y="72"/>
                  </a:lnTo>
                  <a:lnTo>
                    <a:pt x="152" y="72"/>
                  </a:lnTo>
                  <a:lnTo>
                    <a:pt x="160" y="48"/>
                  </a:lnTo>
                  <a:lnTo>
                    <a:pt x="136" y="32"/>
                  </a:lnTo>
                  <a:lnTo>
                    <a:pt x="128" y="32"/>
                  </a:lnTo>
                  <a:lnTo>
                    <a:pt x="120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12" y="16"/>
                  </a:lnTo>
                  <a:lnTo>
                    <a:pt x="96" y="8"/>
                  </a:lnTo>
                  <a:lnTo>
                    <a:pt x="9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6" name=""/>
            <p:cNvSpPr/>
            <p:nvPr/>
          </p:nvSpPr>
          <p:spPr>
            <a:xfrm>
              <a:off x="4367520" y="3300120"/>
              <a:ext cx="263520" cy="204480"/>
            </a:xfrm>
            <a:custGeom>
              <a:avLst/>
              <a:gdLst/>
              <a:ahLst/>
              <a:rect l="l" t="t" r="r" b="b"/>
              <a:pathLst>
                <a:path w="153" h="129">
                  <a:moveTo>
                    <a:pt x="8" y="32"/>
                  </a:moveTo>
                  <a:lnTo>
                    <a:pt x="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32" y="96"/>
                  </a:lnTo>
                  <a:lnTo>
                    <a:pt x="24" y="112"/>
                  </a:lnTo>
                  <a:lnTo>
                    <a:pt x="48" y="128"/>
                  </a:lnTo>
                  <a:lnTo>
                    <a:pt x="56" y="120"/>
                  </a:lnTo>
                  <a:lnTo>
                    <a:pt x="88" y="120"/>
                  </a:lnTo>
                  <a:lnTo>
                    <a:pt x="120" y="88"/>
                  </a:lnTo>
                  <a:lnTo>
                    <a:pt x="112" y="72"/>
                  </a:lnTo>
                  <a:lnTo>
                    <a:pt x="128" y="48"/>
                  </a:lnTo>
                  <a:lnTo>
                    <a:pt x="152" y="32"/>
                  </a:lnTo>
                  <a:lnTo>
                    <a:pt x="152" y="24"/>
                  </a:lnTo>
                  <a:lnTo>
                    <a:pt x="112" y="16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72" y="8"/>
                  </a:lnTo>
                  <a:lnTo>
                    <a:pt x="6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7" name=""/>
            <p:cNvSpPr/>
            <p:nvPr/>
          </p:nvSpPr>
          <p:spPr>
            <a:xfrm>
              <a:off x="4367520" y="3300120"/>
              <a:ext cx="263520" cy="204480"/>
            </a:xfrm>
            <a:custGeom>
              <a:avLst/>
              <a:gdLst/>
              <a:ahLst/>
              <a:rect l="l" t="t" r="r" b="b"/>
              <a:pathLst>
                <a:path w="153" h="129">
                  <a:moveTo>
                    <a:pt x="8" y="32"/>
                  </a:moveTo>
                  <a:lnTo>
                    <a:pt x="40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32" y="96"/>
                  </a:lnTo>
                  <a:lnTo>
                    <a:pt x="24" y="112"/>
                  </a:lnTo>
                  <a:lnTo>
                    <a:pt x="48" y="128"/>
                  </a:lnTo>
                  <a:lnTo>
                    <a:pt x="56" y="120"/>
                  </a:lnTo>
                  <a:lnTo>
                    <a:pt x="88" y="120"/>
                  </a:lnTo>
                  <a:lnTo>
                    <a:pt x="120" y="88"/>
                  </a:lnTo>
                  <a:lnTo>
                    <a:pt x="112" y="72"/>
                  </a:lnTo>
                  <a:lnTo>
                    <a:pt x="128" y="48"/>
                  </a:lnTo>
                  <a:lnTo>
                    <a:pt x="152" y="32"/>
                  </a:lnTo>
                  <a:lnTo>
                    <a:pt x="152" y="24"/>
                  </a:lnTo>
                  <a:lnTo>
                    <a:pt x="112" y="16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72" y="8"/>
                  </a:lnTo>
                  <a:lnTo>
                    <a:pt x="6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8" name=""/>
            <p:cNvSpPr/>
            <p:nvPr/>
          </p:nvSpPr>
          <p:spPr>
            <a:xfrm>
              <a:off x="4367520" y="3350880"/>
              <a:ext cx="69840" cy="128520"/>
            </a:xfrm>
            <a:custGeom>
              <a:avLst/>
              <a:gdLst/>
              <a:ahLst/>
              <a:rect l="l" t="t" r="r" b="b"/>
              <a:pathLst>
                <a:path w="41" h="81">
                  <a:moveTo>
                    <a:pt x="24" y="80"/>
                  </a:moveTo>
                  <a:lnTo>
                    <a:pt x="24" y="80"/>
                  </a:lnTo>
                  <a:lnTo>
                    <a:pt x="32" y="6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0" y="56"/>
                  </a:lnTo>
                  <a:lnTo>
                    <a:pt x="8" y="56"/>
                  </a:lnTo>
                  <a:lnTo>
                    <a:pt x="0" y="80"/>
                  </a:lnTo>
                  <a:lnTo>
                    <a:pt x="24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9" name=""/>
            <p:cNvSpPr/>
            <p:nvPr/>
          </p:nvSpPr>
          <p:spPr>
            <a:xfrm>
              <a:off x="4367520" y="3350880"/>
              <a:ext cx="69840" cy="128520"/>
            </a:xfrm>
            <a:custGeom>
              <a:avLst/>
              <a:gdLst/>
              <a:ahLst/>
              <a:rect l="l" t="t" r="r" b="b"/>
              <a:pathLst>
                <a:path w="41" h="81">
                  <a:moveTo>
                    <a:pt x="24" y="80"/>
                  </a:moveTo>
                  <a:lnTo>
                    <a:pt x="32" y="6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0" y="56"/>
                  </a:lnTo>
                  <a:lnTo>
                    <a:pt x="8" y="56"/>
                  </a:lnTo>
                  <a:lnTo>
                    <a:pt x="0" y="80"/>
                  </a:lnTo>
                  <a:lnTo>
                    <a:pt x="24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0" name=""/>
            <p:cNvSpPr/>
            <p:nvPr/>
          </p:nvSpPr>
          <p:spPr>
            <a:xfrm>
              <a:off x="4710600" y="3211200"/>
              <a:ext cx="263520" cy="242640"/>
            </a:xfrm>
            <a:custGeom>
              <a:avLst/>
              <a:gdLst/>
              <a:ahLst/>
              <a:rect l="l" t="t" r="r" b="b"/>
              <a:pathLst>
                <a:path w="153" h="153">
                  <a:moveTo>
                    <a:pt x="8" y="56"/>
                  </a:moveTo>
                  <a:lnTo>
                    <a:pt x="8" y="56"/>
                  </a:lnTo>
                  <a:lnTo>
                    <a:pt x="24" y="48"/>
                  </a:lnTo>
                  <a:lnTo>
                    <a:pt x="40" y="56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72" y="96"/>
                  </a:lnTo>
                  <a:lnTo>
                    <a:pt x="88" y="104"/>
                  </a:lnTo>
                  <a:lnTo>
                    <a:pt x="104" y="120"/>
                  </a:lnTo>
                  <a:lnTo>
                    <a:pt x="112" y="120"/>
                  </a:lnTo>
                  <a:lnTo>
                    <a:pt x="120" y="144"/>
                  </a:lnTo>
                  <a:lnTo>
                    <a:pt x="112" y="152"/>
                  </a:lnTo>
                  <a:lnTo>
                    <a:pt x="120" y="152"/>
                  </a:lnTo>
                  <a:lnTo>
                    <a:pt x="128" y="144"/>
                  </a:lnTo>
                  <a:lnTo>
                    <a:pt x="128" y="136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8"/>
                  </a:lnTo>
                  <a:lnTo>
                    <a:pt x="152" y="120"/>
                  </a:lnTo>
                  <a:lnTo>
                    <a:pt x="112" y="96"/>
                  </a:lnTo>
                  <a:lnTo>
                    <a:pt x="120" y="88"/>
                  </a:lnTo>
                  <a:lnTo>
                    <a:pt x="112" y="88"/>
                  </a:lnTo>
                  <a:lnTo>
                    <a:pt x="96" y="80"/>
                  </a:lnTo>
                  <a:lnTo>
                    <a:pt x="88" y="64"/>
                  </a:lnTo>
                  <a:lnTo>
                    <a:pt x="72" y="48"/>
                  </a:lnTo>
                  <a:lnTo>
                    <a:pt x="72" y="24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8"/>
                  </a:lnTo>
                  <a:lnTo>
                    <a:pt x="72" y="0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1" name=""/>
            <p:cNvSpPr/>
            <p:nvPr/>
          </p:nvSpPr>
          <p:spPr>
            <a:xfrm>
              <a:off x="4710600" y="3211200"/>
              <a:ext cx="263520" cy="242640"/>
            </a:xfrm>
            <a:custGeom>
              <a:avLst/>
              <a:gdLst/>
              <a:ahLst/>
              <a:rect l="l" t="t" r="r" b="b"/>
              <a:pathLst>
                <a:path w="153" h="153">
                  <a:moveTo>
                    <a:pt x="8" y="56"/>
                  </a:moveTo>
                  <a:lnTo>
                    <a:pt x="24" y="48"/>
                  </a:lnTo>
                  <a:lnTo>
                    <a:pt x="40" y="56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72" y="96"/>
                  </a:lnTo>
                  <a:lnTo>
                    <a:pt x="88" y="104"/>
                  </a:lnTo>
                  <a:lnTo>
                    <a:pt x="104" y="120"/>
                  </a:lnTo>
                  <a:lnTo>
                    <a:pt x="112" y="120"/>
                  </a:lnTo>
                  <a:lnTo>
                    <a:pt x="120" y="144"/>
                  </a:lnTo>
                  <a:lnTo>
                    <a:pt x="112" y="152"/>
                  </a:lnTo>
                  <a:lnTo>
                    <a:pt x="120" y="152"/>
                  </a:lnTo>
                  <a:lnTo>
                    <a:pt x="128" y="144"/>
                  </a:lnTo>
                  <a:lnTo>
                    <a:pt x="128" y="136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8"/>
                  </a:lnTo>
                  <a:lnTo>
                    <a:pt x="152" y="120"/>
                  </a:lnTo>
                  <a:lnTo>
                    <a:pt x="112" y="96"/>
                  </a:lnTo>
                  <a:lnTo>
                    <a:pt x="120" y="88"/>
                  </a:lnTo>
                  <a:lnTo>
                    <a:pt x="112" y="88"/>
                  </a:lnTo>
                  <a:lnTo>
                    <a:pt x="96" y="80"/>
                  </a:lnTo>
                  <a:lnTo>
                    <a:pt x="88" y="64"/>
                  </a:lnTo>
                  <a:lnTo>
                    <a:pt x="72" y="48"/>
                  </a:lnTo>
                  <a:lnTo>
                    <a:pt x="72" y="24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8"/>
                  </a:lnTo>
                  <a:lnTo>
                    <a:pt x="72" y="0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2" name=""/>
            <p:cNvSpPr/>
            <p:nvPr/>
          </p:nvSpPr>
          <p:spPr>
            <a:xfrm>
              <a:off x="4999680" y="3173400"/>
              <a:ext cx="208080" cy="140760"/>
            </a:xfrm>
            <a:custGeom>
              <a:avLst/>
              <a:gdLst/>
              <a:ahLst/>
              <a:rect l="l" t="t" r="r" b="b"/>
              <a:pathLst>
                <a:path w="121" h="89">
                  <a:moveTo>
                    <a:pt x="16" y="64"/>
                  </a:moveTo>
                  <a:lnTo>
                    <a:pt x="16" y="64"/>
                  </a:lnTo>
                  <a:lnTo>
                    <a:pt x="32" y="64"/>
                  </a:lnTo>
                  <a:lnTo>
                    <a:pt x="32" y="72"/>
                  </a:lnTo>
                  <a:lnTo>
                    <a:pt x="40" y="80"/>
                  </a:lnTo>
                  <a:lnTo>
                    <a:pt x="48" y="80"/>
                  </a:lnTo>
                  <a:lnTo>
                    <a:pt x="72" y="88"/>
                  </a:lnTo>
                  <a:lnTo>
                    <a:pt x="88" y="72"/>
                  </a:lnTo>
                  <a:lnTo>
                    <a:pt x="112" y="80"/>
                  </a:lnTo>
                  <a:lnTo>
                    <a:pt x="112" y="72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04" y="56"/>
                  </a:lnTo>
                  <a:lnTo>
                    <a:pt x="104" y="48"/>
                  </a:lnTo>
                  <a:lnTo>
                    <a:pt x="104" y="24"/>
                  </a:lnTo>
                  <a:lnTo>
                    <a:pt x="88" y="0"/>
                  </a:lnTo>
                  <a:lnTo>
                    <a:pt x="80" y="0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16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3" name=""/>
            <p:cNvSpPr/>
            <p:nvPr/>
          </p:nvSpPr>
          <p:spPr>
            <a:xfrm>
              <a:off x="4999680" y="3173400"/>
              <a:ext cx="208080" cy="140760"/>
            </a:xfrm>
            <a:custGeom>
              <a:avLst/>
              <a:gdLst/>
              <a:ahLst/>
              <a:rect l="l" t="t" r="r" b="b"/>
              <a:pathLst>
                <a:path w="121" h="89">
                  <a:moveTo>
                    <a:pt x="16" y="64"/>
                  </a:moveTo>
                  <a:lnTo>
                    <a:pt x="32" y="64"/>
                  </a:lnTo>
                  <a:lnTo>
                    <a:pt x="32" y="72"/>
                  </a:lnTo>
                  <a:lnTo>
                    <a:pt x="40" y="80"/>
                  </a:lnTo>
                  <a:lnTo>
                    <a:pt x="48" y="80"/>
                  </a:lnTo>
                  <a:lnTo>
                    <a:pt x="72" y="88"/>
                  </a:lnTo>
                  <a:lnTo>
                    <a:pt x="88" y="72"/>
                  </a:lnTo>
                  <a:lnTo>
                    <a:pt x="112" y="80"/>
                  </a:lnTo>
                  <a:lnTo>
                    <a:pt x="112" y="72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04" y="56"/>
                  </a:lnTo>
                  <a:lnTo>
                    <a:pt x="104" y="48"/>
                  </a:lnTo>
                  <a:lnTo>
                    <a:pt x="104" y="24"/>
                  </a:lnTo>
                  <a:lnTo>
                    <a:pt x="88" y="0"/>
                  </a:lnTo>
                  <a:lnTo>
                    <a:pt x="80" y="0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16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4" name=""/>
            <p:cNvSpPr/>
            <p:nvPr/>
          </p:nvSpPr>
          <p:spPr>
            <a:xfrm>
              <a:off x="5123520" y="3350880"/>
              <a:ext cx="414360" cy="153720"/>
            </a:xfrm>
            <a:custGeom>
              <a:avLst/>
              <a:gdLst/>
              <a:ahLst/>
              <a:rect l="l" t="t" r="r" b="b"/>
              <a:pathLst>
                <a:path w="241" h="97">
                  <a:moveTo>
                    <a:pt x="240" y="32"/>
                  </a:moveTo>
                  <a:lnTo>
                    <a:pt x="240" y="32"/>
                  </a:lnTo>
                  <a:lnTo>
                    <a:pt x="232" y="32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76" y="16"/>
                  </a:lnTo>
                  <a:lnTo>
                    <a:pt x="144" y="16"/>
                  </a:lnTo>
                  <a:lnTo>
                    <a:pt x="120" y="0"/>
                  </a:lnTo>
                  <a:lnTo>
                    <a:pt x="96" y="0"/>
                  </a:lnTo>
                  <a:lnTo>
                    <a:pt x="72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24" y="16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8" y="48"/>
                  </a:lnTo>
                  <a:lnTo>
                    <a:pt x="16" y="40"/>
                  </a:lnTo>
                  <a:lnTo>
                    <a:pt x="16" y="56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16" y="80"/>
                  </a:lnTo>
                  <a:lnTo>
                    <a:pt x="32" y="80"/>
                  </a:lnTo>
                  <a:lnTo>
                    <a:pt x="32" y="88"/>
                  </a:lnTo>
                  <a:lnTo>
                    <a:pt x="48" y="96"/>
                  </a:lnTo>
                  <a:lnTo>
                    <a:pt x="64" y="88"/>
                  </a:lnTo>
                  <a:lnTo>
                    <a:pt x="72" y="88"/>
                  </a:lnTo>
                  <a:lnTo>
                    <a:pt x="88" y="96"/>
                  </a:lnTo>
                  <a:lnTo>
                    <a:pt x="96" y="96"/>
                  </a:lnTo>
                  <a:lnTo>
                    <a:pt x="112" y="88"/>
                  </a:lnTo>
                  <a:lnTo>
                    <a:pt x="128" y="88"/>
                  </a:lnTo>
                  <a:lnTo>
                    <a:pt x="128" y="80"/>
                  </a:lnTo>
                  <a:lnTo>
                    <a:pt x="128" y="96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60" y="80"/>
                  </a:lnTo>
                  <a:lnTo>
                    <a:pt x="168" y="88"/>
                  </a:lnTo>
                  <a:lnTo>
                    <a:pt x="192" y="80"/>
                  </a:lnTo>
                  <a:lnTo>
                    <a:pt x="216" y="80"/>
                  </a:lnTo>
                  <a:lnTo>
                    <a:pt x="216" y="72"/>
                  </a:lnTo>
                  <a:lnTo>
                    <a:pt x="240" y="80"/>
                  </a:lnTo>
                  <a:lnTo>
                    <a:pt x="232" y="40"/>
                  </a:lnTo>
                  <a:lnTo>
                    <a:pt x="24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5" name=""/>
            <p:cNvSpPr/>
            <p:nvPr/>
          </p:nvSpPr>
          <p:spPr>
            <a:xfrm>
              <a:off x="5123520" y="3350880"/>
              <a:ext cx="414360" cy="153720"/>
            </a:xfrm>
            <a:custGeom>
              <a:avLst/>
              <a:gdLst/>
              <a:ahLst/>
              <a:rect l="l" t="t" r="r" b="b"/>
              <a:pathLst>
                <a:path w="241" h="97">
                  <a:moveTo>
                    <a:pt x="240" y="32"/>
                  </a:moveTo>
                  <a:lnTo>
                    <a:pt x="232" y="32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76" y="16"/>
                  </a:lnTo>
                  <a:lnTo>
                    <a:pt x="144" y="16"/>
                  </a:lnTo>
                  <a:lnTo>
                    <a:pt x="120" y="0"/>
                  </a:lnTo>
                  <a:lnTo>
                    <a:pt x="96" y="0"/>
                  </a:lnTo>
                  <a:lnTo>
                    <a:pt x="72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24" y="16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40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8" y="48"/>
                  </a:lnTo>
                  <a:lnTo>
                    <a:pt x="16" y="40"/>
                  </a:lnTo>
                  <a:lnTo>
                    <a:pt x="16" y="56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16" y="80"/>
                  </a:lnTo>
                  <a:lnTo>
                    <a:pt x="32" y="80"/>
                  </a:lnTo>
                  <a:lnTo>
                    <a:pt x="32" y="88"/>
                  </a:lnTo>
                  <a:lnTo>
                    <a:pt x="48" y="96"/>
                  </a:lnTo>
                  <a:lnTo>
                    <a:pt x="64" y="88"/>
                  </a:lnTo>
                  <a:lnTo>
                    <a:pt x="72" y="88"/>
                  </a:lnTo>
                  <a:lnTo>
                    <a:pt x="88" y="96"/>
                  </a:lnTo>
                  <a:lnTo>
                    <a:pt x="96" y="96"/>
                  </a:lnTo>
                  <a:lnTo>
                    <a:pt x="112" y="88"/>
                  </a:lnTo>
                  <a:lnTo>
                    <a:pt x="128" y="88"/>
                  </a:lnTo>
                  <a:lnTo>
                    <a:pt x="128" y="80"/>
                  </a:lnTo>
                  <a:lnTo>
                    <a:pt x="128" y="96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60" y="80"/>
                  </a:lnTo>
                  <a:lnTo>
                    <a:pt x="168" y="88"/>
                  </a:lnTo>
                  <a:lnTo>
                    <a:pt x="192" y="80"/>
                  </a:lnTo>
                  <a:lnTo>
                    <a:pt x="216" y="80"/>
                  </a:lnTo>
                  <a:lnTo>
                    <a:pt x="216" y="72"/>
                  </a:lnTo>
                  <a:lnTo>
                    <a:pt x="240" y="80"/>
                  </a:lnTo>
                  <a:lnTo>
                    <a:pt x="232" y="40"/>
                  </a:lnTo>
                  <a:lnTo>
                    <a:pt x="24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6" name=""/>
            <p:cNvSpPr/>
            <p:nvPr/>
          </p:nvSpPr>
          <p:spPr>
            <a:xfrm>
              <a:off x="4999680" y="3363840"/>
              <a:ext cx="139680" cy="102600"/>
            </a:xfrm>
            <a:custGeom>
              <a:avLst/>
              <a:gdLst/>
              <a:ahLst/>
              <a:rect l="l" t="t" r="r" b="b"/>
              <a:pathLst>
                <a:path w="81" h="65">
                  <a:moveTo>
                    <a:pt x="16" y="8"/>
                  </a:moveTo>
                  <a:lnTo>
                    <a:pt x="16" y="8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40" y="40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16" y="56"/>
                  </a:lnTo>
                  <a:lnTo>
                    <a:pt x="0" y="32"/>
                  </a:lnTo>
                  <a:lnTo>
                    <a:pt x="16" y="16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7" name=""/>
            <p:cNvSpPr/>
            <p:nvPr/>
          </p:nvSpPr>
          <p:spPr>
            <a:xfrm>
              <a:off x="4999680" y="3363840"/>
              <a:ext cx="139680" cy="102600"/>
            </a:xfrm>
            <a:custGeom>
              <a:avLst/>
              <a:gdLst/>
              <a:ahLst/>
              <a:rect l="l" t="t" r="r" b="b"/>
              <a:pathLst>
                <a:path w="81" h="65">
                  <a:moveTo>
                    <a:pt x="16" y="8"/>
                  </a:moveTo>
                  <a:lnTo>
                    <a:pt x="40" y="0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40" y="40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16" y="56"/>
                  </a:lnTo>
                  <a:lnTo>
                    <a:pt x="0" y="32"/>
                  </a:lnTo>
                  <a:lnTo>
                    <a:pt x="16" y="16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8" name=""/>
            <p:cNvSpPr/>
            <p:nvPr/>
          </p:nvSpPr>
          <p:spPr>
            <a:xfrm>
              <a:off x="5329800" y="347796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0" y="72"/>
                  </a:moveTo>
                  <a:lnTo>
                    <a:pt x="0" y="72"/>
                  </a:lnTo>
                  <a:lnTo>
                    <a:pt x="8" y="64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40" y="0"/>
                  </a:lnTo>
                  <a:lnTo>
                    <a:pt x="48" y="8"/>
                  </a:lnTo>
                  <a:lnTo>
                    <a:pt x="72" y="0"/>
                  </a:lnTo>
                  <a:lnTo>
                    <a:pt x="96" y="0"/>
                  </a:lnTo>
                  <a:lnTo>
                    <a:pt x="80" y="8"/>
                  </a:lnTo>
                  <a:lnTo>
                    <a:pt x="72" y="40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16" y="72"/>
                  </a:lnTo>
                  <a:lnTo>
                    <a:pt x="0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9" name=""/>
            <p:cNvSpPr/>
            <p:nvPr/>
          </p:nvSpPr>
          <p:spPr>
            <a:xfrm>
              <a:off x="5329800" y="347796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0" y="72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40" y="0"/>
                  </a:lnTo>
                  <a:lnTo>
                    <a:pt x="48" y="8"/>
                  </a:lnTo>
                  <a:lnTo>
                    <a:pt x="72" y="0"/>
                  </a:lnTo>
                  <a:lnTo>
                    <a:pt x="96" y="0"/>
                  </a:lnTo>
                  <a:lnTo>
                    <a:pt x="80" y="8"/>
                  </a:lnTo>
                  <a:lnTo>
                    <a:pt x="72" y="40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16" y="72"/>
                  </a:lnTo>
                  <a:lnTo>
                    <a:pt x="0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0" name=""/>
            <p:cNvSpPr/>
            <p:nvPr/>
          </p:nvSpPr>
          <p:spPr>
            <a:xfrm>
              <a:off x="5317200" y="3566880"/>
              <a:ext cx="96840" cy="102960"/>
            </a:xfrm>
            <a:custGeom>
              <a:avLst/>
              <a:gdLst/>
              <a:ahLst/>
              <a:rect l="l" t="t" r="r" b="b"/>
              <a:pathLst>
                <a:path w="57" h="65">
                  <a:moveTo>
                    <a:pt x="56" y="16"/>
                  </a:move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16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40"/>
                  </a:lnTo>
                  <a:lnTo>
                    <a:pt x="32" y="32"/>
                  </a:lnTo>
                  <a:lnTo>
                    <a:pt x="5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1" name=""/>
            <p:cNvSpPr/>
            <p:nvPr/>
          </p:nvSpPr>
          <p:spPr>
            <a:xfrm>
              <a:off x="5317200" y="3566880"/>
              <a:ext cx="96840" cy="102960"/>
            </a:xfrm>
            <a:custGeom>
              <a:avLst/>
              <a:gdLst/>
              <a:ahLst/>
              <a:rect l="l" t="t" r="r" b="b"/>
              <a:pathLst>
                <a:path w="57" h="65">
                  <a:moveTo>
                    <a:pt x="56" y="16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24" y="16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40"/>
                  </a:lnTo>
                  <a:lnTo>
                    <a:pt x="32" y="32"/>
                  </a:lnTo>
                  <a:lnTo>
                    <a:pt x="5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2" name=""/>
            <p:cNvSpPr/>
            <p:nvPr/>
          </p:nvSpPr>
          <p:spPr>
            <a:xfrm>
              <a:off x="5329800" y="3541680"/>
              <a:ext cx="302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8" y="24"/>
                  </a:lnTo>
                  <a:lnTo>
                    <a:pt x="0" y="24"/>
                  </a:lnTo>
                  <a:lnTo>
                    <a:pt x="8" y="0"/>
                  </a:lnTo>
                  <a:lnTo>
                    <a:pt x="16" y="8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3" name=""/>
            <p:cNvSpPr/>
            <p:nvPr/>
          </p:nvSpPr>
          <p:spPr>
            <a:xfrm>
              <a:off x="5329800" y="3541680"/>
              <a:ext cx="302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0" y="24"/>
                  </a:lnTo>
                  <a:lnTo>
                    <a:pt x="8" y="0"/>
                  </a:lnTo>
                  <a:lnTo>
                    <a:pt x="16" y="8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4" name=""/>
            <p:cNvSpPr/>
            <p:nvPr/>
          </p:nvSpPr>
          <p:spPr>
            <a:xfrm>
              <a:off x="5302800" y="3579480"/>
              <a:ext cx="42840" cy="90360"/>
            </a:xfrm>
            <a:custGeom>
              <a:avLst/>
              <a:gdLst/>
              <a:ahLst/>
              <a:rect l="l" t="t" r="r" b="b"/>
              <a:pathLst>
                <a:path w="25" h="57">
                  <a:moveTo>
                    <a:pt x="16" y="8"/>
                  </a:moveTo>
                  <a:lnTo>
                    <a:pt x="16" y="8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8" y="56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5" name=""/>
            <p:cNvSpPr/>
            <p:nvPr/>
          </p:nvSpPr>
          <p:spPr>
            <a:xfrm>
              <a:off x="5302800" y="3579480"/>
              <a:ext cx="42840" cy="90360"/>
            </a:xfrm>
            <a:custGeom>
              <a:avLst/>
              <a:gdLst/>
              <a:ahLst/>
              <a:rect l="l" t="t" r="r" b="b"/>
              <a:pathLst>
                <a:path w="25" h="57">
                  <a:moveTo>
                    <a:pt x="16" y="8"/>
                  </a:moveTo>
                  <a:lnTo>
                    <a:pt x="16" y="16"/>
                  </a:lnTo>
                  <a:lnTo>
                    <a:pt x="16" y="32"/>
                  </a:lnTo>
                  <a:lnTo>
                    <a:pt x="8" y="56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6" name=""/>
            <p:cNvSpPr/>
            <p:nvPr/>
          </p:nvSpPr>
          <p:spPr>
            <a:xfrm>
              <a:off x="5412600" y="3465360"/>
              <a:ext cx="207720" cy="204480"/>
            </a:xfrm>
            <a:custGeom>
              <a:avLst/>
              <a:gdLst/>
              <a:ahLst/>
              <a:rect l="l" t="t" r="r" b="b"/>
              <a:pathLst>
                <a:path w="121" h="129">
                  <a:moveTo>
                    <a:pt x="72" y="8"/>
                  </a:moveTo>
                  <a:lnTo>
                    <a:pt x="72" y="8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40"/>
                  </a:lnTo>
                  <a:lnTo>
                    <a:pt x="80" y="56"/>
                  </a:lnTo>
                  <a:lnTo>
                    <a:pt x="88" y="72"/>
                  </a:lnTo>
                  <a:lnTo>
                    <a:pt x="104" y="80"/>
                  </a:lnTo>
                  <a:lnTo>
                    <a:pt x="112" y="104"/>
                  </a:lnTo>
                  <a:lnTo>
                    <a:pt x="120" y="112"/>
                  </a:lnTo>
                  <a:lnTo>
                    <a:pt x="120" y="120"/>
                  </a:lnTo>
                  <a:lnTo>
                    <a:pt x="104" y="120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72" y="128"/>
                  </a:lnTo>
                  <a:lnTo>
                    <a:pt x="56" y="120"/>
                  </a:lnTo>
                  <a:lnTo>
                    <a:pt x="56" y="112"/>
                  </a:lnTo>
                  <a:lnTo>
                    <a:pt x="48" y="104"/>
                  </a:lnTo>
                  <a:lnTo>
                    <a:pt x="24" y="88"/>
                  </a:lnTo>
                  <a:lnTo>
                    <a:pt x="0" y="80"/>
                  </a:lnTo>
                  <a:lnTo>
                    <a:pt x="0" y="64"/>
                  </a:lnTo>
                  <a:lnTo>
                    <a:pt x="24" y="48"/>
                  </a:lnTo>
                  <a:lnTo>
                    <a:pt x="32" y="16"/>
                  </a:lnTo>
                  <a:lnTo>
                    <a:pt x="48" y="8"/>
                  </a:lnTo>
                  <a:lnTo>
                    <a:pt x="48" y="0"/>
                  </a:lnTo>
                  <a:lnTo>
                    <a:pt x="7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7" name=""/>
            <p:cNvSpPr/>
            <p:nvPr/>
          </p:nvSpPr>
          <p:spPr>
            <a:xfrm>
              <a:off x="5412600" y="3465360"/>
              <a:ext cx="207720" cy="204480"/>
            </a:xfrm>
            <a:custGeom>
              <a:avLst/>
              <a:gdLst/>
              <a:ahLst/>
              <a:rect l="l" t="t" r="r" b="b"/>
              <a:pathLst>
                <a:path w="121" h="129">
                  <a:moveTo>
                    <a:pt x="72" y="8"/>
                  </a:moveTo>
                  <a:lnTo>
                    <a:pt x="80" y="24"/>
                  </a:lnTo>
                  <a:lnTo>
                    <a:pt x="88" y="24"/>
                  </a:lnTo>
                  <a:lnTo>
                    <a:pt x="88" y="40"/>
                  </a:lnTo>
                  <a:lnTo>
                    <a:pt x="80" y="56"/>
                  </a:lnTo>
                  <a:lnTo>
                    <a:pt x="88" y="72"/>
                  </a:lnTo>
                  <a:lnTo>
                    <a:pt x="104" y="80"/>
                  </a:lnTo>
                  <a:lnTo>
                    <a:pt x="112" y="104"/>
                  </a:lnTo>
                  <a:lnTo>
                    <a:pt x="120" y="112"/>
                  </a:lnTo>
                  <a:lnTo>
                    <a:pt x="120" y="120"/>
                  </a:lnTo>
                  <a:lnTo>
                    <a:pt x="104" y="120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72" y="128"/>
                  </a:lnTo>
                  <a:lnTo>
                    <a:pt x="56" y="120"/>
                  </a:lnTo>
                  <a:lnTo>
                    <a:pt x="56" y="112"/>
                  </a:lnTo>
                  <a:lnTo>
                    <a:pt x="48" y="104"/>
                  </a:lnTo>
                  <a:lnTo>
                    <a:pt x="24" y="88"/>
                  </a:lnTo>
                  <a:lnTo>
                    <a:pt x="0" y="80"/>
                  </a:lnTo>
                  <a:lnTo>
                    <a:pt x="0" y="64"/>
                  </a:lnTo>
                  <a:lnTo>
                    <a:pt x="24" y="48"/>
                  </a:lnTo>
                  <a:lnTo>
                    <a:pt x="32" y="16"/>
                  </a:lnTo>
                  <a:lnTo>
                    <a:pt x="48" y="8"/>
                  </a:lnTo>
                  <a:lnTo>
                    <a:pt x="48" y="0"/>
                  </a:lnTo>
                  <a:lnTo>
                    <a:pt x="7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8" name=""/>
            <p:cNvSpPr/>
            <p:nvPr/>
          </p:nvSpPr>
          <p:spPr>
            <a:xfrm>
              <a:off x="5536440" y="36558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9" name=""/>
            <p:cNvSpPr/>
            <p:nvPr/>
          </p:nvSpPr>
          <p:spPr>
            <a:xfrm>
              <a:off x="5536440" y="36558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8" y="0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0" name=""/>
            <p:cNvSpPr/>
            <p:nvPr/>
          </p:nvSpPr>
          <p:spPr>
            <a:xfrm>
              <a:off x="5577480" y="36558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1" name=""/>
            <p:cNvSpPr/>
            <p:nvPr/>
          </p:nvSpPr>
          <p:spPr>
            <a:xfrm>
              <a:off x="5577480" y="36558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8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2" name=""/>
            <p:cNvSpPr/>
            <p:nvPr/>
          </p:nvSpPr>
          <p:spPr>
            <a:xfrm>
              <a:off x="5317200" y="3592440"/>
              <a:ext cx="482760" cy="407520"/>
            </a:xfrm>
            <a:custGeom>
              <a:avLst/>
              <a:gdLst/>
              <a:ahLst/>
              <a:rect l="l" t="t" r="r" b="b"/>
              <a:pathLst>
                <a:path w="281" h="257">
                  <a:moveTo>
                    <a:pt x="232" y="208"/>
                  </a:moveTo>
                  <a:lnTo>
                    <a:pt x="232" y="208"/>
                  </a:lnTo>
                  <a:lnTo>
                    <a:pt x="240" y="200"/>
                  </a:lnTo>
                  <a:lnTo>
                    <a:pt x="248" y="192"/>
                  </a:lnTo>
                  <a:lnTo>
                    <a:pt x="256" y="184"/>
                  </a:lnTo>
                  <a:lnTo>
                    <a:pt x="264" y="176"/>
                  </a:lnTo>
                  <a:lnTo>
                    <a:pt x="272" y="168"/>
                  </a:lnTo>
                  <a:lnTo>
                    <a:pt x="280" y="168"/>
                  </a:lnTo>
                  <a:lnTo>
                    <a:pt x="280" y="160"/>
                  </a:lnTo>
                  <a:lnTo>
                    <a:pt x="280" y="152"/>
                  </a:lnTo>
                  <a:lnTo>
                    <a:pt x="280" y="144"/>
                  </a:lnTo>
                  <a:lnTo>
                    <a:pt x="272" y="136"/>
                  </a:lnTo>
                  <a:lnTo>
                    <a:pt x="264" y="128"/>
                  </a:lnTo>
                  <a:lnTo>
                    <a:pt x="256" y="128"/>
                  </a:lnTo>
                  <a:lnTo>
                    <a:pt x="248" y="128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32" y="136"/>
                  </a:lnTo>
                  <a:lnTo>
                    <a:pt x="224" y="136"/>
                  </a:lnTo>
                  <a:lnTo>
                    <a:pt x="216" y="136"/>
                  </a:lnTo>
                  <a:lnTo>
                    <a:pt x="208" y="136"/>
                  </a:lnTo>
                  <a:lnTo>
                    <a:pt x="200" y="128"/>
                  </a:lnTo>
                  <a:lnTo>
                    <a:pt x="208" y="120"/>
                  </a:lnTo>
                  <a:lnTo>
                    <a:pt x="200" y="104"/>
                  </a:lnTo>
                  <a:lnTo>
                    <a:pt x="200" y="80"/>
                  </a:lnTo>
                  <a:lnTo>
                    <a:pt x="176" y="56"/>
                  </a:lnTo>
                  <a:lnTo>
                    <a:pt x="152" y="48"/>
                  </a:lnTo>
                  <a:lnTo>
                    <a:pt x="136" y="56"/>
                  </a:lnTo>
                  <a:lnTo>
                    <a:pt x="128" y="48"/>
                  </a:lnTo>
                  <a:lnTo>
                    <a:pt x="112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40" y="24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40" y="112"/>
                  </a:lnTo>
                  <a:lnTo>
                    <a:pt x="48" y="120"/>
                  </a:lnTo>
                  <a:lnTo>
                    <a:pt x="56" y="136"/>
                  </a:lnTo>
                  <a:lnTo>
                    <a:pt x="56" y="160"/>
                  </a:lnTo>
                  <a:lnTo>
                    <a:pt x="80" y="176"/>
                  </a:lnTo>
                  <a:lnTo>
                    <a:pt x="96" y="216"/>
                  </a:lnTo>
                  <a:lnTo>
                    <a:pt x="104" y="224"/>
                  </a:lnTo>
                  <a:lnTo>
                    <a:pt x="112" y="216"/>
                  </a:lnTo>
                  <a:lnTo>
                    <a:pt x="136" y="240"/>
                  </a:lnTo>
                  <a:lnTo>
                    <a:pt x="144" y="256"/>
                  </a:lnTo>
                  <a:lnTo>
                    <a:pt x="200" y="216"/>
                  </a:lnTo>
                  <a:lnTo>
                    <a:pt x="232" y="20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3" name=""/>
            <p:cNvSpPr/>
            <p:nvPr/>
          </p:nvSpPr>
          <p:spPr>
            <a:xfrm>
              <a:off x="5317200" y="3592440"/>
              <a:ext cx="482760" cy="407520"/>
            </a:xfrm>
            <a:custGeom>
              <a:avLst/>
              <a:gdLst/>
              <a:ahLst/>
              <a:rect l="l" t="t" r="r" b="b"/>
              <a:pathLst>
                <a:path w="281" h="257">
                  <a:moveTo>
                    <a:pt x="232" y="208"/>
                  </a:moveTo>
                  <a:lnTo>
                    <a:pt x="240" y="200"/>
                  </a:lnTo>
                  <a:lnTo>
                    <a:pt x="248" y="192"/>
                  </a:lnTo>
                  <a:lnTo>
                    <a:pt x="256" y="184"/>
                  </a:lnTo>
                  <a:lnTo>
                    <a:pt x="264" y="176"/>
                  </a:lnTo>
                  <a:lnTo>
                    <a:pt x="272" y="168"/>
                  </a:lnTo>
                  <a:lnTo>
                    <a:pt x="280" y="168"/>
                  </a:lnTo>
                  <a:lnTo>
                    <a:pt x="280" y="160"/>
                  </a:lnTo>
                  <a:lnTo>
                    <a:pt x="280" y="152"/>
                  </a:lnTo>
                  <a:lnTo>
                    <a:pt x="280" y="144"/>
                  </a:lnTo>
                  <a:lnTo>
                    <a:pt x="272" y="136"/>
                  </a:lnTo>
                  <a:lnTo>
                    <a:pt x="264" y="128"/>
                  </a:lnTo>
                  <a:lnTo>
                    <a:pt x="256" y="128"/>
                  </a:lnTo>
                  <a:lnTo>
                    <a:pt x="248" y="128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32" y="136"/>
                  </a:lnTo>
                  <a:lnTo>
                    <a:pt x="224" y="136"/>
                  </a:lnTo>
                  <a:lnTo>
                    <a:pt x="216" y="136"/>
                  </a:lnTo>
                  <a:lnTo>
                    <a:pt x="208" y="136"/>
                  </a:lnTo>
                  <a:lnTo>
                    <a:pt x="200" y="128"/>
                  </a:lnTo>
                  <a:lnTo>
                    <a:pt x="208" y="120"/>
                  </a:lnTo>
                  <a:lnTo>
                    <a:pt x="200" y="104"/>
                  </a:lnTo>
                  <a:lnTo>
                    <a:pt x="200" y="80"/>
                  </a:lnTo>
                  <a:lnTo>
                    <a:pt x="176" y="56"/>
                  </a:lnTo>
                  <a:lnTo>
                    <a:pt x="152" y="48"/>
                  </a:lnTo>
                  <a:lnTo>
                    <a:pt x="136" y="56"/>
                  </a:lnTo>
                  <a:lnTo>
                    <a:pt x="128" y="48"/>
                  </a:lnTo>
                  <a:lnTo>
                    <a:pt x="112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40" y="24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40" y="112"/>
                  </a:lnTo>
                  <a:lnTo>
                    <a:pt x="48" y="120"/>
                  </a:lnTo>
                  <a:lnTo>
                    <a:pt x="56" y="136"/>
                  </a:lnTo>
                  <a:lnTo>
                    <a:pt x="56" y="160"/>
                  </a:lnTo>
                  <a:lnTo>
                    <a:pt x="80" y="176"/>
                  </a:lnTo>
                  <a:lnTo>
                    <a:pt x="96" y="216"/>
                  </a:lnTo>
                  <a:lnTo>
                    <a:pt x="104" y="224"/>
                  </a:lnTo>
                  <a:lnTo>
                    <a:pt x="112" y="216"/>
                  </a:lnTo>
                  <a:lnTo>
                    <a:pt x="136" y="240"/>
                  </a:lnTo>
                  <a:lnTo>
                    <a:pt x="144" y="256"/>
                  </a:lnTo>
                  <a:lnTo>
                    <a:pt x="200" y="216"/>
                  </a:lnTo>
                  <a:lnTo>
                    <a:pt x="232" y="20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4" name=""/>
            <p:cNvSpPr/>
            <p:nvPr/>
          </p:nvSpPr>
          <p:spPr>
            <a:xfrm>
              <a:off x="5660280" y="3744720"/>
              <a:ext cx="2988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8" y="24"/>
                  </a:lnTo>
                  <a:lnTo>
                    <a:pt x="0" y="8"/>
                  </a:lnTo>
                  <a:lnTo>
                    <a:pt x="8" y="0"/>
                  </a:lnTo>
                  <a:lnTo>
                    <a:pt x="16" y="0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5" name=""/>
            <p:cNvSpPr/>
            <p:nvPr/>
          </p:nvSpPr>
          <p:spPr>
            <a:xfrm>
              <a:off x="5660280" y="3744720"/>
              <a:ext cx="2988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0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6" name=""/>
            <p:cNvSpPr/>
            <p:nvPr/>
          </p:nvSpPr>
          <p:spPr>
            <a:xfrm>
              <a:off x="5660280" y="3744720"/>
              <a:ext cx="139680" cy="64800"/>
            </a:xfrm>
            <a:custGeom>
              <a:avLst/>
              <a:gdLst/>
              <a:ahLst/>
              <a:rect l="l" t="t" r="r" b="b"/>
              <a:pathLst>
                <a:path w="81" h="41">
                  <a:moveTo>
                    <a:pt x="64" y="32"/>
                  </a:moveTo>
                  <a:lnTo>
                    <a:pt x="64" y="32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48" y="24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32" y="40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56" y="32"/>
                  </a:lnTo>
                  <a:lnTo>
                    <a:pt x="6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7" name=""/>
            <p:cNvSpPr/>
            <p:nvPr/>
          </p:nvSpPr>
          <p:spPr>
            <a:xfrm>
              <a:off x="5660280" y="3744720"/>
              <a:ext cx="139680" cy="64800"/>
            </a:xfrm>
            <a:custGeom>
              <a:avLst/>
              <a:gdLst/>
              <a:ahLst/>
              <a:rect l="l" t="t" r="r" b="b"/>
              <a:pathLst>
                <a:path w="81" h="41">
                  <a:moveTo>
                    <a:pt x="64" y="32"/>
                  </a:moveTo>
                  <a:lnTo>
                    <a:pt x="80" y="16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48" y="24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32" y="40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56" y="32"/>
                  </a:lnTo>
                  <a:lnTo>
                    <a:pt x="6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8" name=""/>
            <p:cNvSpPr/>
            <p:nvPr/>
          </p:nvSpPr>
          <p:spPr>
            <a:xfrm>
              <a:off x="5784120" y="373212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8" y="16"/>
                  </a:move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9" name=""/>
            <p:cNvSpPr/>
            <p:nvPr/>
          </p:nvSpPr>
          <p:spPr>
            <a:xfrm>
              <a:off x="5784120" y="373212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8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0" name=""/>
            <p:cNvSpPr/>
            <p:nvPr/>
          </p:nvSpPr>
          <p:spPr>
            <a:xfrm>
              <a:off x="5715720" y="3770280"/>
              <a:ext cx="152280" cy="166320"/>
            </a:xfrm>
            <a:custGeom>
              <a:avLst/>
              <a:gdLst/>
              <a:ahLst/>
              <a:rect l="l" t="t" r="r" b="b"/>
              <a:pathLst>
                <a:path w="89" h="105">
                  <a:moveTo>
                    <a:pt x="0" y="104"/>
                  </a:moveTo>
                  <a:lnTo>
                    <a:pt x="0" y="104"/>
                  </a:lnTo>
                  <a:lnTo>
                    <a:pt x="24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80"/>
                  </a:lnTo>
                  <a:lnTo>
                    <a:pt x="64" y="72"/>
                  </a:lnTo>
                  <a:lnTo>
                    <a:pt x="64" y="64"/>
                  </a:lnTo>
                  <a:lnTo>
                    <a:pt x="80" y="40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8" y="0"/>
                  </a:lnTo>
                  <a:lnTo>
                    <a:pt x="32" y="16"/>
                  </a:lnTo>
                  <a:lnTo>
                    <a:pt x="40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0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1" name=""/>
            <p:cNvSpPr/>
            <p:nvPr/>
          </p:nvSpPr>
          <p:spPr>
            <a:xfrm>
              <a:off x="5715720" y="3770280"/>
              <a:ext cx="152280" cy="166320"/>
            </a:xfrm>
            <a:custGeom>
              <a:avLst/>
              <a:gdLst/>
              <a:ahLst/>
              <a:rect l="l" t="t" r="r" b="b"/>
              <a:pathLst>
                <a:path w="89" h="105">
                  <a:moveTo>
                    <a:pt x="0" y="104"/>
                  </a:moveTo>
                  <a:lnTo>
                    <a:pt x="24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80"/>
                  </a:lnTo>
                  <a:lnTo>
                    <a:pt x="64" y="72"/>
                  </a:lnTo>
                  <a:lnTo>
                    <a:pt x="64" y="64"/>
                  </a:lnTo>
                  <a:lnTo>
                    <a:pt x="80" y="40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8" y="0"/>
                  </a:lnTo>
                  <a:lnTo>
                    <a:pt x="32" y="16"/>
                  </a:lnTo>
                  <a:lnTo>
                    <a:pt x="40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0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2" name=""/>
            <p:cNvSpPr/>
            <p:nvPr/>
          </p:nvSpPr>
          <p:spPr>
            <a:xfrm>
              <a:off x="5495040" y="3922560"/>
              <a:ext cx="222120" cy="102960"/>
            </a:xfrm>
            <a:custGeom>
              <a:avLst/>
              <a:gdLst/>
              <a:ahLst/>
              <a:rect l="l" t="t" r="r" b="b"/>
              <a:pathLst>
                <a:path w="129" h="65">
                  <a:moveTo>
                    <a:pt x="0" y="16"/>
                  </a:moveTo>
                  <a:lnTo>
                    <a:pt x="0" y="16"/>
                  </a:lnTo>
                  <a:lnTo>
                    <a:pt x="8" y="8"/>
                  </a:lnTo>
                  <a:lnTo>
                    <a:pt x="32" y="32"/>
                  </a:lnTo>
                  <a:lnTo>
                    <a:pt x="40" y="48"/>
                  </a:lnTo>
                  <a:lnTo>
                    <a:pt x="96" y="8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0" y="16"/>
                  </a:lnTo>
                  <a:lnTo>
                    <a:pt x="120" y="24"/>
                  </a:lnTo>
                  <a:lnTo>
                    <a:pt x="88" y="32"/>
                  </a:lnTo>
                  <a:lnTo>
                    <a:pt x="56" y="56"/>
                  </a:lnTo>
                  <a:lnTo>
                    <a:pt x="40" y="56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3" name=""/>
            <p:cNvSpPr/>
            <p:nvPr/>
          </p:nvSpPr>
          <p:spPr>
            <a:xfrm>
              <a:off x="5495040" y="3922560"/>
              <a:ext cx="222120" cy="102960"/>
            </a:xfrm>
            <a:custGeom>
              <a:avLst/>
              <a:gdLst/>
              <a:ahLst/>
              <a:rect l="l" t="t" r="r" b="b"/>
              <a:pathLst>
                <a:path w="129" h="65">
                  <a:moveTo>
                    <a:pt x="0" y="16"/>
                  </a:moveTo>
                  <a:lnTo>
                    <a:pt x="8" y="8"/>
                  </a:lnTo>
                  <a:lnTo>
                    <a:pt x="32" y="32"/>
                  </a:lnTo>
                  <a:lnTo>
                    <a:pt x="40" y="48"/>
                  </a:lnTo>
                  <a:lnTo>
                    <a:pt x="96" y="8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0" y="16"/>
                  </a:lnTo>
                  <a:lnTo>
                    <a:pt x="120" y="24"/>
                  </a:lnTo>
                  <a:lnTo>
                    <a:pt x="88" y="32"/>
                  </a:lnTo>
                  <a:lnTo>
                    <a:pt x="56" y="56"/>
                  </a:lnTo>
                  <a:lnTo>
                    <a:pt x="40" y="56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4" name=""/>
            <p:cNvSpPr/>
            <p:nvPr/>
          </p:nvSpPr>
          <p:spPr>
            <a:xfrm>
              <a:off x="5523480" y="3402000"/>
              <a:ext cx="414360" cy="356760"/>
            </a:xfrm>
            <a:custGeom>
              <a:avLst/>
              <a:gdLst/>
              <a:ahLst/>
              <a:rect l="l" t="t" r="r" b="b"/>
              <a:pathLst>
                <a:path w="241" h="225">
                  <a:moveTo>
                    <a:pt x="224" y="224"/>
                  </a:moveTo>
                  <a:lnTo>
                    <a:pt x="224" y="224"/>
                  </a:lnTo>
                  <a:lnTo>
                    <a:pt x="168" y="216"/>
                  </a:lnTo>
                  <a:lnTo>
                    <a:pt x="160" y="200"/>
                  </a:lnTo>
                  <a:lnTo>
                    <a:pt x="136" y="208"/>
                  </a:lnTo>
                  <a:lnTo>
                    <a:pt x="120" y="208"/>
                  </a:lnTo>
                  <a:lnTo>
                    <a:pt x="96" y="184"/>
                  </a:lnTo>
                  <a:lnTo>
                    <a:pt x="80" y="160"/>
                  </a:lnTo>
                  <a:lnTo>
                    <a:pt x="64" y="152"/>
                  </a:lnTo>
                  <a:lnTo>
                    <a:pt x="56" y="152"/>
                  </a:lnTo>
                  <a:lnTo>
                    <a:pt x="48" y="144"/>
                  </a:lnTo>
                  <a:lnTo>
                    <a:pt x="40" y="120"/>
                  </a:lnTo>
                  <a:lnTo>
                    <a:pt x="24" y="112"/>
                  </a:lnTo>
                  <a:lnTo>
                    <a:pt x="16" y="96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8" y="48"/>
                  </a:ln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64" y="24"/>
                  </a:lnTo>
                  <a:lnTo>
                    <a:pt x="64" y="40"/>
                  </a:lnTo>
                  <a:lnTo>
                    <a:pt x="96" y="56"/>
                  </a:lnTo>
                  <a:lnTo>
                    <a:pt x="128" y="56"/>
                  </a:lnTo>
                  <a:lnTo>
                    <a:pt x="128" y="40"/>
                  </a:lnTo>
                  <a:lnTo>
                    <a:pt x="144" y="32"/>
                  </a:lnTo>
                  <a:lnTo>
                    <a:pt x="168" y="32"/>
                  </a:lnTo>
                  <a:lnTo>
                    <a:pt x="216" y="56"/>
                  </a:lnTo>
                  <a:lnTo>
                    <a:pt x="216" y="64"/>
                  </a:lnTo>
                  <a:lnTo>
                    <a:pt x="216" y="72"/>
                  </a:lnTo>
                  <a:lnTo>
                    <a:pt x="216" y="80"/>
                  </a:lnTo>
                  <a:lnTo>
                    <a:pt x="208" y="96"/>
                  </a:lnTo>
                  <a:lnTo>
                    <a:pt x="208" y="128"/>
                  </a:lnTo>
                  <a:lnTo>
                    <a:pt x="224" y="136"/>
                  </a:lnTo>
                  <a:lnTo>
                    <a:pt x="224" y="144"/>
                  </a:lnTo>
                  <a:lnTo>
                    <a:pt x="216" y="160"/>
                  </a:lnTo>
                  <a:lnTo>
                    <a:pt x="224" y="176"/>
                  </a:lnTo>
                  <a:lnTo>
                    <a:pt x="232" y="184"/>
                  </a:lnTo>
                  <a:lnTo>
                    <a:pt x="240" y="200"/>
                  </a:lnTo>
                  <a:lnTo>
                    <a:pt x="224" y="208"/>
                  </a:lnTo>
                  <a:lnTo>
                    <a:pt x="224" y="2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5" name=""/>
            <p:cNvSpPr/>
            <p:nvPr/>
          </p:nvSpPr>
          <p:spPr>
            <a:xfrm>
              <a:off x="5523480" y="3402000"/>
              <a:ext cx="414360" cy="356760"/>
            </a:xfrm>
            <a:custGeom>
              <a:avLst/>
              <a:gdLst/>
              <a:ahLst/>
              <a:rect l="l" t="t" r="r" b="b"/>
              <a:pathLst>
                <a:path w="241" h="225">
                  <a:moveTo>
                    <a:pt x="224" y="224"/>
                  </a:moveTo>
                  <a:lnTo>
                    <a:pt x="168" y="216"/>
                  </a:lnTo>
                  <a:lnTo>
                    <a:pt x="160" y="200"/>
                  </a:lnTo>
                  <a:lnTo>
                    <a:pt x="136" y="208"/>
                  </a:lnTo>
                  <a:lnTo>
                    <a:pt x="120" y="208"/>
                  </a:lnTo>
                  <a:lnTo>
                    <a:pt x="96" y="184"/>
                  </a:lnTo>
                  <a:lnTo>
                    <a:pt x="80" y="160"/>
                  </a:lnTo>
                  <a:lnTo>
                    <a:pt x="64" y="152"/>
                  </a:lnTo>
                  <a:lnTo>
                    <a:pt x="56" y="152"/>
                  </a:lnTo>
                  <a:lnTo>
                    <a:pt x="48" y="144"/>
                  </a:lnTo>
                  <a:lnTo>
                    <a:pt x="40" y="120"/>
                  </a:lnTo>
                  <a:lnTo>
                    <a:pt x="24" y="112"/>
                  </a:lnTo>
                  <a:lnTo>
                    <a:pt x="16" y="96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8" y="48"/>
                  </a:ln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64" y="24"/>
                  </a:lnTo>
                  <a:lnTo>
                    <a:pt x="64" y="40"/>
                  </a:lnTo>
                  <a:lnTo>
                    <a:pt x="96" y="56"/>
                  </a:lnTo>
                  <a:lnTo>
                    <a:pt x="128" y="56"/>
                  </a:lnTo>
                  <a:lnTo>
                    <a:pt x="128" y="40"/>
                  </a:lnTo>
                  <a:lnTo>
                    <a:pt x="144" y="32"/>
                  </a:lnTo>
                  <a:lnTo>
                    <a:pt x="168" y="32"/>
                  </a:lnTo>
                  <a:lnTo>
                    <a:pt x="216" y="56"/>
                  </a:lnTo>
                  <a:lnTo>
                    <a:pt x="216" y="64"/>
                  </a:lnTo>
                  <a:lnTo>
                    <a:pt x="216" y="72"/>
                  </a:lnTo>
                  <a:lnTo>
                    <a:pt x="216" y="80"/>
                  </a:lnTo>
                  <a:lnTo>
                    <a:pt x="208" y="96"/>
                  </a:lnTo>
                  <a:lnTo>
                    <a:pt x="208" y="128"/>
                  </a:lnTo>
                  <a:lnTo>
                    <a:pt x="224" y="136"/>
                  </a:lnTo>
                  <a:lnTo>
                    <a:pt x="224" y="144"/>
                  </a:lnTo>
                  <a:lnTo>
                    <a:pt x="216" y="160"/>
                  </a:lnTo>
                  <a:lnTo>
                    <a:pt x="224" y="176"/>
                  </a:lnTo>
                  <a:lnTo>
                    <a:pt x="232" y="184"/>
                  </a:lnTo>
                  <a:lnTo>
                    <a:pt x="240" y="200"/>
                  </a:lnTo>
                  <a:lnTo>
                    <a:pt x="224" y="208"/>
                  </a:lnTo>
                  <a:lnTo>
                    <a:pt x="224" y="2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6" name=""/>
            <p:cNvSpPr/>
            <p:nvPr/>
          </p:nvSpPr>
          <p:spPr>
            <a:xfrm>
              <a:off x="5880600" y="3439800"/>
              <a:ext cx="317520" cy="230040"/>
            </a:xfrm>
            <a:custGeom>
              <a:avLst/>
              <a:gdLst/>
              <a:ahLst/>
              <a:rect l="l" t="t" r="r" b="b"/>
              <a:pathLst>
                <a:path w="185" h="145">
                  <a:moveTo>
                    <a:pt x="176" y="24"/>
                  </a:moveTo>
                  <a:lnTo>
                    <a:pt x="176" y="24"/>
                  </a:lnTo>
                  <a:lnTo>
                    <a:pt x="168" y="24"/>
                  </a:lnTo>
                  <a:lnTo>
                    <a:pt x="152" y="32"/>
                  </a:lnTo>
                  <a:lnTo>
                    <a:pt x="136" y="40"/>
                  </a:lnTo>
                  <a:lnTo>
                    <a:pt x="136" y="56"/>
                  </a:lnTo>
                  <a:lnTo>
                    <a:pt x="128" y="72"/>
                  </a:lnTo>
                  <a:lnTo>
                    <a:pt x="120" y="72"/>
                  </a:lnTo>
                  <a:lnTo>
                    <a:pt x="120" y="80"/>
                  </a:lnTo>
                  <a:lnTo>
                    <a:pt x="112" y="88"/>
                  </a:lnTo>
                  <a:lnTo>
                    <a:pt x="112" y="104"/>
                  </a:lnTo>
                  <a:lnTo>
                    <a:pt x="80" y="112"/>
                  </a:lnTo>
                  <a:lnTo>
                    <a:pt x="72" y="120"/>
                  </a:lnTo>
                  <a:lnTo>
                    <a:pt x="72" y="136"/>
                  </a:lnTo>
                  <a:lnTo>
                    <a:pt x="24" y="144"/>
                  </a:lnTo>
                  <a:lnTo>
                    <a:pt x="8" y="136"/>
                  </a:lnTo>
                  <a:lnTo>
                    <a:pt x="16" y="120"/>
                  </a:lnTo>
                  <a:lnTo>
                    <a:pt x="16" y="112"/>
                  </a:lnTo>
                  <a:lnTo>
                    <a:pt x="0" y="104"/>
                  </a:lnTo>
                  <a:lnTo>
                    <a:pt x="0" y="72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48" y="40"/>
                  </a:lnTo>
                  <a:lnTo>
                    <a:pt x="56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96" y="24"/>
                  </a:lnTo>
                  <a:lnTo>
                    <a:pt x="112" y="24"/>
                  </a:lnTo>
                  <a:lnTo>
                    <a:pt x="112" y="16"/>
                  </a:lnTo>
                  <a:lnTo>
                    <a:pt x="120" y="16"/>
                  </a:lnTo>
                  <a:lnTo>
                    <a:pt x="128" y="0"/>
                  </a:lnTo>
                  <a:lnTo>
                    <a:pt x="136" y="8"/>
                  </a:lnTo>
                  <a:lnTo>
                    <a:pt x="144" y="32"/>
                  </a:lnTo>
                  <a:lnTo>
                    <a:pt x="160" y="16"/>
                  </a:lnTo>
                  <a:lnTo>
                    <a:pt x="184" y="24"/>
                  </a:lnTo>
                  <a:lnTo>
                    <a:pt x="176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7" name=""/>
            <p:cNvSpPr/>
            <p:nvPr/>
          </p:nvSpPr>
          <p:spPr>
            <a:xfrm>
              <a:off x="5880600" y="3439800"/>
              <a:ext cx="317520" cy="230040"/>
            </a:xfrm>
            <a:custGeom>
              <a:avLst/>
              <a:gdLst/>
              <a:ahLst/>
              <a:rect l="l" t="t" r="r" b="b"/>
              <a:pathLst>
                <a:path w="185" h="145">
                  <a:moveTo>
                    <a:pt x="176" y="24"/>
                  </a:moveTo>
                  <a:lnTo>
                    <a:pt x="168" y="24"/>
                  </a:lnTo>
                  <a:lnTo>
                    <a:pt x="152" y="32"/>
                  </a:lnTo>
                  <a:lnTo>
                    <a:pt x="136" y="40"/>
                  </a:lnTo>
                  <a:lnTo>
                    <a:pt x="136" y="56"/>
                  </a:lnTo>
                  <a:lnTo>
                    <a:pt x="128" y="72"/>
                  </a:lnTo>
                  <a:lnTo>
                    <a:pt x="120" y="72"/>
                  </a:lnTo>
                  <a:lnTo>
                    <a:pt x="120" y="80"/>
                  </a:lnTo>
                  <a:lnTo>
                    <a:pt x="112" y="88"/>
                  </a:lnTo>
                  <a:lnTo>
                    <a:pt x="112" y="104"/>
                  </a:lnTo>
                  <a:lnTo>
                    <a:pt x="80" y="112"/>
                  </a:lnTo>
                  <a:lnTo>
                    <a:pt x="72" y="120"/>
                  </a:lnTo>
                  <a:lnTo>
                    <a:pt x="72" y="136"/>
                  </a:lnTo>
                  <a:lnTo>
                    <a:pt x="24" y="144"/>
                  </a:lnTo>
                  <a:lnTo>
                    <a:pt x="8" y="136"/>
                  </a:lnTo>
                  <a:lnTo>
                    <a:pt x="16" y="120"/>
                  </a:lnTo>
                  <a:lnTo>
                    <a:pt x="16" y="112"/>
                  </a:lnTo>
                  <a:lnTo>
                    <a:pt x="0" y="104"/>
                  </a:lnTo>
                  <a:lnTo>
                    <a:pt x="0" y="72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48" y="40"/>
                  </a:lnTo>
                  <a:lnTo>
                    <a:pt x="56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96" y="24"/>
                  </a:lnTo>
                  <a:lnTo>
                    <a:pt x="112" y="24"/>
                  </a:lnTo>
                  <a:lnTo>
                    <a:pt x="112" y="16"/>
                  </a:lnTo>
                  <a:lnTo>
                    <a:pt x="120" y="16"/>
                  </a:lnTo>
                  <a:lnTo>
                    <a:pt x="128" y="0"/>
                  </a:lnTo>
                  <a:lnTo>
                    <a:pt x="136" y="8"/>
                  </a:lnTo>
                  <a:lnTo>
                    <a:pt x="144" y="32"/>
                  </a:lnTo>
                  <a:lnTo>
                    <a:pt x="160" y="16"/>
                  </a:lnTo>
                  <a:lnTo>
                    <a:pt x="184" y="24"/>
                  </a:lnTo>
                  <a:lnTo>
                    <a:pt x="176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8" name=""/>
            <p:cNvSpPr/>
            <p:nvPr/>
          </p:nvSpPr>
          <p:spPr>
            <a:xfrm>
              <a:off x="5895000" y="3477960"/>
              <a:ext cx="358920" cy="318960"/>
            </a:xfrm>
            <a:custGeom>
              <a:avLst/>
              <a:gdLst/>
              <a:ahLst/>
              <a:rect l="l" t="t" r="r" b="b"/>
              <a:pathLst>
                <a:path w="209" h="201">
                  <a:moveTo>
                    <a:pt x="8" y="176"/>
                  </a:moveTo>
                  <a:lnTo>
                    <a:pt x="8" y="176"/>
                  </a:lnTo>
                  <a:lnTo>
                    <a:pt x="8" y="160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8" y="12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72" y="88"/>
                  </a:lnTo>
                  <a:lnTo>
                    <a:pt x="104" y="80"/>
                  </a:lnTo>
                  <a:lnTo>
                    <a:pt x="104" y="64"/>
                  </a:lnTo>
                  <a:lnTo>
                    <a:pt x="112" y="56"/>
                  </a:lnTo>
                  <a:lnTo>
                    <a:pt x="112" y="48"/>
                  </a:lnTo>
                  <a:lnTo>
                    <a:pt x="120" y="48"/>
                  </a:lnTo>
                  <a:lnTo>
                    <a:pt x="128" y="32"/>
                  </a:lnTo>
                  <a:lnTo>
                    <a:pt x="128" y="16"/>
                  </a:lnTo>
                  <a:lnTo>
                    <a:pt x="144" y="8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4" y="8"/>
                  </a:lnTo>
                  <a:lnTo>
                    <a:pt x="192" y="16"/>
                  </a:lnTo>
                  <a:lnTo>
                    <a:pt x="208" y="24"/>
                  </a:lnTo>
                  <a:lnTo>
                    <a:pt x="200" y="32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40"/>
                  </a:lnTo>
                  <a:lnTo>
                    <a:pt x="168" y="48"/>
                  </a:lnTo>
                  <a:lnTo>
                    <a:pt x="160" y="64"/>
                  </a:lnTo>
                  <a:lnTo>
                    <a:pt x="176" y="72"/>
                  </a:lnTo>
                  <a:lnTo>
                    <a:pt x="176" y="80"/>
                  </a:lnTo>
                  <a:lnTo>
                    <a:pt x="168" y="80"/>
                  </a:lnTo>
                  <a:lnTo>
                    <a:pt x="176" y="88"/>
                  </a:lnTo>
                  <a:lnTo>
                    <a:pt x="136" y="136"/>
                  </a:lnTo>
                  <a:lnTo>
                    <a:pt x="120" y="144"/>
                  </a:lnTo>
                  <a:lnTo>
                    <a:pt x="112" y="136"/>
                  </a:lnTo>
                  <a:lnTo>
                    <a:pt x="104" y="144"/>
                  </a:lnTo>
                  <a:lnTo>
                    <a:pt x="104" y="160"/>
                  </a:lnTo>
                  <a:lnTo>
                    <a:pt x="112" y="160"/>
                  </a:lnTo>
                  <a:lnTo>
                    <a:pt x="112" y="168"/>
                  </a:lnTo>
                  <a:lnTo>
                    <a:pt x="120" y="168"/>
                  </a:lnTo>
                  <a:lnTo>
                    <a:pt x="120" y="184"/>
                  </a:lnTo>
                  <a:lnTo>
                    <a:pt x="120" y="192"/>
                  </a:lnTo>
                  <a:lnTo>
                    <a:pt x="96" y="192"/>
                  </a:lnTo>
                  <a:lnTo>
                    <a:pt x="88" y="200"/>
                  </a:lnTo>
                  <a:lnTo>
                    <a:pt x="80" y="192"/>
                  </a:lnTo>
                  <a:lnTo>
                    <a:pt x="72" y="176"/>
                  </a:lnTo>
                  <a:lnTo>
                    <a:pt x="48" y="176"/>
                  </a:lnTo>
                  <a:lnTo>
                    <a:pt x="32" y="176"/>
                  </a:lnTo>
                  <a:lnTo>
                    <a:pt x="8" y="1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9" name=""/>
            <p:cNvSpPr/>
            <p:nvPr/>
          </p:nvSpPr>
          <p:spPr>
            <a:xfrm>
              <a:off x="5895000" y="3477960"/>
              <a:ext cx="358920" cy="318960"/>
            </a:xfrm>
            <a:custGeom>
              <a:avLst/>
              <a:gdLst/>
              <a:ahLst/>
              <a:rect l="l" t="t" r="r" b="b"/>
              <a:pathLst>
                <a:path w="209" h="201">
                  <a:moveTo>
                    <a:pt x="8" y="176"/>
                  </a:moveTo>
                  <a:lnTo>
                    <a:pt x="8" y="160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8" y="12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72" y="88"/>
                  </a:lnTo>
                  <a:lnTo>
                    <a:pt x="104" y="80"/>
                  </a:lnTo>
                  <a:lnTo>
                    <a:pt x="104" y="64"/>
                  </a:lnTo>
                  <a:lnTo>
                    <a:pt x="112" y="56"/>
                  </a:lnTo>
                  <a:lnTo>
                    <a:pt x="112" y="48"/>
                  </a:lnTo>
                  <a:lnTo>
                    <a:pt x="120" y="48"/>
                  </a:lnTo>
                  <a:lnTo>
                    <a:pt x="128" y="32"/>
                  </a:lnTo>
                  <a:lnTo>
                    <a:pt x="128" y="16"/>
                  </a:lnTo>
                  <a:lnTo>
                    <a:pt x="144" y="8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4" y="8"/>
                  </a:lnTo>
                  <a:lnTo>
                    <a:pt x="192" y="16"/>
                  </a:lnTo>
                  <a:lnTo>
                    <a:pt x="208" y="24"/>
                  </a:lnTo>
                  <a:lnTo>
                    <a:pt x="200" y="32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40"/>
                  </a:lnTo>
                  <a:lnTo>
                    <a:pt x="168" y="48"/>
                  </a:lnTo>
                  <a:lnTo>
                    <a:pt x="160" y="64"/>
                  </a:lnTo>
                  <a:lnTo>
                    <a:pt x="176" y="72"/>
                  </a:lnTo>
                  <a:lnTo>
                    <a:pt x="176" y="80"/>
                  </a:lnTo>
                  <a:lnTo>
                    <a:pt x="168" y="80"/>
                  </a:lnTo>
                  <a:lnTo>
                    <a:pt x="176" y="88"/>
                  </a:lnTo>
                  <a:lnTo>
                    <a:pt x="136" y="136"/>
                  </a:lnTo>
                  <a:lnTo>
                    <a:pt x="120" y="144"/>
                  </a:lnTo>
                  <a:lnTo>
                    <a:pt x="112" y="136"/>
                  </a:lnTo>
                  <a:lnTo>
                    <a:pt x="104" y="144"/>
                  </a:lnTo>
                  <a:lnTo>
                    <a:pt x="104" y="160"/>
                  </a:lnTo>
                  <a:lnTo>
                    <a:pt x="112" y="160"/>
                  </a:lnTo>
                  <a:lnTo>
                    <a:pt x="112" y="168"/>
                  </a:lnTo>
                  <a:lnTo>
                    <a:pt x="120" y="168"/>
                  </a:lnTo>
                  <a:lnTo>
                    <a:pt x="120" y="184"/>
                  </a:lnTo>
                  <a:lnTo>
                    <a:pt x="120" y="192"/>
                  </a:lnTo>
                  <a:lnTo>
                    <a:pt x="96" y="192"/>
                  </a:lnTo>
                  <a:lnTo>
                    <a:pt x="88" y="200"/>
                  </a:lnTo>
                  <a:lnTo>
                    <a:pt x="80" y="192"/>
                  </a:lnTo>
                  <a:lnTo>
                    <a:pt x="72" y="176"/>
                  </a:lnTo>
                  <a:lnTo>
                    <a:pt x="48" y="176"/>
                  </a:lnTo>
                  <a:lnTo>
                    <a:pt x="32" y="176"/>
                  </a:lnTo>
                  <a:lnTo>
                    <a:pt x="8" y="1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0" name=""/>
            <p:cNvSpPr/>
            <p:nvPr/>
          </p:nvSpPr>
          <p:spPr>
            <a:xfrm>
              <a:off x="6306120" y="3643200"/>
              <a:ext cx="168480" cy="90000"/>
            </a:xfrm>
            <a:custGeom>
              <a:avLst/>
              <a:gdLst/>
              <a:ahLst/>
              <a:rect l="l" t="t" r="r" b="b"/>
              <a:pathLst>
                <a:path w="97" h="57">
                  <a:moveTo>
                    <a:pt x="8" y="0"/>
                  </a:moveTo>
                  <a:lnTo>
                    <a:pt x="8" y="0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88" y="56"/>
                  </a:lnTo>
                  <a:lnTo>
                    <a:pt x="96" y="56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72" y="32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1" name=""/>
            <p:cNvSpPr/>
            <p:nvPr/>
          </p:nvSpPr>
          <p:spPr>
            <a:xfrm>
              <a:off x="6306120" y="3643200"/>
              <a:ext cx="168480" cy="90000"/>
            </a:xfrm>
            <a:custGeom>
              <a:avLst/>
              <a:gdLst/>
              <a:ahLst/>
              <a:rect l="l" t="t" r="r" b="b"/>
              <a:pathLst>
                <a:path w="97" h="57">
                  <a:moveTo>
                    <a:pt x="8" y="0"/>
                  </a:moveTo>
                  <a:lnTo>
                    <a:pt x="0" y="24"/>
                  </a:lnTo>
                  <a:lnTo>
                    <a:pt x="16" y="32"/>
                  </a:lnTo>
                  <a:lnTo>
                    <a:pt x="88" y="56"/>
                  </a:lnTo>
                  <a:lnTo>
                    <a:pt x="96" y="56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72" y="32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2" name=""/>
            <p:cNvSpPr/>
            <p:nvPr/>
          </p:nvSpPr>
          <p:spPr>
            <a:xfrm>
              <a:off x="6471360" y="3732120"/>
              <a:ext cx="112680" cy="115560"/>
            </a:xfrm>
            <a:custGeom>
              <a:avLst/>
              <a:gdLst/>
              <a:ahLst/>
              <a:rect l="l" t="t" r="r" b="b"/>
              <a:pathLst>
                <a:path w="65" h="73">
                  <a:moveTo>
                    <a:pt x="64" y="64"/>
                  </a:moveTo>
                  <a:lnTo>
                    <a:pt x="64" y="64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56" y="16"/>
                  </a:lnTo>
                  <a:lnTo>
                    <a:pt x="24" y="16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64"/>
                  </a:lnTo>
                  <a:lnTo>
                    <a:pt x="32" y="64"/>
                  </a:lnTo>
                  <a:lnTo>
                    <a:pt x="48" y="48"/>
                  </a:lnTo>
                  <a:lnTo>
                    <a:pt x="56" y="72"/>
                  </a:lnTo>
                  <a:lnTo>
                    <a:pt x="64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3" name=""/>
            <p:cNvSpPr/>
            <p:nvPr/>
          </p:nvSpPr>
          <p:spPr>
            <a:xfrm>
              <a:off x="6471360" y="3732120"/>
              <a:ext cx="112680" cy="115560"/>
            </a:xfrm>
            <a:custGeom>
              <a:avLst/>
              <a:gdLst/>
              <a:ahLst/>
              <a:rect l="l" t="t" r="r" b="b"/>
              <a:pathLst>
                <a:path w="65" h="73">
                  <a:moveTo>
                    <a:pt x="64" y="64"/>
                  </a:moveTo>
                  <a:lnTo>
                    <a:pt x="56" y="40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56" y="16"/>
                  </a:lnTo>
                  <a:lnTo>
                    <a:pt x="24" y="16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64"/>
                  </a:lnTo>
                  <a:lnTo>
                    <a:pt x="32" y="64"/>
                  </a:lnTo>
                  <a:lnTo>
                    <a:pt x="48" y="48"/>
                  </a:lnTo>
                  <a:lnTo>
                    <a:pt x="56" y="72"/>
                  </a:lnTo>
                  <a:lnTo>
                    <a:pt x="64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4" name=""/>
            <p:cNvSpPr/>
            <p:nvPr/>
          </p:nvSpPr>
          <p:spPr>
            <a:xfrm>
              <a:off x="6568200" y="3693960"/>
              <a:ext cx="193680" cy="394920"/>
            </a:xfrm>
            <a:custGeom>
              <a:avLst/>
              <a:gdLst/>
              <a:ahLst/>
              <a:rect l="l" t="t" r="r" b="b"/>
              <a:pathLst>
                <a:path w="113" h="249">
                  <a:moveTo>
                    <a:pt x="80" y="248"/>
                  </a:moveTo>
                  <a:lnTo>
                    <a:pt x="80" y="248"/>
                  </a:lnTo>
                  <a:lnTo>
                    <a:pt x="96" y="216"/>
                  </a:lnTo>
                  <a:lnTo>
                    <a:pt x="88" y="192"/>
                  </a:lnTo>
                  <a:lnTo>
                    <a:pt x="80" y="176"/>
                  </a:lnTo>
                  <a:lnTo>
                    <a:pt x="80" y="160"/>
                  </a:lnTo>
                  <a:lnTo>
                    <a:pt x="72" y="136"/>
                  </a:lnTo>
                  <a:lnTo>
                    <a:pt x="72" y="120"/>
                  </a:lnTo>
                  <a:lnTo>
                    <a:pt x="104" y="104"/>
                  </a:lnTo>
                  <a:lnTo>
                    <a:pt x="112" y="88"/>
                  </a:lnTo>
                  <a:lnTo>
                    <a:pt x="104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8" y="64"/>
                  </a:lnTo>
                  <a:lnTo>
                    <a:pt x="80" y="56"/>
                  </a:lnTo>
                  <a:lnTo>
                    <a:pt x="72" y="5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64" y="16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24" y="56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16" y="112"/>
                  </a:lnTo>
                  <a:lnTo>
                    <a:pt x="24" y="128"/>
                  </a:lnTo>
                  <a:lnTo>
                    <a:pt x="32" y="15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52"/>
                  </a:lnTo>
                  <a:lnTo>
                    <a:pt x="64" y="160"/>
                  </a:lnTo>
                  <a:lnTo>
                    <a:pt x="80" y="208"/>
                  </a:lnTo>
                  <a:lnTo>
                    <a:pt x="80" y="2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5" name=""/>
            <p:cNvSpPr/>
            <p:nvPr/>
          </p:nvSpPr>
          <p:spPr>
            <a:xfrm>
              <a:off x="6568200" y="3693960"/>
              <a:ext cx="193680" cy="394920"/>
            </a:xfrm>
            <a:custGeom>
              <a:avLst/>
              <a:gdLst/>
              <a:ahLst/>
              <a:rect l="l" t="t" r="r" b="b"/>
              <a:pathLst>
                <a:path w="113" h="249">
                  <a:moveTo>
                    <a:pt x="80" y="248"/>
                  </a:moveTo>
                  <a:lnTo>
                    <a:pt x="96" y="216"/>
                  </a:lnTo>
                  <a:lnTo>
                    <a:pt x="88" y="192"/>
                  </a:lnTo>
                  <a:lnTo>
                    <a:pt x="80" y="176"/>
                  </a:lnTo>
                  <a:lnTo>
                    <a:pt x="80" y="160"/>
                  </a:lnTo>
                  <a:lnTo>
                    <a:pt x="72" y="136"/>
                  </a:lnTo>
                  <a:lnTo>
                    <a:pt x="72" y="120"/>
                  </a:lnTo>
                  <a:lnTo>
                    <a:pt x="104" y="104"/>
                  </a:lnTo>
                  <a:lnTo>
                    <a:pt x="112" y="88"/>
                  </a:lnTo>
                  <a:lnTo>
                    <a:pt x="104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8" y="64"/>
                  </a:lnTo>
                  <a:lnTo>
                    <a:pt x="80" y="56"/>
                  </a:lnTo>
                  <a:lnTo>
                    <a:pt x="72" y="5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64" y="16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24" y="56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16" y="112"/>
                  </a:lnTo>
                  <a:lnTo>
                    <a:pt x="24" y="128"/>
                  </a:lnTo>
                  <a:lnTo>
                    <a:pt x="32" y="15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52"/>
                  </a:lnTo>
                  <a:lnTo>
                    <a:pt x="64" y="160"/>
                  </a:lnTo>
                  <a:lnTo>
                    <a:pt x="80" y="208"/>
                  </a:lnTo>
                  <a:lnTo>
                    <a:pt x="80" y="2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6" name=""/>
            <p:cNvSpPr/>
            <p:nvPr/>
          </p:nvSpPr>
          <p:spPr>
            <a:xfrm>
              <a:off x="6692040" y="3859200"/>
              <a:ext cx="166680" cy="306000"/>
            </a:xfrm>
            <a:custGeom>
              <a:avLst/>
              <a:gdLst/>
              <a:ahLst/>
              <a:rect l="l" t="t" r="r" b="b"/>
              <a:pathLst>
                <a:path w="97" h="193">
                  <a:moveTo>
                    <a:pt x="32" y="0"/>
                  </a:moveTo>
                  <a:lnTo>
                    <a:pt x="32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16" y="88"/>
                  </a:lnTo>
                  <a:lnTo>
                    <a:pt x="24" y="112"/>
                  </a:lnTo>
                  <a:lnTo>
                    <a:pt x="8" y="144"/>
                  </a:lnTo>
                  <a:lnTo>
                    <a:pt x="8" y="152"/>
                  </a:lnTo>
                  <a:lnTo>
                    <a:pt x="8" y="160"/>
                  </a:lnTo>
                  <a:lnTo>
                    <a:pt x="32" y="184"/>
                  </a:lnTo>
                  <a:lnTo>
                    <a:pt x="32" y="176"/>
                  </a:lnTo>
                  <a:lnTo>
                    <a:pt x="40" y="184"/>
                  </a:lnTo>
                  <a:lnTo>
                    <a:pt x="48" y="192"/>
                  </a:lnTo>
                  <a:lnTo>
                    <a:pt x="56" y="184"/>
                  </a:lnTo>
                  <a:lnTo>
                    <a:pt x="48" y="176"/>
                  </a:lnTo>
                  <a:lnTo>
                    <a:pt x="32" y="176"/>
                  </a:lnTo>
                  <a:lnTo>
                    <a:pt x="24" y="144"/>
                  </a:lnTo>
                  <a:lnTo>
                    <a:pt x="16" y="144"/>
                  </a:lnTo>
                  <a:lnTo>
                    <a:pt x="16" y="136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0" y="96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64" y="120"/>
                  </a:lnTo>
                  <a:lnTo>
                    <a:pt x="64" y="112"/>
                  </a:lnTo>
                  <a:lnTo>
                    <a:pt x="56" y="96"/>
                  </a:lnTo>
                  <a:lnTo>
                    <a:pt x="64" y="80"/>
                  </a:lnTo>
                  <a:lnTo>
                    <a:pt x="96" y="80"/>
                  </a:lnTo>
                  <a:lnTo>
                    <a:pt x="96" y="64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7" name=""/>
            <p:cNvSpPr/>
            <p:nvPr/>
          </p:nvSpPr>
          <p:spPr>
            <a:xfrm>
              <a:off x="6692040" y="3859200"/>
              <a:ext cx="166680" cy="306000"/>
            </a:xfrm>
            <a:custGeom>
              <a:avLst/>
              <a:gdLst/>
              <a:ahLst/>
              <a:rect l="l" t="t" r="r" b="b"/>
              <a:pathLst>
                <a:path w="97" h="193">
                  <a:moveTo>
                    <a:pt x="32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16" y="88"/>
                  </a:lnTo>
                  <a:lnTo>
                    <a:pt x="24" y="112"/>
                  </a:lnTo>
                  <a:lnTo>
                    <a:pt x="8" y="144"/>
                  </a:lnTo>
                  <a:lnTo>
                    <a:pt x="8" y="152"/>
                  </a:lnTo>
                  <a:lnTo>
                    <a:pt x="8" y="160"/>
                  </a:lnTo>
                  <a:lnTo>
                    <a:pt x="32" y="184"/>
                  </a:lnTo>
                  <a:lnTo>
                    <a:pt x="32" y="176"/>
                  </a:lnTo>
                  <a:lnTo>
                    <a:pt x="40" y="184"/>
                  </a:lnTo>
                  <a:lnTo>
                    <a:pt x="48" y="192"/>
                  </a:lnTo>
                  <a:lnTo>
                    <a:pt x="56" y="184"/>
                  </a:lnTo>
                  <a:lnTo>
                    <a:pt x="48" y="176"/>
                  </a:lnTo>
                  <a:lnTo>
                    <a:pt x="32" y="176"/>
                  </a:lnTo>
                  <a:lnTo>
                    <a:pt x="24" y="144"/>
                  </a:lnTo>
                  <a:lnTo>
                    <a:pt x="16" y="144"/>
                  </a:lnTo>
                  <a:lnTo>
                    <a:pt x="16" y="136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0" y="96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64" y="120"/>
                  </a:lnTo>
                  <a:lnTo>
                    <a:pt x="64" y="112"/>
                  </a:lnTo>
                  <a:lnTo>
                    <a:pt x="56" y="96"/>
                  </a:lnTo>
                  <a:lnTo>
                    <a:pt x="64" y="80"/>
                  </a:lnTo>
                  <a:lnTo>
                    <a:pt x="96" y="80"/>
                  </a:lnTo>
                  <a:lnTo>
                    <a:pt x="96" y="64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8" name=""/>
            <p:cNvSpPr/>
            <p:nvPr/>
          </p:nvSpPr>
          <p:spPr>
            <a:xfrm>
              <a:off x="6747480" y="3821040"/>
              <a:ext cx="152640" cy="178920"/>
            </a:xfrm>
            <a:custGeom>
              <a:avLst/>
              <a:gdLst/>
              <a:ahLst/>
              <a:rect l="l" t="t" r="r" b="b"/>
              <a:pathLst>
                <a:path w="89" h="113">
                  <a:moveTo>
                    <a:pt x="88" y="104"/>
                  </a:moveTo>
                  <a:lnTo>
                    <a:pt x="88" y="104"/>
                  </a:lnTo>
                  <a:lnTo>
                    <a:pt x="88" y="88"/>
                  </a:lnTo>
                  <a:lnTo>
                    <a:pt x="72" y="72"/>
                  </a:lnTo>
                  <a:lnTo>
                    <a:pt x="72" y="64"/>
                  </a:lnTo>
                  <a:lnTo>
                    <a:pt x="40" y="40"/>
                  </a:lnTo>
                  <a:lnTo>
                    <a:pt x="56" y="32"/>
                  </a:lnTo>
                  <a:lnTo>
                    <a:pt x="48" y="24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48" y="64"/>
                  </a:lnTo>
                  <a:lnTo>
                    <a:pt x="56" y="80"/>
                  </a:lnTo>
                  <a:lnTo>
                    <a:pt x="64" y="88"/>
                  </a:lnTo>
                  <a:lnTo>
                    <a:pt x="64" y="104"/>
                  </a:lnTo>
                  <a:lnTo>
                    <a:pt x="72" y="112"/>
                  </a:lnTo>
                  <a:lnTo>
                    <a:pt x="72" y="104"/>
                  </a:lnTo>
                  <a:lnTo>
                    <a:pt x="88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9" name=""/>
            <p:cNvSpPr/>
            <p:nvPr/>
          </p:nvSpPr>
          <p:spPr>
            <a:xfrm>
              <a:off x="6747480" y="3821040"/>
              <a:ext cx="152640" cy="178920"/>
            </a:xfrm>
            <a:custGeom>
              <a:avLst/>
              <a:gdLst/>
              <a:ahLst/>
              <a:rect l="l" t="t" r="r" b="b"/>
              <a:pathLst>
                <a:path w="89" h="113">
                  <a:moveTo>
                    <a:pt x="88" y="104"/>
                  </a:moveTo>
                  <a:lnTo>
                    <a:pt x="88" y="88"/>
                  </a:lnTo>
                  <a:lnTo>
                    <a:pt x="72" y="72"/>
                  </a:lnTo>
                  <a:lnTo>
                    <a:pt x="72" y="64"/>
                  </a:lnTo>
                  <a:lnTo>
                    <a:pt x="40" y="40"/>
                  </a:lnTo>
                  <a:lnTo>
                    <a:pt x="56" y="32"/>
                  </a:lnTo>
                  <a:lnTo>
                    <a:pt x="48" y="24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48" y="64"/>
                  </a:lnTo>
                  <a:lnTo>
                    <a:pt x="56" y="80"/>
                  </a:lnTo>
                  <a:lnTo>
                    <a:pt x="64" y="88"/>
                  </a:lnTo>
                  <a:lnTo>
                    <a:pt x="64" y="104"/>
                  </a:lnTo>
                  <a:lnTo>
                    <a:pt x="72" y="112"/>
                  </a:lnTo>
                  <a:lnTo>
                    <a:pt x="72" y="104"/>
                  </a:lnTo>
                  <a:lnTo>
                    <a:pt x="88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0" name=""/>
            <p:cNvSpPr/>
            <p:nvPr/>
          </p:nvSpPr>
          <p:spPr>
            <a:xfrm>
              <a:off x="6789240" y="3808080"/>
              <a:ext cx="152280" cy="293400"/>
            </a:xfrm>
            <a:custGeom>
              <a:avLst/>
              <a:gdLst/>
              <a:ahLst/>
              <a:rect l="l" t="t" r="r" b="b"/>
              <a:pathLst>
                <a:path w="89" h="185">
                  <a:moveTo>
                    <a:pt x="0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56" y="24"/>
                  </a:lnTo>
                  <a:lnTo>
                    <a:pt x="48" y="40"/>
                  </a:lnTo>
                  <a:lnTo>
                    <a:pt x="40" y="48"/>
                  </a:lnTo>
                  <a:lnTo>
                    <a:pt x="80" y="104"/>
                  </a:lnTo>
                  <a:lnTo>
                    <a:pt x="88" y="120"/>
                  </a:lnTo>
                  <a:lnTo>
                    <a:pt x="80" y="152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8" y="176"/>
                  </a:lnTo>
                  <a:lnTo>
                    <a:pt x="32" y="184"/>
                  </a:lnTo>
                  <a:lnTo>
                    <a:pt x="32" y="168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48" y="144"/>
                  </a:lnTo>
                  <a:lnTo>
                    <a:pt x="64" y="136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48" y="80"/>
                  </a:lnTo>
                  <a:lnTo>
                    <a:pt x="48" y="72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1" name=""/>
            <p:cNvSpPr/>
            <p:nvPr/>
          </p:nvSpPr>
          <p:spPr>
            <a:xfrm>
              <a:off x="6789240" y="3808080"/>
              <a:ext cx="152280" cy="293400"/>
            </a:xfrm>
            <a:custGeom>
              <a:avLst/>
              <a:gdLst/>
              <a:ahLst/>
              <a:rect l="l" t="t" r="r" b="b"/>
              <a:pathLst>
                <a:path w="89" h="185">
                  <a:moveTo>
                    <a:pt x="0" y="8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40" y="0"/>
                  </a:lnTo>
                  <a:lnTo>
                    <a:pt x="56" y="0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56" y="24"/>
                  </a:lnTo>
                  <a:lnTo>
                    <a:pt x="48" y="40"/>
                  </a:lnTo>
                  <a:lnTo>
                    <a:pt x="40" y="48"/>
                  </a:lnTo>
                  <a:lnTo>
                    <a:pt x="80" y="104"/>
                  </a:lnTo>
                  <a:lnTo>
                    <a:pt x="88" y="120"/>
                  </a:lnTo>
                  <a:lnTo>
                    <a:pt x="80" y="152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8" y="176"/>
                  </a:lnTo>
                  <a:lnTo>
                    <a:pt x="32" y="184"/>
                  </a:lnTo>
                  <a:lnTo>
                    <a:pt x="32" y="168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48" y="144"/>
                  </a:lnTo>
                  <a:lnTo>
                    <a:pt x="64" y="136"/>
                  </a:lnTo>
                  <a:lnTo>
                    <a:pt x="64" y="112"/>
                  </a:lnTo>
                  <a:lnTo>
                    <a:pt x="64" y="96"/>
                  </a:lnTo>
                  <a:lnTo>
                    <a:pt x="48" y="80"/>
                  </a:lnTo>
                  <a:lnTo>
                    <a:pt x="48" y="72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2" name=""/>
            <p:cNvSpPr/>
            <p:nvPr/>
          </p:nvSpPr>
          <p:spPr>
            <a:xfrm>
              <a:off x="6789240" y="3985920"/>
              <a:ext cx="111240" cy="77400"/>
            </a:xfrm>
            <a:custGeom>
              <a:avLst/>
              <a:gdLst/>
              <a:ahLst/>
              <a:rect l="l" t="t" r="r" b="b"/>
              <a:pathLst>
                <a:path w="65" h="49">
                  <a:moveTo>
                    <a:pt x="24" y="48"/>
                  </a:moveTo>
                  <a:lnTo>
                    <a:pt x="24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2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3" name=""/>
            <p:cNvSpPr/>
            <p:nvPr/>
          </p:nvSpPr>
          <p:spPr>
            <a:xfrm>
              <a:off x="6789240" y="3985920"/>
              <a:ext cx="111240" cy="77400"/>
            </a:xfrm>
            <a:custGeom>
              <a:avLst/>
              <a:gdLst/>
              <a:ahLst/>
              <a:rect l="l" t="t" r="r" b="b"/>
              <a:pathLst>
                <a:path w="65" h="49">
                  <a:moveTo>
                    <a:pt x="24" y="48"/>
                  </a:move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2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4" name=""/>
            <p:cNvSpPr/>
            <p:nvPr/>
          </p:nvSpPr>
          <p:spPr>
            <a:xfrm>
              <a:off x="6747480" y="4138560"/>
              <a:ext cx="8424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24" y="8"/>
                  </a:moveTo>
                  <a:lnTo>
                    <a:pt x="24" y="8"/>
                  </a:lnTo>
                  <a:lnTo>
                    <a:pt x="16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32"/>
                  </a:lnTo>
                  <a:lnTo>
                    <a:pt x="16" y="48"/>
                  </a:lnTo>
                  <a:lnTo>
                    <a:pt x="40" y="72"/>
                  </a:lnTo>
                  <a:lnTo>
                    <a:pt x="48" y="72"/>
                  </a:lnTo>
                  <a:lnTo>
                    <a:pt x="40" y="48"/>
                  </a:lnTo>
                  <a:lnTo>
                    <a:pt x="40" y="24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5" name=""/>
            <p:cNvSpPr/>
            <p:nvPr/>
          </p:nvSpPr>
          <p:spPr>
            <a:xfrm>
              <a:off x="6747480" y="4138560"/>
              <a:ext cx="8424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24" y="8"/>
                  </a:moveTo>
                  <a:lnTo>
                    <a:pt x="16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32"/>
                  </a:lnTo>
                  <a:lnTo>
                    <a:pt x="16" y="48"/>
                  </a:lnTo>
                  <a:lnTo>
                    <a:pt x="40" y="72"/>
                  </a:lnTo>
                  <a:lnTo>
                    <a:pt x="48" y="72"/>
                  </a:lnTo>
                  <a:lnTo>
                    <a:pt x="40" y="48"/>
                  </a:lnTo>
                  <a:lnTo>
                    <a:pt x="40" y="24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6" name=""/>
            <p:cNvSpPr/>
            <p:nvPr/>
          </p:nvSpPr>
          <p:spPr>
            <a:xfrm>
              <a:off x="6940080" y="4138560"/>
              <a:ext cx="222120" cy="115560"/>
            </a:xfrm>
            <a:custGeom>
              <a:avLst/>
              <a:gdLst/>
              <a:ahLst/>
              <a:rect l="l" t="t" r="r" b="b"/>
              <a:pathLst>
                <a:path w="129" h="73">
                  <a:moveTo>
                    <a:pt x="72" y="24"/>
                  </a:moveTo>
                  <a:lnTo>
                    <a:pt x="72" y="24"/>
                  </a:lnTo>
                  <a:lnTo>
                    <a:pt x="80" y="24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0" y="48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40" y="64"/>
                  </a:lnTo>
                  <a:lnTo>
                    <a:pt x="56" y="72"/>
                  </a:lnTo>
                  <a:lnTo>
                    <a:pt x="64" y="64"/>
                  </a:lnTo>
                  <a:lnTo>
                    <a:pt x="88" y="32"/>
                  </a:lnTo>
                  <a:lnTo>
                    <a:pt x="112" y="32"/>
                  </a:lnTo>
                  <a:lnTo>
                    <a:pt x="120" y="32"/>
                  </a:lnTo>
                  <a:lnTo>
                    <a:pt x="112" y="24"/>
                  </a:lnTo>
                  <a:lnTo>
                    <a:pt x="128" y="24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96" y="0"/>
                  </a:lnTo>
                  <a:lnTo>
                    <a:pt x="80" y="16"/>
                  </a:lnTo>
                  <a:lnTo>
                    <a:pt x="72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7" name=""/>
            <p:cNvSpPr/>
            <p:nvPr/>
          </p:nvSpPr>
          <p:spPr>
            <a:xfrm>
              <a:off x="6940080" y="4138560"/>
              <a:ext cx="222120" cy="115560"/>
            </a:xfrm>
            <a:custGeom>
              <a:avLst/>
              <a:gdLst/>
              <a:ahLst/>
              <a:rect l="l" t="t" r="r" b="b"/>
              <a:pathLst>
                <a:path w="129" h="73">
                  <a:moveTo>
                    <a:pt x="72" y="24"/>
                  </a:moveTo>
                  <a:lnTo>
                    <a:pt x="80" y="24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40" y="48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40" y="64"/>
                  </a:lnTo>
                  <a:lnTo>
                    <a:pt x="56" y="72"/>
                  </a:lnTo>
                  <a:lnTo>
                    <a:pt x="64" y="64"/>
                  </a:lnTo>
                  <a:lnTo>
                    <a:pt x="88" y="32"/>
                  </a:lnTo>
                  <a:lnTo>
                    <a:pt x="112" y="32"/>
                  </a:lnTo>
                  <a:lnTo>
                    <a:pt x="120" y="32"/>
                  </a:lnTo>
                  <a:lnTo>
                    <a:pt x="112" y="24"/>
                  </a:lnTo>
                  <a:lnTo>
                    <a:pt x="128" y="24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96" y="0"/>
                  </a:lnTo>
                  <a:lnTo>
                    <a:pt x="80" y="16"/>
                  </a:lnTo>
                  <a:lnTo>
                    <a:pt x="72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8" name=""/>
            <p:cNvSpPr/>
            <p:nvPr/>
          </p:nvSpPr>
          <p:spPr>
            <a:xfrm>
              <a:off x="7036920" y="4176720"/>
              <a:ext cx="42840" cy="1368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9" name=""/>
            <p:cNvSpPr/>
            <p:nvPr/>
          </p:nvSpPr>
          <p:spPr>
            <a:xfrm>
              <a:off x="7036920" y="4176720"/>
              <a:ext cx="42840" cy="1368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8"/>
                  </a:moveTo>
                  <a:lnTo>
                    <a:pt x="8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0" name=""/>
            <p:cNvSpPr/>
            <p:nvPr/>
          </p:nvSpPr>
          <p:spPr>
            <a:xfrm>
              <a:off x="6925680" y="4189320"/>
              <a:ext cx="222120" cy="166320"/>
            </a:xfrm>
            <a:custGeom>
              <a:avLst/>
              <a:gdLst/>
              <a:ahLst/>
              <a:rect l="l" t="t" r="r" b="b"/>
              <a:pathLst>
                <a:path w="129" h="105">
                  <a:moveTo>
                    <a:pt x="8" y="32"/>
                  </a:moveTo>
                  <a:lnTo>
                    <a:pt x="8" y="32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96" y="0"/>
                  </a:lnTo>
                  <a:lnTo>
                    <a:pt x="120" y="0"/>
                  </a:lnTo>
                  <a:lnTo>
                    <a:pt x="112" y="16"/>
                  </a:lnTo>
                  <a:lnTo>
                    <a:pt x="120" y="24"/>
                  </a:lnTo>
                  <a:lnTo>
                    <a:pt x="112" y="32"/>
                  </a:lnTo>
                  <a:lnTo>
                    <a:pt x="128" y="40"/>
                  </a:lnTo>
                  <a:lnTo>
                    <a:pt x="120" y="48"/>
                  </a:lnTo>
                  <a:lnTo>
                    <a:pt x="104" y="64"/>
                  </a:lnTo>
                  <a:lnTo>
                    <a:pt x="96" y="80"/>
                  </a:lnTo>
                  <a:lnTo>
                    <a:pt x="104" y="80"/>
                  </a:lnTo>
                  <a:lnTo>
                    <a:pt x="96" y="96"/>
                  </a:lnTo>
                  <a:lnTo>
                    <a:pt x="80" y="104"/>
                  </a:lnTo>
                  <a:lnTo>
                    <a:pt x="72" y="96"/>
                  </a:lnTo>
                  <a:lnTo>
                    <a:pt x="56" y="96"/>
                  </a:lnTo>
                  <a:lnTo>
                    <a:pt x="40" y="96"/>
                  </a:lnTo>
                  <a:lnTo>
                    <a:pt x="40" y="88"/>
                  </a:lnTo>
                  <a:lnTo>
                    <a:pt x="24" y="88"/>
                  </a:lnTo>
                  <a:lnTo>
                    <a:pt x="16" y="72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1" name=""/>
            <p:cNvSpPr/>
            <p:nvPr/>
          </p:nvSpPr>
          <p:spPr>
            <a:xfrm>
              <a:off x="6925680" y="4189320"/>
              <a:ext cx="222120" cy="166320"/>
            </a:xfrm>
            <a:custGeom>
              <a:avLst/>
              <a:gdLst/>
              <a:ahLst/>
              <a:rect l="l" t="t" r="r" b="b"/>
              <a:pathLst>
                <a:path w="129" h="105">
                  <a:moveTo>
                    <a:pt x="8" y="32"/>
                  </a:moveTo>
                  <a:lnTo>
                    <a:pt x="24" y="40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96" y="0"/>
                  </a:lnTo>
                  <a:lnTo>
                    <a:pt x="120" y="0"/>
                  </a:lnTo>
                  <a:lnTo>
                    <a:pt x="112" y="16"/>
                  </a:lnTo>
                  <a:lnTo>
                    <a:pt x="120" y="24"/>
                  </a:lnTo>
                  <a:lnTo>
                    <a:pt x="112" y="32"/>
                  </a:lnTo>
                  <a:lnTo>
                    <a:pt x="128" y="40"/>
                  </a:lnTo>
                  <a:lnTo>
                    <a:pt x="120" y="48"/>
                  </a:lnTo>
                  <a:lnTo>
                    <a:pt x="104" y="64"/>
                  </a:lnTo>
                  <a:lnTo>
                    <a:pt x="96" y="80"/>
                  </a:lnTo>
                  <a:lnTo>
                    <a:pt x="104" y="80"/>
                  </a:lnTo>
                  <a:lnTo>
                    <a:pt x="96" y="96"/>
                  </a:lnTo>
                  <a:lnTo>
                    <a:pt x="80" y="104"/>
                  </a:lnTo>
                  <a:lnTo>
                    <a:pt x="72" y="96"/>
                  </a:lnTo>
                  <a:lnTo>
                    <a:pt x="56" y="96"/>
                  </a:lnTo>
                  <a:lnTo>
                    <a:pt x="40" y="96"/>
                  </a:lnTo>
                  <a:lnTo>
                    <a:pt x="40" y="88"/>
                  </a:lnTo>
                  <a:lnTo>
                    <a:pt x="24" y="88"/>
                  </a:lnTo>
                  <a:lnTo>
                    <a:pt x="16" y="72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2" name=""/>
            <p:cNvSpPr/>
            <p:nvPr/>
          </p:nvSpPr>
          <p:spPr>
            <a:xfrm>
              <a:off x="7408440" y="4278240"/>
              <a:ext cx="220680" cy="178920"/>
            </a:xfrm>
            <a:custGeom>
              <a:avLst/>
              <a:gdLst/>
              <a:ahLst/>
              <a:rect l="l" t="t" r="r" b="b"/>
              <a:pathLst>
                <a:path w="129" h="113">
                  <a:moveTo>
                    <a:pt x="128" y="32"/>
                  </a:moveTo>
                  <a:lnTo>
                    <a:pt x="128" y="32"/>
                  </a:lnTo>
                  <a:lnTo>
                    <a:pt x="128" y="64"/>
                  </a:lnTo>
                  <a:lnTo>
                    <a:pt x="128" y="112"/>
                  </a:lnTo>
                  <a:lnTo>
                    <a:pt x="112" y="96"/>
                  </a:lnTo>
                  <a:lnTo>
                    <a:pt x="88" y="104"/>
                  </a:lnTo>
                  <a:lnTo>
                    <a:pt x="96" y="88"/>
                  </a:lnTo>
                  <a:lnTo>
                    <a:pt x="88" y="7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56" y="40"/>
                  </a:lnTo>
                  <a:lnTo>
                    <a:pt x="72" y="24"/>
                  </a:lnTo>
                  <a:lnTo>
                    <a:pt x="88" y="16"/>
                  </a:lnTo>
                  <a:lnTo>
                    <a:pt x="12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3" name=""/>
            <p:cNvSpPr/>
            <p:nvPr/>
          </p:nvSpPr>
          <p:spPr>
            <a:xfrm>
              <a:off x="7408440" y="4278240"/>
              <a:ext cx="220680" cy="178920"/>
            </a:xfrm>
            <a:custGeom>
              <a:avLst/>
              <a:gdLst/>
              <a:ahLst/>
              <a:rect l="l" t="t" r="r" b="b"/>
              <a:pathLst>
                <a:path w="129" h="113">
                  <a:moveTo>
                    <a:pt x="128" y="32"/>
                  </a:moveTo>
                  <a:lnTo>
                    <a:pt x="128" y="64"/>
                  </a:lnTo>
                  <a:lnTo>
                    <a:pt x="128" y="112"/>
                  </a:lnTo>
                  <a:lnTo>
                    <a:pt x="112" y="96"/>
                  </a:lnTo>
                  <a:lnTo>
                    <a:pt x="88" y="104"/>
                  </a:lnTo>
                  <a:lnTo>
                    <a:pt x="96" y="88"/>
                  </a:lnTo>
                  <a:lnTo>
                    <a:pt x="88" y="7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56" y="40"/>
                  </a:lnTo>
                  <a:lnTo>
                    <a:pt x="72" y="24"/>
                  </a:lnTo>
                  <a:lnTo>
                    <a:pt x="88" y="16"/>
                  </a:lnTo>
                  <a:lnTo>
                    <a:pt x="12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4" name=""/>
            <p:cNvSpPr/>
            <p:nvPr/>
          </p:nvSpPr>
          <p:spPr>
            <a:xfrm>
              <a:off x="7627320" y="4329000"/>
              <a:ext cx="208080" cy="166320"/>
            </a:xfrm>
            <a:custGeom>
              <a:avLst/>
              <a:gdLst/>
              <a:ahLst/>
              <a:rect l="l" t="t" r="r" b="b"/>
              <a:pathLst>
                <a:path w="121" h="105">
                  <a:moveTo>
                    <a:pt x="0" y="80"/>
                  </a:moveTo>
                  <a:lnTo>
                    <a:pt x="0" y="8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32" y="8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88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88" y="64"/>
                  </a:lnTo>
                  <a:lnTo>
                    <a:pt x="96" y="80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120" y="96"/>
                  </a:lnTo>
                  <a:lnTo>
                    <a:pt x="120" y="104"/>
                  </a:lnTo>
                  <a:lnTo>
                    <a:pt x="80" y="96"/>
                  </a:lnTo>
                  <a:lnTo>
                    <a:pt x="64" y="64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24" y="72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0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5" name=""/>
            <p:cNvSpPr/>
            <p:nvPr/>
          </p:nvSpPr>
          <p:spPr>
            <a:xfrm>
              <a:off x="7627320" y="4329000"/>
              <a:ext cx="208080" cy="166320"/>
            </a:xfrm>
            <a:custGeom>
              <a:avLst/>
              <a:gdLst/>
              <a:ahLst/>
              <a:rect l="l" t="t" r="r" b="b"/>
              <a:pathLst>
                <a:path w="121" h="105">
                  <a:moveTo>
                    <a:pt x="0" y="80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32" y="8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88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88" y="64"/>
                  </a:lnTo>
                  <a:lnTo>
                    <a:pt x="96" y="80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120" y="96"/>
                  </a:lnTo>
                  <a:lnTo>
                    <a:pt x="120" y="104"/>
                  </a:lnTo>
                  <a:lnTo>
                    <a:pt x="80" y="96"/>
                  </a:lnTo>
                  <a:lnTo>
                    <a:pt x="64" y="64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24" y="72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0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6" name=""/>
            <p:cNvSpPr/>
            <p:nvPr/>
          </p:nvSpPr>
          <p:spPr>
            <a:xfrm>
              <a:off x="7311600" y="3439800"/>
              <a:ext cx="69840" cy="102960"/>
            </a:xfrm>
            <a:custGeom>
              <a:avLst/>
              <a:gdLst/>
              <a:ahLst/>
              <a:rect l="l" t="t" r="r" b="b"/>
              <a:pathLst>
                <a:path w="41" h="65">
                  <a:moveTo>
                    <a:pt x="0" y="16"/>
                  </a:moveTo>
                  <a:lnTo>
                    <a:pt x="0" y="16"/>
                  </a:lnTo>
                  <a:lnTo>
                    <a:pt x="24" y="0"/>
                  </a:lnTo>
                  <a:lnTo>
                    <a:pt x="32" y="16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0" y="24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7" name=""/>
            <p:cNvSpPr/>
            <p:nvPr/>
          </p:nvSpPr>
          <p:spPr>
            <a:xfrm>
              <a:off x="7311600" y="3439800"/>
              <a:ext cx="69840" cy="102960"/>
            </a:xfrm>
            <a:custGeom>
              <a:avLst/>
              <a:gdLst/>
              <a:ahLst/>
              <a:rect l="l" t="t" r="r" b="b"/>
              <a:pathLst>
                <a:path w="41" h="65">
                  <a:moveTo>
                    <a:pt x="0" y="16"/>
                  </a:moveTo>
                  <a:lnTo>
                    <a:pt x="24" y="0"/>
                  </a:lnTo>
                  <a:lnTo>
                    <a:pt x="32" y="16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0" y="24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8" name=""/>
            <p:cNvSpPr/>
            <p:nvPr/>
          </p:nvSpPr>
          <p:spPr>
            <a:xfrm>
              <a:off x="7270200" y="3338280"/>
              <a:ext cx="139680" cy="128160"/>
            </a:xfrm>
            <a:custGeom>
              <a:avLst/>
              <a:gdLst/>
              <a:ahLst/>
              <a:rect l="l" t="t" r="r" b="b"/>
              <a:pathLst>
                <a:path w="81" h="81">
                  <a:moveTo>
                    <a:pt x="80" y="0"/>
                  </a:moveTo>
                  <a:lnTo>
                    <a:pt x="80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32" y="48"/>
                  </a:lnTo>
                  <a:lnTo>
                    <a:pt x="64" y="32"/>
                  </a:lnTo>
                  <a:lnTo>
                    <a:pt x="64" y="16"/>
                  </a:lnTo>
                  <a:lnTo>
                    <a:pt x="8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9" name=""/>
            <p:cNvSpPr/>
            <p:nvPr/>
          </p:nvSpPr>
          <p:spPr>
            <a:xfrm>
              <a:off x="7270200" y="3338280"/>
              <a:ext cx="139680" cy="128160"/>
            </a:xfrm>
            <a:custGeom>
              <a:avLst/>
              <a:gdLst/>
              <a:ahLst/>
              <a:rect l="l" t="t" r="r" b="b"/>
              <a:pathLst>
                <a:path w="81" h="81">
                  <a:moveTo>
                    <a:pt x="80" y="0"/>
                  </a:move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32" y="48"/>
                  </a:lnTo>
                  <a:lnTo>
                    <a:pt x="64" y="32"/>
                  </a:lnTo>
                  <a:lnTo>
                    <a:pt x="64" y="16"/>
                  </a:lnTo>
                  <a:lnTo>
                    <a:pt x="8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0" name=""/>
            <p:cNvSpPr/>
            <p:nvPr/>
          </p:nvSpPr>
          <p:spPr>
            <a:xfrm>
              <a:off x="6995520" y="199224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16" y="24"/>
                  </a:moveTo>
                  <a:lnTo>
                    <a:pt x="16" y="24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16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1" name=""/>
            <p:cNvSpPr/>
            <p:nvPr/>
          </p:nvSpPr>
          <p:spPr>
            <a:xfrm>
              <a:off x="6995520" y="199224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16" y="24"/>
                  </a:move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16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2" name=""/>
            <p:cNvSpPr/>
            <p:nvPr/>
          </p:nvSpPr>
          <p:spPr>
            <a:xfrm>
              <a:off x="4285080" y="3516120"/>
              <a:ext cx="263520" cy="191880"/>
            </a:xfrm>
            <a:custGeom>
              <a:avLst/>
              <a:gdLst/>
              <a:ahLst/>
              <a:rect l="l" t="t" r="r" b="b"/>
              <a:pathLst>
                <a:path w="153" h="121">
                  <a:moveTo>
                    <a:pt x="136" y="8"/>
                  </a:moveTo>
                  <a:lnTo>
                    <a:pt x="136" y="8"/>
                  </a:lnTo>
                  <a:lnTo>
                    <a:pt x="144" y="8"/>
                  </a:lnTo>
                  <a:lnTo>
                    <a:pt x="152" y="48"/>
                  </a:lnTo>
                  <a:lnTo>
                    <a:pt x="120" y="56"/>
                  </a:lnTo>
                  <a:lnTo>
                    <a:pt x="120" y="64"/>
                  </a:lnTo>
                  <a:lnTo>
                    <a:pt x="96" y="80"/>
                  </a:lnTo>
                  <a:lnTo>
                    <a:pt x="64" y="96"/>
                  </a:lnTo>
                  <a:lnTo>
                    <a:pt x="56" y="104"/>
                  </a:lnTo>
                  <a:lnTo>
                    <a:pt x="56" y="120"/>
                  </a:lnTo>
                  <a:lnTo>
                    <a:pt x="0" y="112"/>
                  </a:lnTo>
                  <a:lnTo>
                    <a:pt x="16" y="112"/>
                  </a:lnTo>
                  <a:lnTo>
                    <a:pt x="32" y="96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48" y="48"/>
                  </a:lnTo>
                  <a:lnTo>
                    <a:pt x="56" y="32"/>
                  </a:lnTo>
                  <a:lnTo>
                    <a:pt x="80" y="24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28" y="8"/>
                  </a:lnTo>
                  <a:lnTo>
                    <a:pt x="13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3" name=""/>
            <p:cNvSpPr/>
            <p:nvPr/>
          </p:nvSpPr>
          <p:spPr>
            <a:xfrm>
              <a:off x="4285080" y="3516120"/>
              <a:ext cx="263520" cy="191880"/>
            </a:xfrm>
            <a:custGeom>
              <a:avLst/>
              <a:gdLst/>
              <a:ahLst/>
              <a:rect l="l" t="t" r="r" b="b"/>
              <a:pathLst>
                <a:path w="153" h="121">
                  <a:moveTo>
                    <a:pt x="136" y="8"/>
                  </a:moveTo>
                  <a:lnTo>
                    <a:pt x="144" y="8"/>
                  </a:lnTo>
                  <a:lnTo>
                    <a:pt x="152" y="48"/>
                  </a:lnTo>
                  <a:lnTo>
                    <a:pt x="120" y="56"/>
                  </a:lnTo>
                  <a:lnTo>
                    <a:pt x="120" y="64"/>
                  </a:lnTo>
                  <a:lnTo>
                    <a:pt x="96" y="80"/>
                  </a:lnTo>
                  <a:lnTo>
                    <a:pt x="64" y="96"/>
                  </a:lnTo>
                  <a:lnTo>
                    <a:pt x="56" y="104"/>
                  </a:lnTo>
                  <a:lnTo>
                    <a:pt x="56" y="120"/>
                  </a:lnTo>
                  <a:lnTo>
                    <a:pt x="0" y="112"/>
                  </a:lnTo>
                  <a:lnTo>
                    <a:pt x="16" y="112"/>
                  </a:lnTo>
                  <a:lnTo>
                    <a:pt x="32" y="96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48" y="48"/>
                  </a:lnTo>
                  <a:lnTo>
                    <a:pt x="56" y="32"/>
                  </a:lnTo>
                  <a:lnTo>
                    <a:pt x="80" y="24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28" y="8"/>
                  </a:lnTo>
                  <a:lnTo>
                    <a:pt x="13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4" name=""/>
            <p:cNvSpPr/>
            <p:nvPr/>
          </p:nvSpPr>
          <p:spPr>
            <a:xfrm>
              <a:off x="4381920" y="3477960"/>
              <a:ext cx="441360" cy="407880"/>
            </a:xfrm>
            <a:custGeom>
              <a:avLst/>
              <a:gdLst/>
              <a:ahLst/>
              <a:rect l="l" t="t" r="r" b="b"/>
              <a:pathLst>
                <a:path w="257" h="257">
                  <a:moveTo>
                    <a:pt x="80" y="32"/>
                  </a:moveTo>
                  <a:lnTo>
                    <a:pt x="80" y="32"/>
                  </a:lnTo>
                  <a:lnTo>
                    <a:pt x="88" y="32"/>
                  </a:lnTo>
                  <a:lnTo>
                    <a:pt x="96" y="72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40" y="104"/>
                  </a:lnTo>
                  <a:lnTo>
                    <a:pt x="8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48" y="176"/>
                  </a:lnTo>
                  <a:lnTo>
                    <a:pt x="120" y="232"/>
                  </a:lnTo>
                  <a:lnTo>
                    <a:pt x="128" y="240"/>
                  </a:lnTo>
                  <a:lnTo>
                    <a:pt x="144" y="248"/>
                  </a:lnTo>
                  <a:lnTo>
                    <a:pt x="152" y="256"/>
                  </a:lnTo>
                  <a:lnTo>
                    <a:pt x="160" y="256"/>
                  </a:lnTo>
                  <a:lnTo>
                    <a:pt x="176" y="256"/>
                  </a:lnTo>
                  <a:lnTo>
                    <a:pt x="256" y="200"/>
                  </a:lnTo>
                  <a:lnTo>
                    <a:pt x="248" y="184"/>
                  </a:lnTo>
                  <a:lnTo>
                    <a:pt x="240" y="184"/>
                  </a:lnTo>
                  <a:lnTo>
                    <a:pt x="224" y="160"/>
                  </a:lnTo>
                  <a:lnTo>
                    <a:pt x="232" y="152"/>
                  </a:lnTo>
                  <a:lnTo>
                    <a:pt x="232" y="136"/>
                  </a:lnTo>
                  <a:lnTo>
                    <a:pt x="232" y="120"/>
                  </a:lnTo>
                  <a:lnTo>
                    <a:pt x="224" y="112"/>
                  </a:lnTo>
                  <a:lnTo>
                    <a:pt x="224" y="104"/>
                  </a:lnTo>
                  <a:lnTo>
                    <a:pt x="224" y="80"/>
                  </a:lnTo>
                  <a:lnTo>
                    <a:pt x="208" y="72"/>
                  </a:lnTo>
                  <a:lnTo>
                    <a:pt x="200" y="56"/>
                  </a:lnTo>
                  <a:lnTo>
                    <a:pt x="216" y="40"/>
                  </a:lnTo>
                  <a:lnTo>
                    <a:pt x="208" y="8"/>
                  </a:lnTo>
                  <a:lnTo>
                    <a:pt x="216" y="0"/>
                  </a:lnTo>
                  <a:lnTo>
                    <a:pt x="208" y="8"/>
                  </a:lnTo>
                  <a:lnTo>
                    <a:pt x="184" y="0"/>
                  </a:lnTo>
                  <a:lnTo>
                    <a:pt x="176" y="8"/>
                  </a:lnTo>
                  <a:lnTo>
                    <a:pt x="160" y="0"/>
                  </a:lnTo>
                  <a:lnTo>
                    <a:pt x="144" y="8"/>
                  </a:lnTo>
                  <a:lnTo>
                    <a:pt x="120" y="8"/>
                  </a:lnTo>
                  <a:lnTo>
                    <a:pt x="8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5" name=""/>
            <p:cNvSpPr/>
            <p:nvPr/>
          </p:nvSpPr>
          <p:spPr>
            <a:xfrm>
              <a:off x="4381920" y="3477960"/>
              <a:ext cx="441360" cy="407880"/>
            </a:xfrm>
            <a:custGeom>
              <a:avLst/>
              <a:gdLst/>
              <a:ahLst/>
              <a:rect l="l" t="t" r="r" b="b"/>
              <a:pathLst>
                <a:path w="257" h="257">
                  <a:moveTo>
                    <a:pt x="80" y="32"/>
                  </a:moveTo>
                  <a:lnTo>
                    <a:pt x="88" y="32"/>
                  </a:lnTo>
                  <a:lnTo>
                    <a:pt x="96" y="72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40" y="104"/>
                  </a:lnTo>
                  <a:lnTo>
                    <a:pt x="8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48" y="176"/>
                  </a:lnTo>
                  <a:lnTo>
                    <a:pt x="120" y="232"/>
                  </a:lnTo>
                  <a:lnTo>
                    <a:pt x="128" y="240"/>
                  </a:lnTo>
                  <a:lnTo>
                    <a:pt x="144" y="248"/>
                  </a:lnTo>
                  <a:lnTo>
                    <a:pt x="152" y="256"/>
                  </a:lnTo>
                  <a:lnTo>
                    <a:pt x="160" y="256"/>
                  </a:lnTo>
                  <a:lnTo>
                    <a:pt x="176" y="256"/>
                  </a:lnTo>
                  <a:lnTo>
                    <a:pt x="256" y="200"/>
                  </a:lnTo>
                  <a:lnTo>
                    <a:pt x="248" y="184"/>
                  </a:lnTo>
                  <a:lnTo>
                    <a:pt x="240" y="184"/>
                  </a:lnTo>
                  <a:lnTo>
                    <a:pt x="224" y="160"/>
                  </a:lnTo>
                  <a:lnTo>
                    <a:pt x="232" y="152"/>
                  </a:lnTo>
                  <a:lnTo>
                    <a:pt x="232" y="136"/>
                  </a:lnTo>
                  <a:lnTo>
                    <a:pt x="232" y="120"/>
                  </a:lnTo>
                  <a:lnTo>
                    <a:pt x="224" y="112"/>
                  </a:lnTo>
                  <a:lnTo>
                    <a:pt x="224" y="104"/>
                  </a:lnTo>
                  <a:lnTo>
                    <a:pt x="224" y="80"/>
                  </a:lnTo>
                  <a:lnTo>
                    <a:pt x="208" y="72"/>
                  </a:lnTo>
                  <a:lnTo>
                    <a:pt x="200" y="56"/>
                  </a:lnTo>
                  <a:lnTo>
                    <a:pt x="216" y="40"/>
                  </a:lnTo>
                  <a:lnTo>
                    <a:pt x="208" y="8"/>
                  </a:lnTo>
                  <a:lnTo>
                    <a:pt x="216" y="0"/>
                  </a:lnTo>
                  <a:lnTo>
                    <a:pt x="208" y="8"/>
                  </a:lnTo>
                  <a:lnTo>
                    <a:pt x="184" y="0"/>
                  </a:lnTo>
                  <a:lnTo>
                    <a:pt x="176" y="8"/>
                  </a:lnTo>
                  <a:lnTo>
                    <a:pt x="160" y="0"/>
                  </a:lnTo>
                  <a:lnTo>
                    <a:pt x="144" y="8"/>
                  </a:lnTo>
                  <a:lnTo>
                    <a:pt x="120" y="8"/>
                  </a:lnTo>
                  <a:lnTo>
                    <a:pt x="8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6" name=""/>
            <p:cNvSpPr/>
            <p:nvPr/>
          </p:nvSpPr>
          <p:spPr>
            <a:xfrm>
              <a:off x="4724640" y="3477960"/>
              <a:ext cx="84240" cy="166320"/>
            </a:xfrm>
            <a:custGeom>
              <a:avLst/>
              <a:gdLst/>
              <a:ahLst/>
              <a:rect l="l" t="t" r="r" b="b"/>
              <a:pathLst>
                <a:path w="49" h="105">
                  <a:moveTo>
                    <a:pt x="48" y="64"/>
                  </a:moveTo>
                  <a:lnTo>
                    <a:pt x="48" y="64"/>
                  </a:lnTo>
                  <a:lnTo>
                    <a:pt x="48" y="7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24" y="104"/>
                  </a:lnTo>
                  <a:lnTo>
                    <a:pt x="24" y="80"/>
                  </a:lnTo>
                  <a:lnTo>
                    <a:pt x="8" y="72"/>
                  </a:lnTo>
                  <a:lnTo>
                    <a:pt x="0" y="56"/>
                  </a:lnTo>
                  <a:lnTo>
                    <a:pt x="16" y="40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48" y="32"/>
                  </a:lnTo>
                  <a:lnTo>
                    <a:pt x="32" y="48"/>
                  </a:lnTo>
                  <a:lnTo>
                    <a:pt x="32" y="56"/>
                  </a:lnTo>
                  <a:lnTo>
                    <a:pt x="48" y="56"/>
                  </a:lnTo>
                  <a:lnTo>
                    <a:pt x="48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7" name=""/>
            <p:cNvSpPr/>
            <p:nvPr/>
          </p:nvSpPr>
          <p:spPr>
            <a:xfrm>
              <a:off x="4724640" y="3477960"/>
              <a:ext cx="84240" cy="166320"/>
            </a:xfrm>
            <a:custGeom>
              <a:avLst/>
              <a:gdLst/>
              <a:ahLst/>
              <a:rect l="l" t="t" r="r" b="b"/>
              <a:pathLst>
                <a:path w="49" h="105">
                  <a:moveTo>
                    <a:pt x="48" y="64"/>
                  </a:moveTo>
                  <a:lnTo>
                    <a:pt x="48" y="7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24" y="104"/>
                  </a:lnTo>
                  <a:lnTo>
                    <a:pt x="24" y="80"/>
                  </a:lnTo>
                  <a:lnTo>
                    <a:pt x="8" y="72"/>
                  </a:lnTo>
                  <a:lnTo>
                    <a:pt x="0" y="56"/>
                  </a:lnTo>
                  <a:lnTo>
                    <a:pt x="16" y="40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48" y="32"/>
                  </a:lnTo>
                  <a:lnTo>
                    <a:pt x="32" y="48"/>
                  </a:lnTo>
                  <a:lnTo>
                    <a:pt x="32" y="56"/>
                  </a:lnTo>
                  <a:lnTo>
                    <a:pt x="48" y="56"/>
                  </a:lnTo>
                  <a:lnTo>
                    <a:pt x="48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8" name=""/>
            <p:cNvSpPr/>
            <p:nvPr/>
          </p:nvSpPr>
          <p:spPr>
            <a:xfrm>
              <a:off x="4766040" y="3579480"/>
              <a:ext cx="345960" cy="306360"/>
            </a:xfrm>
            <a:custGeom>
              <a:avLst/>
              <a:gdLst/>
              <a:ahLst/>
              <a:rect l="l" t="t" r="r" b="b"/>
              <a:pathLst>
                <a:path w="201" h="193">
                  <a:moveTo>
                    <a:pt x="32" y="136"/>
                  </a:moveTo>
                  <a:lnTo>
                    <a:pt x="32" y="136"/>
                  </a:lnTo>
                  <a:lnTo>
                    <a:pt x="24" y="120"/>
                  </a:lnTo>
                  <a:lnTo>
                    <a:pt x="16" y="120"/>
                  </a:lnTo>
                  <a:lnTo>
                    <a:pt x="0" y="96"/>
                  </a:lnTo>
                  <a:lnTo>
                    <a:pt x="8" y="88"/>
                  </a:lnTo>
                  <a:lnTo>
                    <a:pt x="8" y="72"/>
                  </a:lnTo>
                  <a:lnTo>
                    <a:pt x="8" y="56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64" y="8"/>
                  </a:lnTo>
                  <a:lnTo>
                    <a:pt x="80" y="8"/>
                  </a:lnTo>
                  <a:lnTo>
                    <a:pt x="80" y="24"/>
                  </a:lnTo>
                  <a:lnTo>
                    <a:pt x="128" y="40"/>
                  </a:lnTo>
                  <a:lnTo>
                    <a:pt x="136" y="32"/>
                  </a:lnTo>
                  <a:lnTo>
                    <a:pt x="136" y="16"/>
                  </a:lnTo>
                  <a:lnTo>
                    <a:pt x="160" y="0"/>
                  </a:lnTo>
                  <a:lnTo>
                    <a:pt x="176" y="8"/>
                  </a:lnTo>
                  <a:lnTo>
                    <a:pt x="176" y="16"/>
                  </a:lnTo>
                  <a:lnTo>
                    <a:pt x="200" y="16"/>
                  </a:lnTo>
                  <a:lnTo>
                    <a:pt x="192" y="48"/>
                  </a:lnTo>
                  <a:lnTo>
                    <a:pt x="200" y="64"/>
                  </a:lnTo>
                  <a:lnTo>
                    <a:pt x="200" y="152"/>
                  </a:lnTo>
                  <a:lnTo>
                    <a:pt x="200" y="176"/>
                  </a:lnTo>
                  <a:lnTo>
                    <a:pt x="192" y="184"/>
                  </a:lnTo>
                  <a:lnTo>
                    <a:pt x="184" y="192"/>
                  </a:lnTo>
                  <a:lnTo>
                    <a:pt x="88" y="136"/>
                  </a:lnTo>
                  <a:lnTo>
                    <a:pt x="72" y="144"/>
                  </a:lnTo>
                  <a:lnTo>
                    <a:pt x="64" y="136"/>
                  </a:lnTo>
                  <a:lnTo>
                    <a:pt x="32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9" name=""/>
            <p:cNvSpPr/>
            <p:nvPr/>
          </p:nvSpPr>
          <p:spPr>
            <a:xfrm>
              <a:off x="4766040" y="3579480"/>
              <a:ext cx="345960" cy="306360"/>
            </a:xfrm>
            <a:custGeom>
              <a:avLst/>
              <a:gdLst/>
              <a:ahLst/>
              <a:rect l="l" t="t" r="r" b="b"/>
              <a:pathLst>
                <a:path w="201" h="193">
                  <a:moveTo>
                    <a:pt x="32" y="136"/>
                  </a:moveTo>
                  <a:lnTo>
                    <a:pt x="24" y="120"/>
                  </a:lnTo>
                  <a:lnTo>
                    <a:pt x="16" y="120"/>
                  </a:lnTo>
                  <a:lnTo>
                    <a:pt x="0" y="96"/>
                  </a:lnTo>
                  <a:lnTo>
                    <a:pt x="8" y="88"/>
                  </a:lnTo>
                  <a:lnTo>
                    <a:pt x="8" y="72"/>
                  </a:lnTo>
                  <a:lnTo>
                    <a:pt x="8" y="56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64" y="8"/>
                  </a:lnTo>
                  <a:lnTo>
                    <a:pt x="80" y="8"/>
                  </a:lnTo>
                  <a:lnTo>
                    <a:pt x="80" y="24"/>
                  </a:lnTo>
                  <a:lnTo>
                    <a:pt x="128" y="40"/>
                  </a:lnTo>
                  <a:lnTo>
                    <a:pt x="136" y="32"/>
                  </a:lnTo>
                  <a:lnTo>
                    <a:pt x="136" y="16"/>
                  </a:lnTo>
                  <a:lnTo>
                    <a:pt x="160" y="0"/>
                  </a:lnTo>
                  <a:lnTo>
                    <a:pt x="176" y="8"/>
                  </a:lnTo>
                  <a:lnTo>
                    <a:pt x="176" y="16"/>
                  </a:lnTo>
                  <a:lnTo>
                    <a:pt x="200" y="16"/>
                  </a:lnTo>
                  <a:lnTo>
                    <a:pt x="192" y="48"/>
                  </a:lnTo>
                  <a:lnTo>
                    <a:pt x="200" y="64"/>
                  </a:lnTo>
                  <a:lnTo>
                    <a:pt x="200" y="152"/>
                  </a:lnTo>
                  <a:lnTo>
                    <a:pt x="200" y="176"/>
                  </a:lnTo>
                  <a:lnTo>
                    <a:pt x="192" y="184"/>
                  </a:lnTo>
                  <a:lnTo>
                    <a:pt x="184" y="192"/>
                  </a:lnTo>
                  <a:lnTo>
                    <a:pt x="88" y="136"/>
                  </a:lnTo>
                  <a:lnTo>
                    <a:pt x="72" y="144"/>
                  </a:lnTo>
                  <a:lnTo>
                    <a:pt x="64" y="136"/>
                  </a:lnTo>
                  <a:lnTo>
                    <a:pt x="32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0" name=""/>
            <p:cNvSpPr/>
            <p:nvPr/>
          </p:nvSpPr>
          <p:spPr>
            <a:xfrm>
              <a:off x="5096520" y="3605040"/>
              <a:ext cx="249120" cy="229680"/>
            </a:xfrm>
            <a:custGeom>
              <a:avLst/>
              <a:gdLst/>
              <a:ahLst/>
              <a:rect l="l" t="t" r="r" b="b"/>
              <a:pathLst>
                <a:path w="145" h="145">
                  <a:moveTo>
                    <a:pt x="144" y="128"/>
                  </a:moveTo>
                  <a:lnTo>
                    <a:pt x="144" y="128"/>
                  </a:lnTo>
                  <a:lnTo>
                    <a:pt x="120" y="144"/>
                  </a:lnTo>
                  <a:lnTo>
                    <a:pt x="112" y="136"/>
                  </a:lnTo>
                  <a:lnTo>
                    <a:pt x="8" y="136"/>
                  </a:lnTo>
                  <a:lnTo>
                    <a:pt x="8" y="48"/>
                  </a:lnTo>
                  <a:lnTo>
                    <a:pt x="0" y="32"/>
                  </a:lnTo>
                  <a:lnTo>
                    <a:pt x="8" y="0"/>
                  </a:lnTo>
                  <a:lnTo>
                    <a:pt x="8" y="8"/>
                  </a:lnTo>
                  <a:lnTo>
                    <a:pt x="32" y="8"/>
                  </a:lnTo>
                  <a:lnTo>
                    <a:pt x="56" y="16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96" y="16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20" y="8"/>
                  </a:lnTo>
                  <a:lnTo>
                    <a:pt x="128" y="40"/>
                  </a:lnTo>
                  <a:lnTo>
                    <a:pt x="120" y="64"/>
                  </a:lnTo>
                  <a:lnTo>
                    <a:pt x="112" y="48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44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1" name=""/>
            <p:cNvSpPr/>
            <p:nvPr/>
          </p:nvSpPr>
          <p:spPr>
            <a:xfrm>
              <a:off x="5096520" y="3605040"/>
              <a:ext cx="249120" cy="229680"/>
            </a:xfrm>
            <a:custGeom>
              <a:avLst/>
              <a:gdLst/>
              <a:ahLst/>
              <a:rect l="l" t="t" r="r" b="b"/>
              <a:pathLst>
                <a:path w="145" h="145">
                  <a:moveTo>
                    <a:pt x="144" y="128"/>
                  </a:moveTo>
                  <a:lnTo>
                    <a:pt x="120" y="144"/>
                  </a:lnTo>
                  <a:lnTo>
                    <a:pt x="112" y="136"/>
                  </a:lnTo>
                  <a:lnTo>
                    <a:pt x="8" y="136"/>
                  </a:lnTo>
                  <a:lnTo>
                    <a:pt x="8" y="48"/>
                  </a:lnTo>
                  <a:lnTo>
                    <a:pt x="0" y="32"/>
                  </a:lnTo>
                  <a:lnTo>
                    <a:pt x="8" y="0"/>
                  </a:lnTo>
                  <a:lnTo>
                    <a:pt x="8" y="8"/>
                  </a:lnTo>
                  <a:lnTo>
                    <a:pt x="32" y="8"/>
                  </a:lnTo>
                  <a:lnTo>
                    <a:pt x="56" y="16"/>
                  </a:lnTo>
                  <a:lnTo>
                    <a:pt x="88" y="8"/>
                  </a:lnTo>
                  <a:lnTo>
                    <a:pt x="96" y="8"/>
                  </a:lnTo>
                  <a:lnTo>
                    <a:pt x="96" y="16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20" y="8"/>
                  </a:lnTo>
                  <a:lnTo>
                    <a:pt x="128" y="40"/>
                  </a:lnTo>
                  <a:lnTo>
                    <a:pt x="120" y="64"/>
                  </a:lnTo>
                  <a:lnTo>
                    <a:pt x="112" y="48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104" y="40"/>
                  </a:lnTo>
                  <a:lnTo>
                    <a:pt x="144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2" name=""/>
            <p:cNvSpPr/>
            <p:nvPr/>
          </p:nvSpPr>
          <p:spPr>
            <a:xfrm>
              <a:off x="5482440" y="402408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3" name=""/>
            <p:cNvSpPr/>
            <p:nvPr/>
          </p:nvSpPr>
          <p:spPr>
            <a:xfrm>
              <a:off x="5482440" y="402408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8" y="24"/>
                  </a:moveTo>
                  <a:lnTo>
                    <a:pt x="0" y="24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4" name=""/>
            <p:cNvSpPr/>
            <p:nvPr/>
          </p:nvSpPr>
          <p:spPr>
            <a:xfrm>
              <a:off x="5453640" y="4036680"/>
              <a:ext cx="222480" cy="268200"/>
            </a:xfrm>
            <a:custGeom>
              <a:avLst/>
              <a:gdLst/>
              <a:ahLst/>
              <a:rect l="l" t="t" r="r" b="b"/>
              <a:pathLst>
                <a:path w="129" h="169">
                  <a:moveTo>
                    <a:pt x="16" y="104"/>
                  </a:moveTo>
                  <a:lnTo>
                    <a:pt x="16" y="104"/>
                  </a:lnTo>
                  <a:lnTo>
                    <a:pt x="0" y="120"/>
                  </a:lnTo>
                  <a:lnTo>
                    <a:pt x="0" y="160"/>
                  </a:lnTo>
                  <a:lnTo>
                    <a:pt x="8" y="168"/>
                  </a:lnTo>
                  <a:lnTo>
                    <a:pt x="32" y="144"/>
                  </a:lnTo>
                  <a:lnTo>
                    <a:pt x="64" y="120"/>
                  </a:lnTo>
                  <a:lnTo>
                    <a:pt x="88" y="96"/>
                  </a:lnTo>
                  <a:lnTo>
                    <a:pt x="104" y="80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48" y="24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24" y="16"/>
                  </a:lnTo>
                  <a:lnTo>
                    <a:pt x="24" y="24"/>
                  </a:lnTo>
                  <a:lnTo>
                    <a:pt x="40" y="40"/>
                  </a:lnTo>
                  <a:lnTo>
                    <a:pt x="80" y="48"/>
                  </a:lnTo>
                  <a:lnTo>
                    <a:pt x="88" y="48"/>
                  </a:lnTo>
                  <a:lnTo>
                    <a:pt x="56" y="88"/>
                  </a:lnTo>
                  <a:lnTo>
                    <a:pt x="32" y="88"/>
                  </a:lnTo>
                  <a:lnTo>
                    <a:pt x="16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5" name=""/>
            <p:cNvSpPr/>
            <p:nvPr/>
          </p:nvSpPr>
          <p:spPr>
            <a:xfrm>
              <a:off x="5453640" y="4036680"/>
              <a:ext cx="222480" cy="268200"/>
            </a:xfrm>
            <a:custGeom>
              <a:avLst/>
              <a:gdLst/>
              <a:ahLst/>
              <a:rect l="l" t="t" r="r" b="b"/>
              <a:pathLst>
                <a:path w="129" h="169">
                  <a:moveTo>
                    <a:pt x="16" y="104"/>
                  </a:moveTo>
                  <a:lnTo>
                    <a:pt x="0" y="120"/>
                  </a:lnTo>
                  <a:lnTo>
                    <a:pt x="0" y="160"/>
                  </a:lnTo>
                  <a:lnTo>
                    <a:pt x="8" y="168"/>
                  </a:lnTo>
                  <a:lnTo>
                    <a:pt x="32" y="144"/>
                  </a:lnTo>
                  <a:lnTo>
                    <a:pt x="64" y="120"/>
                  </a:lnTo>
                  <a:lnTo>
                    <a:pt x="88" y="96"/>
                  </a:lnTo>
                  <a:lnTo>
                    <a:pt x="104" y="80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48" y="24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24" y="16"/>
                  </a:lnTo>
                  <a:lnTo>
                    <a:pt x="24" y="24"/>
                  </a:lnTo>
                  <a:lnTo>
                    <a:pt x="40" y="40"/>
                  </a:lnTo>
                  <a:lnTo>
                    <a:pt x="80" y="48"/>
                  </a:lnTo>
                  <a:lnTo>
                    <a:pt x="88" y="48"/>
                  </a:lnTo>
                  <a:lnTo>
                    <a:pt x="56" y="88"/>
                  </a:lnTo>
                  <a:lnTo>
                    <a:pt x="32" y="88"/>
                  </a:lnTo>
                  <a:lnTo>
                    <a:pt x="16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6" name=""/>
            <p:cNvSpPr/>
            <p:nvPr/>
          </p:nvSpPr>
          <p:spPr>
            <a:xfrm>
              <a:off x="5302800" y="4189320"/>
              <a:ext cx="181080" cy="178920"/>
            </a:xfrm>
            <a:custGeom>
              <a:avLst/>
              <a:gdLst/>
              <a:ahLst/>
              <a:rect l="l" t="t" r="r" b="b"/>
              <a:pathLst>
                <a:path w="105" h="113">
                  <a:moveTo>
                    <a:pt x="104" y="8"/>
                  </a:moveTo>
                  <a:lnTo>
                    <a:pt x="104" y="8"/>
                  </a:lnTo>
                  <a:lnTo>
                    <a:pt x="88" y="0"/>
                  </a:lnTo>
                  <a:lnTo>
                    <a:pt x="64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16" y="32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48" y="88"/>
                  </a:lnTo>
                  <a:lnTo>
                    <a:pt x="48" y="104"/>
                  </a:lnTo>
                  <a:lnTo>
                    <a:pt x="72" y="112"/>
                  </a:lnTo>
                  <a:lnTo>
                    <a:pt x="80" y="88"/>
                  </a:lnTo>
                  <a:lnTo>
                    <a:pt x="88" y="88"/>
                  </a:lnTo>
                  <a:lnTo>
                    <a:pt x="96" y="72"/>
                  </a:lnTo>
                  <a:lnTo>
                    <a:pt x="88" y="64"/>
                  </a:lnTo>
                  <a:lnTo>
                    <a:pt x="88" y="24"/>
                  </a:lnTo>
                  <a:lnTo>
                    <a:pt x="10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7" name=""/>
            <p:cNvSpPr/>
            <p:nvPr/>
          </p:nvSpPr>
          <p:spPr>
            <a:xfrm>
              <a:off x="5302800" y="4189320"/>
              <a:ext cx="181080" cy="178920"/>
            </a:xfrm>
            <a:custGeom>
              <a:avLst/>
              <a:gdLst/>
              <a:ahLst/>
              <a:rect l="l" t="t" r="r" b="b"/>
              <a:pathLst>
                <a:path w="105" h="113">
                  <a:moveTo>
                    <a:pt x="104" y="8"/>
                  </a:moveTo>
                  <a:lnTo>
                    <a:pt x="88" y="0"/>
                  </a:lnTo>
                  <a:lnTo>
                    <a:pt x="64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16" y="32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48" y="88"/>
                  </a:lnTo>
                  <a:lnTo>
                    <a:pt x="48" y="104"/>
                  </a:lnTo>
                  <a:lnTo>
                    <a:pt x="72" y="112"/>
                  </a:lnTo>
                  <a:lnTo>
                    <a:pt x="80" y="88"/>
                  </a:lnTo>
                  <a:lnTo>
                    <a:pt x="88" y="88"/>
                  </a:lnTo>
                  <a:lnTo>
                    <a:pt x="96" y="72"/>
                  </a:lnTo>
                  <a:lnTo>
                    <a:pt x="88" y="64"/>
                  </a:lnTo>
                  <a:lnTo>
                    <a:pt x="88" y="24"/>
                  </a:lnTo>
                  <a:lnTo>
                    <a:pt x="10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8" name=""/>
            <p:cNvSpPr/>
            <p:nvPr/>
          </p:nvSpPr>
          <p:spPr>
            <a:xfrm>
              <a:off x="5205960" y="4189320"/>
              <a:ext cx="125640" cy="115560"/>
            </a:xfrm>
            <a:custGeom>
              <a:avLst/>
              <a:gdLst/>
              <a:ahLst/>
              <a:rect l="l" t="t" r="r" b="b"/>
              <a:pathLst>
                <a:path w="73" h="73">
                  <a:moveTo>
                    <a:pt x="56" y="0"/>
                  </a:moveTo>
                  <a:lnTo>
                    <a:pt x="56" y="0"/>
                  </a:lnTo>
                  <a:lnTo>
                    <a:pt x="64" y="8"/>
                  </a:lnTo>
                  <a:lnTo>
                    <a:pt x="72" y="32"/>
                  </a:lnTo>
                  <a:lnTo>
                    <a:pt x="56" y="56"/>
                  </a:lnTo>
                  <a:lnTo>
                    <a:pt x="56" y="64"/>
                  </a:lnTo>
                  <a:lnTo>
                    <a:pt x="32" y="64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48"/>
                  </a:lnTo>
                  <a:lnTo>
                    <a:pt x="16" y="40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5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9" name=""/>
            <p:cNvSpPr/>
            <p:nvPr/>
          </p:nvSpPr>
          <p:spPr>
            <a:xfrm>
              <a:off x="5205960" y="4189320"/>
              <a:ext cx="125640" cy="115560"/>
            </a:xfrm>
            <a:custGeom>
              <a:avLst/>
              <a:gdLst/>
              <a:ahLst/>
              <a:rect l="l" t="t" r="r" b="b"/>
              <a:pathLst>
                <a:path w="73" h="73">
                  <a:moveTo>
                    <a:pt x="56" y="0"/>
                  </a:moveTo>
                  <a:lnTo>
                    <a:pt x="64" y="8"/>
                  </a:lnTo>
                  <a:lnTo>
                    <a:pt x="72" y="32"/>
                  </a:lnTo>
                  <a:lnTo>
                    <a:pt x="56" y="56"/>
                  </a:lnTo>
                  <a:lnTo>
                    <a:pt x="56" y="64"/>
                  </a:lnTo>
                  <a:lnTo>
                    <a:pt x="32" y="64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48"/>
                  </a:lnTo>
                  <a:lnTo>
                    <a:pt x="16" y="40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5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0" name=""/>
            <p:cNvSpPr/>
            <p:nvPr/>
          </p:nvSpPr>
          <p:spPr>
            <a:xfrm>
              <a:off x="4875840" y="4049640"/>
              <a:ext cx="290520" cy="166320"/>
            </a:xfrm>
            <a:custGeom>
              <a:avLst/>
              <a:gdLst/>
              <a:ahLst/>
              <a:rect l="l" t="t" r="r" b="b"/>
              <a:pathLst>
                <a:path w="169" h="105">
                  <a:moveTo>
                    <a:pt x="104" y="0"/>
                  </a:moveTo>
                  <a:lnTo>
                    <a:pt x="104" y="0"/>
                  </a:lnTo>
                  <a:lnTo>
                    <a:pt x="120" y="16"/>
                  </a:lnTo>
                  <a:lnTo>
                    <a:pt x="120" y="32"/>
                  </a:lnTo>
                  <a:lnTo>
                    <a:pt x="136" y="40"/>
                  </a:lnTo>
                  <a:lnTo>
                    <a:pt x="168" y="80"/>
                  </a:lnTo>
                  <a:lnTo>
                    <a:pt x="112" y="80"/>
                  </a:lnTo>
                  <a:lnTo>
                    <a:pt x="104" y="88"/>
                  </a:lnTo>
                  <a:lnTo>
                    <a:pt x="80" y="88"/>
                  </a:lnTo>
                  <a:lnTo>
                    <a:pt x="72" y="80"/>
                  </a:lnTo>
                  <a:lnTo>
                    <a:pt x="64" y="80"/>
                  </a:lnTo>
                  <a:lnTo>
                    <a:pt x="56" y="96"/>
                  </a:lnTo>
                  <a:lnTo>
                    <a:pt x="32" y="104"/>
                  </a:lnTo>
                  <a:lnTo>
                    <a:pt x="24" y="104"/>
                  </a:lnTo>
                  <a:lnTo>
                    <a:pt x="8" y="80"/>
                  </a:lnTo>
                  <a:lnTo>
                    <a:pt x="0" y="72"/>
                  </a:lnTo>
                  <a:lnTo>
                    <a:pt x="16" y="48"/>
                  </a:lnTo>
                  <a:lnTo>
                    <a:pt x="56" y="40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80" y="24"/>
                  </a:lnTo>
                  <a:lnTo>
                    <a:pt x="96" y="8"/>
                  </a:lnTo>
                  <a:lnTo>
                    <a:pt x="10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1" name=""/>
            <p:cNvSpPr/>
            <p:nvPr/>
          </p:nvSpPr>
          <p:spPr>
            <a:xfrm>
              <a:off x="4875840" y="4049640"/>
              <a:ext cx="290520" cy="166320"/>
            </a:xfrm>
            <a:custGeom>
              <a:avLst/>
              <a:gdLst/>
              <a:ahLst/>
              <a:rect l="l" t="t" r="r" b="b"/>
              <a:pathLst>
                <a:path w="169" h="105">
                  <a:moveTo>
                    <a:pt x="104" y="0"/>
                  </a:moveTo>
                  <a:lnTo>
                    <a:pt x="120" y="16"/>
                  </a:lnTo>
                  <a:lnTo>
                    <a:pt x="120" y="32"/>
                  </a:lnTo>
                  <a:lnTo>
                    <a:pt x="136" y="40"/>
                  </a:lnTo>
                  <a:lnTo>
                    <a:pt x="168" y="80"/>
                  </a:lnTo>
                  <a:lnTo>
                    <a:pt x="112" y="80"/>
                  </a:lnTo>
                  <a:lnTo>
                    <a:pt x="104" y="88"/>
                  </a:lnTo>
                  <a:lnTo>
                    <a:pt x="80" y="88"/>
                  </a:lnTo>
                  <a:lnTo>
                    <a:pt x="72" y="80"/>
                  </a:lnTo>
                  <a:lnTo>
                    <a:pt x="64" y="80"/>
                  </a:lnTo>
                  <a:lnTo>
                    <a:pt x="56" y="96"/>
                  </a:lnTo>
                  <a:lnTo>
                    <a:pt x="32" y="104"/>
                  </a:lnTo>
                  <a:lnTo>
                    <a:pt x="24" y="104"/>
                  </a:lnTo>
                  <a:lnTo>
                    <a:pt x="8" y="80"/>
                  </a:lnTo>
                  <a:lnTo>
                    <a:pt x="0" y="72"/>
                  </a:lnTo>
                  <a:lnTo>
                    <a:pt x="16" y="48"/>
                  </a:lnTo>
                  <a:lnTo>
                    <a:pt x="56" y="40"/>
                  </a:lnTo>
                  <a:lnTo>
                    <a:pt x="64" y="32"/>
                  </a:lnTo>
                  <a:lnTo>
                    <a:pt x="56" y="32"/>
                  </a:lnTo>
                  <a:lnTo>
                    <a:pt x="80" y="24"/>
                  </a:lnTo>
                  <a:lnTo>
                    <a:pt x="96" y="8"/>
                  </a:lnTo>
                  <a:lnTo>
                    <a:pt x="10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2" name=""/>
            <p:cNvSpPr/>
            <p:nvPr/>
          </p:nvSpPr>
          <p:spPr>
            <a:xfrm>
              <a:off x="4863240" y="3795480"/>
              <a:ext cx="220680" cy="331560"/>
            </a:xfrm>
            <a:custGeom>
              <a:avLst/>
              <a:gdLst/>
              <a:ahLst/>
              <a:rect l="l" t="t" r="r" b="b"/>
              <a:pathLst>
                <a:path w="129" h="209">
                  <a:moveTo>
                    <a:pt x="16" y="8"/>
                  </a:moveTo>
                  <a:lnTo>
                    <a:pt x="16" y="8"/>
                  </a:lnTo>
                  <a:lnTo>
                    <a:pt x="16" y="24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8" y="136"/>
                  </a:lnTo>
                  <a:lnTo>
                    <a:pt x="8" y="144"/>
                  </a:lnTo>
                  <a:lnTo>
                    <a:pt x="24" y="176"/>
                  </a:lnTo>
                  <a:lnTo>
                    <a:pt x="8" y="176"/>
                  </a:lnTo>
                  <a:lnTo>
                    <a:pt x="8" y="184"/>
                  </a:lnTo>
                  <a:lnTo>
                    <a:pt x="16" y="192"/>
                  </a:lnTo>
                  <a:lnTo>
                    <a:pt x="24" y="208"/>
                  </a:lnTo>
                  <a:lnTo>
                    <a:pt x="64" y="200"/>
                  </a:lnTo>
                  <a:lnTo>
                    <a:pt x="72" y="192"/>
                  </a:lnTo>
                  <a:lnTo>
                    <a:pt x="64" y="192"/>
                  </a:lnTo>
                  <a:lnTo>
                    <a:pt x="88" y="184"/>
                  </a:lnTo>
                  <a:lnTo>
                    <a:pt x="104" y="168"/>
                  </a:lnTo>
                  <a:lnTo>
                    <a:pt x="112" y="160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20" y="104"/>
                  </a:lnTo>
                  <a:lnTo>
                    <a:pt x="128" y="104"/>
                  </a:lnTo>
                  <a:lnTo>
                    <a:pt x="128" y="96"/>
                  </a:lnTo>
                  <a:lnTo>
                    <a:pt x="128" y="56"/>
                  </a:lnTo>
                  <a:lnTo>
                    <a:pt x="32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3" name=""/>
            <p:cNvSpPr/>
            <p:nvPr/>
          </p:nvSpPr>
          <p:spPr>
            <a:xfrm>
              <a:off x="4863240" y="3795480"/>
              <a:ext cx="220680" cy="331560"/>
            </a:xfrm>
            <a:custGeom>
              <a:avLst/>
              <a:gdLst/>
              <a:ahLst/>
              <a:rect l="l" t="t" r="r" b="b"/>
              <a:pathLst>
                <a:path w="129" h="209">
                  <a:moveTo>
                    <a:pt x="16" y="8"/>
                  </a:moveTo>
                  <a:lnTo>
                    <a:pt x="16" y="24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8" y="136"/>
                  </a:lnTo>
                  <a:lnTo>
                    <a:pt x="8" y="144"/>
                  </a:lnTo>
                  <a:lnTo>
                    <a:pt x="24" y="176"/>
                  </a:lnTo>
                  <a:lnTo>
                    <a:pt x="8" y="176"/>
                  </a:lnTo>
                  <a:lnTo>
                    <a:pt x="8" y="184"/>
                  </a:lnTo>
                  <a:lnTo>
                    <a:pt x="16" y="192"/>
                  </a:lnTo>
                  <a:lnTo>
                    <a:pt x="24" y="208"/>
                  </a:lnTo>
                  <a:lnTo>
                    <a:pt x="64" y="200"/>
                  </a:lnTo>
                  <a:lnTo>
                    <a:pt x="72" y="192"/>
                  </a:lnTo>
                  <a:lnTo>
                    <a:pt x="64" y="192"/>
                  </a:lnTo>
                  <a:lnTo>
                    <a:pt x="88" y="184"/>
                  </a:lnTo>
                  <a:lnTo>
                    <a:pt x="104" y="168"/>
                  </a:lnTo>
                  <a:lnTo>
                    <a:pt x="112" y="160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20" y="104"/>
                  </a:lnTo>
                  <a:lnTo>
                    <a:pt x="128" y="104"/>
                  </a:lnTo>
                  <a:lnTo>
                    <a:pt x="128" y="96"/>
                  </a:lnTo>
                  <a:lnTo>
                    <a:pt x="128" y="56"/>
                  </a:lnTo>
                  <a:lnTo>
                    <a:pt x="32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4" name=""/>
            <p:cNvSpPr/>
            <p:nvPr/>
          </p:nvSpPr>
          <p:spPr>
            <a:xfrm>
              <a:off x="5288760" y="3973320"/>
              <a:ext cx="318960" cy="229680"/>
            </a:xfrm>
            <a:custGeom>
              <a:avLst/>
              <a:gdLst/>
              <a:ahLst/>
              <a:rect l="l" t="t" r="r" b="b"/>
              <a:pathLst>
                <a:path w="185" h="145">
                  <a:moveTo>
                    <a:pt x="112" y="32"/>
                  </a:moveTo>
                  <a:lnTo>
                    <a:pt x="112" y="32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20" y="56"/>
                  </a:lnTo>
                  <a:lnTo>
                    <a:pt x="120" y="64"/>
                  </a:lnTo>
                  <a:lnTo>
                    <a:pt x="136" y="80"/>
                  </a:lnTo>
                  <a:lnTo>
                    <a:pt x="176" y="88"/>
                  </a:lnTo>
                  <a:lnTo>
                    <a:pt x="184" y="88"/>
                  </a:lnTo>
                  <a:lnTo>
                    <a:pt x="152" y="128"/>
                  </a:lnTo>
                  <a:lnTo>
                    <a:pt x="128" y="128"/>
                  </a:lnTo>
                  <a:lnTo>
                    <a:pt x="112" y="144"/>
                  </a:lnTo>
                  <a:lnTo>
                    <a:pt x="96" y="136"/>
                  </a:lnTo>
                  <a:lnTo>
                    <a:pt x="72" y="144"/>
                  </a:lnTo>
                  <a:lnTo>
                    <a:pt x="32" y="136"/>
                  </a:lnTo>
                  <a:lnTo>
                    <a:pt x="32" y="120"/>
                  </a:lnTo>
                  <a:lnTo>
                    <a:pt x="24" y="120"/>
                  </a:lnTo>
                  <a:lnTo>
                    <a:pt x="8" y="96"/>
                  </a:lnTo>
                  <a:lnTo>
                    <a:pt x="0" y="88"/>
                  </a:lnTo>
                  <a:lnTo>
                    <a:pt x="8" y="80"/>
                  </a:lnTo>
                  <a:lnTo>
                    <a:pt x="16" y="56"/>
                  </a:lnTo>
                  <a:lnTo>
                    <a:pt x="40" y="24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88" y="8"/>
                  </a:lnTo>
                  <a:lnTo>
                    <a:pt x="112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5" name=""/>
            <p:cNvSpPr/>
            <p:nvPr/>
          </p:nvSpPr>
          <p:spPr>
            <a:xfrm>
              <a:off x="5288760" y="3973320"/>
              <a:ext cx="318960" cy="229680"/>
            </a:xfrm>
            <a:custGeom>
              <a:avLst/>
              <a:gdLst/>
              <a:ahLst/>
              <a:rect l="l" t="t" r="r" b="b"/>
              <a:pathLst>
                <a:path w="185" h="145">
                  <a:moveTo>
                    <a:pt x="112" y="32"/>
                  </a:moveTo>
                  <a:lnTo>
                    <a:pt x="112" y="48"/>
                  </a:lnTo>
                  <a:lnTo>
                    <a:pt x="112" y="56"/>
                  </a:lnTo>
                  <a:lnTo>
                    <a:pt x="120" y="56"/>
                  </a:lnTo>
                  <a:lnTo>
                    <a:pt x="120" y="64"/>
                  </a:lnTo>
                  <a:lnTo>
                    <a:pt x="136" y="80"/>
                  </a:lnTo>
                  <a:lnTo>
                    <a:pt x="176" y="88"/>
                  </a:lnTo>
                  <a:lnTo>
                    <a:pt x="184" y="88"/>
                  </a:lnTo>
                  <a:lnTo>
                    <a:pt x="152" y="128"/>
                  </a:lnTo>
                  <a:lnTo>
                    <a:pt x="128" y="128"/>
                  </a:lnTo>
                  <a:lnTo>
                    <a:pt x="112" y="144"/>
                  </a:lnTo>
                  <a:lnTo>
                    <a:pt x="96" y="136"/>
                  </a:lnTo>
                  <a:lnTo>
                    <a:pt x="72" y="144"/>
                  </a:lnTo>
                  <a:lnTo>
                    <a:pt x="32" y="136"/>
                  </a:lnTo>
                  <a:lnTo>
                    <a:pt x="32" y="120"/>
                  </a:lnTo>
                  <a:lnTo>
                    <a:pt x="24" y="120"/>
                  </a:lnTo>
                  <a:lnTo>
                    <a:pt x="8" y="96"/>
                  </a:lnTo>
                  <a:lnTo>
                    <a:pt x="0" y="88"/>
                  </a:lnTo>
                  <a:lnTo>
                    <a:pt x="8" y="80"/>
                  </a:lnTo>
                  <a:lnTo>
                    <a:pt x="16" y="56"/>
                  </a:lnTo>
                  <a:lnTo>
                    <a:pt x="40" y="24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88" y="8"/>
                  </a:lnTo>
                  <a:lnTo>
                    <a:pt x="112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6" name=""/>
            <p:cNvSpPr/>
            <p:nvPr/>
          </p:nvSpPr>
          <p:spPr>
            <a:xfrm>
              <a:off x="5358600" y="3909960"/>
              <a:ext cx="137880" cy="115560"/>
            </a:xfrm>
            <a:custGeom>
              <a:avLst/>
              <a:gdLst/>
              <a:ahLst/>
              <a:rect l="l" t="t" r="r" b="b"/>
              <a:pathLst>
                <a:path w="81" h="73">
                  <a:moveTo>
                    <a:pt x="72" y="72"/>
                  </a:moveTo>
                  <a:lnTo>
                    <a:pt x="72" y="72"/>
                  </a:lnTo>
                  <a:lnTo>
                    <a:pt x="80" y="72"/>
                  </a:lnTo>
                  <a:lnTo>
                    <a:pt x="56" y="48"/>
                  </a:lnTo>
                  <a:lnTo>
                    <a:pt x="40" y="32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16" y="40"/>
                  </a:lnTo>
                  <a:lnTo>
                    <a:pt x="24" y="48"/>
                  </a:lnTo>
                  <a:lnTo>
                    <a:pt x="48" y="48"/>
                  </a:lnTo>
                  <a:lnTo>
                    <a:pt x="72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7" name=""/>
            <p:cNvSpPr/>
            <p:nvPr/>
          </p:nvSpPr>
          <p:spPr>
            <a:xfrm>
              <a:off x="5358600" y="3909960"/>
              <a:ext cx="137880" cy="115560"/>
            </a:xfrm>
            <a:custGeom>
              <a:avLst/>
              <a:gdLst/>
              <a:ahLst/>
              <a:rect l="l" t="t" r="r" b="b"/>
              <a:pathLst>
                <a:path w="81" h="73">
                  <a:moveTo>
                    <a:pt x="72" y="72"/>
                  </a:moveTo>
                  <a:lnTo>
                    <a:pt x="80" y="72"/>
                  </a:lnTo>
                  <a:lnTo>
                    <a:pt x="56" y="48"/>
                  </a:lnTo>
                  <a:lnTo>
                    <a:pt x="40" y="32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16" y="40"/>
                  </a:lnTo>
                  <a:lnTo>
                    <a:pt x="24" y="48"/>
                  </a:lnTo>
                  <a:lnTo>
                    <a:pt x="48" y="48"/>
                  </a:lnTo>
                  <a:lnTo>
                    <a:pt x="72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8" name=""/>
            <p:cNvSpPr/>
            <p:nvPr/>
          </p:nvSpPr>
          <p:spPr>
            <a:xfrm>
              <a:off x="5041080" y="3808080"/>
              <a:ext cx="360360" cy="394920"/>
            </a:xfrm>
            <a:custGeom>
              <a:avLst/>
              <a:gdLst/>
              <a:ahLst/>
              <a:rect l="l" t="t" r="r" b="b"/>
              <a:pathLst>
                <a:path w="209" h="249">
                  <a:moveTo>
                    <a:pt x="184" y="112"/>
                  </a:moveTo>
                  <a:lnTo>
                    <a:pt x="184" y="112"/>
                  </a:lnTo>
                  <a:lnTo>
                    <a:pt x="192" y="80"/>
                  </a:lnTo>
                  <a:lnTo>
                    <a:pt x="208" y="72"/>
                  </a:lnTo>
                  <a:lnTo>
                    <a:pt x="208" y="64"/>
                  </a:lnTo>
                  <a:lnTo>
                    <a:pt x="200" y="56"/>
                  </a:lnTo>
                  <a:lnTo>
                    <a:pt x="192" y="8"/>
                  </a:lnTo>
                  <a:lnTo>
                    <a:pt x="176" y="0"/>
                  </a:lnTo>
                  <a:lnTo>
                    <a:pt x="152" y="16"/>
                  </a:lnTo>
                  <a:lnTo>
                    <a:pt x="144" y="8"/>
                  </a:lnTo>
                  <a:lnTo>
                    <a:pt x="40" y="8"/>
                  </a:lnTo>
                  <a:lnTo>
                    <a:pt x="40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16" y="96"/>
                  </a:lnTo>
                  <a:lnTo>
                    <a:pt x="0" y="128"/>
                  </a:lnTo>
                  <a:lnTo>
                    <a:pt x="16" y="152"/>
                  </a:lnTo>
                  <a:lnTo>
                    <a:pt x="8" y="152"/>
                  </a:lnTo>
                  <a:lnTo>
                    <a:pt x="24" y="168"/>
                  </a:lnTo>
                  <a:lnTo>
                    <a:pt x="24" y="184"/>
                  </a:lnTo>
                  <a:lnTo>
                    <a:pt x="40" y="192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12" y="248"/>
                  </a:lnTo>
                  <a:lnTo>
                    <a:pt x="128" y="248"/>
                  </a:lnTo>
                  <a:lnTo>
                    <a:pt x="152" y="240"/>
                  </a:lnTo>
                  <a:lnTo>
                    <a:pt x="160" y="240"/>
                  </a:lnTo>
                  <a:lnTo>
                    <a:pt x="176" y="240"/>
                  </a:lnTo>
                  <a:lnTo>
                    <a:pt x="176" y="224"/>
                  </a:lnTo>
                  <a:lnTo>
                    <a:pt x="168" y="224"/>
                  </a:lnTo>
                  <a:lnTo>
                    <a:pt x="152" y="200"/>
                  </a:lnTo>
                  <a:lnTo>
                    <a:pt x="144" y="192"/>
                  </a:lnTo>
                  <a:lnTo>
                    <a:pt x="152" y="184"/>
                  </a:lnTo>
                  <a:lnTo>
                    <a:pt x="160" y="160"/>
                  </a:lnTo>
                  <a:lnTo>
                    <a:pt x="184" y="128"/>
                  </a:lnTo>
                  <a:lnTo>
                    <a:pt x="184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9" name=""/>
            <p:cNvSpPr/>
            <p:nvPr/>
          </p:nvSpPr>
          <p:spPr>
            <a:xfrm>
              <a:off x="5041080" y="3808080"/>
              <a:ext cx="360360" cy="394920"/>
            </a:xfrm>
            <a:custGeom>
              <a:avLst/>
              <a:gdLst/>
              <a:ahLst/>
              <a:rect l="l" t="t" r="r" b="b"/>
              <a:pathLst>
                <a:path w="209" h="249">
                  <a:moveTo>
                    <a:pt x="184" y="112"/>
                  </a:moveTo>
                  <a:lnTo>
                    <a:pt x="192" y="80"/>
                  </a:lnTo>
                  <a:lnTo>
                    <a:pt x="208" y="72"/>
                  </a:lnTo>
                  <a:lnTo>
                    <a:pt x="208" y="64"/>
                  </a:lnTo>
                  <a:lnTo>
                    <a:pt x="200" y="56"/>
                  </a:lnTo>
                  <a:lnTo>
                    <a:pt x="192" y="8"/>
                  </a:lnTo>
                  <a:lnTo>
                    <a:pt x="176" y="0"/>
                  </a:lnTo>
                  <a:lnTo>
                    <a:pt x="152" y="16"/>
                  </a:lnTo>
                  <a:lnTo>
                    <a:pt x="144" y="8"/>
                  </a:lnTo>
                  <a:lnTo>
                    <a:pt x="40" y="8"/>
                  </a:lnTo>
                  <a:lnTo>
                    <a:pt x="40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16" y="96"/>
                  </a:lnTo>
                  <a:lnTo>
                    <a:pt x="0" y="128"/>
                  </a:lnTo>
                  <a:lnTo>
                    <a:pt x="16" y="152"/>
                  </a:lnTo>
                  <a:lnTo>
                    <a:pt x="8" y="152"/>
                  </a:lnTo>
                  <a:lnTo>
                    <a:pt x="24" y="168"/>
                  </a:lnTo>
                  <a:lnTo>
                    <a:pt x="24" y="184"/>
                  </a:lnTo>
                  <a:lnTo>
                    <a:pt x="40" y="192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12" y="248"/>
                  </a:lnTo>
                  <a:lnTo>
                    <a:pt x="128" y="248"/>
                  </a:lnTo>
                  <a:lnTo>
                    <a:pt x="152" y="240"/>
                  </a:lnTo>
                  <a:lnTo>
                    <a:pt x="160" y="240"/>
                  </a:lnTo>
                  <a:lnTo>
                    <a:pt x="176" y="240"/>
                  </a:lnTo>
                  <a:lnTo>
                    <a:pt x="176" y="224"/>
                  </a:lnTo>
                  <a:lnTo>
                    <a:pt x="168" y="224"/>
                  </a:lnTo>
                  <a:lnTo>
                    <a:pt x="152" y="200"/>
                  </a:lnTo>
                  <a:lnTo>
                    <a:pt x="144" y="192"/>
                  </a:lnTo>
                  <a:lnTo>
                    <a:pt x="152" y="184"/>
                  </a:lnTo>
                  <a:lnTo>
                    <a:pt x="160" y="160"/>
                  </a:lnTo>
                  <a:lnTo>
                    <a:pt x="184" y="128"/>
                  </a:lnTo>
                  <a:lnTo>
                    <a:pt x="184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0" name=""/>
            <p:cNvSpPr/>
            <p:nvPr/>
          </p:nvSpPr>
          <p:spPr>
            <a:xfrm>
              <a:off x="4573800" y="3795480"/>
              <a:ext cx="346320" cy="242640"/>
            </a:xfrm>
            <a:custGeom>
              <a:avLst/>
              <a:gdLst/>
              <a:ahLst/>
              <a:rect l="l" t="t" r="r" b="b"/>
              <a:pathLst>
                <a:path w="201" h="153">
                  <a:moveTo>
                    <a:pt x="168" y="128"/>
                  </a:moveTo>
                  <a:lnTo>
                    <a:pt x="168" y="128"/>
                  </a:lnTo>
                  <a:lnTo>
                    <a:pt x="168" y="120"/>
                  </a:lnTo>
                  <a:lnTo>
                    <a:pt x="192" y="88"/>
                  </a:lnTo>
                  <a:lnTo>
                    <a:pt x="200" y="40"/>
                  </a:lnTo>
                  <a:lnTo>
                    <a:pt x="184" y="24"/>
                  </a:lnTo>
                  <a:lnTo>
                    <a:pt x="184" y="8"/>
                  </a:lnTo>
                  <a:lnTo>
                    <a:pt x="176" y="0"/>
                  </a:lnTo>
                  <a:lnTo>
                    <a:pt x="144" y="0"/>
                  </a:lnTo>
                  <a:lnTo>
                    <a:pt x="64" y="56"/>
                  </a:lnTo>
                  <a:lnTo>
                    <a:pt x="48" y="56"/>
                  </a:lnTo>
                  <a:lnTo>
                    <a:pt x="48" y="96"/>
                  </a:lnTo>
                  <a:lnTo>
                    <a:pt x="40" y="104"/>
                  </a:lnTo>
                  <a:lnTo>
                    <a:pt x="0" y="112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44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0" y="144"/>
                  </a:lnTo>
                  <a:lnTo>
                    <a:pt x="56" y="128"/>
                  </a:lnTo>
                  <a:lnTo>
                    <a:pt x="64" y="128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12" y="144"/>
                  </a:lnTo>
                  <a:lnTo>
                    <a:pt x="128" y="136"/>
                  </a:lnTo>
                  <a:lnTo>
                    <a:pt x="152" y="136"/>
                  </a:lnTo>
                  <a:lnTo>
                    <a:pt x="160" y="128"/>
                  </a:lnTo>
                  <a:lnTo>
                    <a:pt x="168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1" name=""/>
            <p:cNvSpPr/>
            <p:nvPr/>
          </p:nvSpPr>
          <p:spPr>
            <a:xfrm>
              <a:off x="4573800" y="3795480"/>
              <a:ext cx="346320" cy="242640"/>
            </a:xfrm>
            <a:custGeom>
              <a:avLst/>
              <a:gdLst/>
              <a:ahLst/>
              <a:rect l="l" t="t" r="r" b="b"/>
              <a:pathLst>
                <a:path w="201" h="153">
                  <a:moveTo>
                    <a:pt x="168" y="128"/>
                  </a:moveTo>
                  <a:lnTo>
                    <a:pt x="168" y="120"/>
                  </a:lnTo>
                  <a:lnTo>
                    <a:pt x="192" y="88"/>
                  </a:lnTo>
                  <a:lnTo>
                    <a:pt x="200" y="40"/>
                  </a:lnTo>
                  <a:lnTo>
                    <a:pt x="184" y="24"/>
                  </a:lnTo>
                  <a:lnTo>
                    <a:pt x="184" y="8"/>
                  </a:lnTo>
                  <a:lnTo>
                    <a:pt x="176" y="0"/>
                  </a:lnTo>
                  <a:lnTo>
                    <a:pt x="144" y="0"/>
                  </a:lnTo>
                  <a:lnTo>
                    <a:pt x="64" y="56"/>
                  </a:lnTo>
                  <a:lnTo>
                    <a:pt x="48" y="56"/>
                  </a:lnTo>
                  <a:lnTo>
                    <a:pt x="48" y="96"/>
                  </a:lnTo>
                  <a:lnTo>
                    <a:pt x="40" y="104"/>
                  </a:lnTo>
                  <a:lnTo>
                    <a:pt x="0" y="112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44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0" y="144"/>
                  </a:lnTo>
                  <a:lnTo>
                    <a:pt x="56" y="128"/>
                  </a:lnTo>
                  <a:lnTo>
                    <a:pt x="64" y="128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12" y="144"/>
                  </a:lnTo>
                  <a:lnTo>
                    <a:pt x="128" y="136"/>
                  </a:lnTo>
                  <a:lnTo>
                    <a:pt x="152" y="136"/>
                  </a:lnTo>
                  <a:lnTo>
                    <a:pt x="160" y="128"/>
                  </a:lnTo>
                  <a:lnTo>
                    <a:pt x="168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2" name=""/>
            <p:cNvSpPr/>
            <p:nvPr/>
          </p:nvSpPr>
          <p:spPr>
            <a:xfrm>
              <a:off x="4299120" y="3757320"/>
              <a:ext cx="358920" cy="318960"/>
            </a:xfrm>
            <a:custGeom>
              <a:avLst/>
              <a:gdLst/>
              <a:ahLst/>
              <a:rect l="l" t="t" r="r" b="b"/>
              <a:pathLst>
                <a:path w="209" h="201">
                  <a:moveTo>
                    <a:pt x="96" y="0"/>
                  </a:moveTo>
                  <a:lnTo>
                    <a:pt x="96" y="0"/>
                  </a:lnTo>
                  <a:lnTo>
                    <a:pt x="168" y="56"/>
                  </a:lnTo>
                  <a:lnTo>
                    <a:pt x="176" y="64"/>
                  </a:lnTo>
                  <a:lnTo>
                    <a:pt x="192" y="72"/>
                  </a:lnTo>
                  <a:lnTo>
                    <a:pt x="200" y="80"/>
                  </a:lnTo>
                  <a:lnTo>
                    <a:pt x="208" y="80"/>
                  </a:lnTo>
                  <a:lnTo>
                    <a:pt x="208" y="120"/>
                  </a:lnTo>
                  <a:lnTo>
                    <a:pt x="200" y="128"/>
                  </a:lnTo>
                  <a:lnTo>
                    <a:pt x="160" y="136"/>
                  </a:lnTo>
                  <a:lnTo>
                    <a:pt x="144" y="136"/>
                  </a:lnTo>
                  <a:lnTo>
                    <a:pt x="128" y="152"/>
                  </a:lnTo>
                  <a:lnTo>
                    <a:pt x="112" y="160"/>
                  </a:lnTo>
                  <a:lnTo>
                    <a:pt x="96" y="184"/>
                  </a:lnTo>
                  <a:lnTo>
                    <a:pt x="88" y="192"/>
                  </a:lnTo>
                  <a:lnTo>
                    <a:pt x="80" y="200"/>
                  </a:lnTo>
                  <a:lnTo>
                    <a:pt x="72" y="192"/>
                  </a:lnTo>
                  <a:lnTo>
                    <a:pt x="64" y="200"/>
                  </a:lnTo>
                  <a:lnTo>
                    <a:pt x="56" y="200"/>
                  </a:lnTo>
                  <a:lnTo>
                    <a:pt x="40" y="168"/>
                  </a:lnTo>
                  <a:lnTo>
                    <a:pt x="24" y="176"/>
                  </a:lnTo>
                  <a:lnTo>
                    <a:pt x="8" y="176"/>
                  </a:lnTo>
                  <a:lnTo>
                    <a:pt x="16" y="168"/>
                  </a:lnTo>
                  <a:lnTo>
                    <a:pt x="0" y="136"/>
                  </a:lnTo>
                  <a:lnTo>
                    <a:pt x="16" y="128"/>
                  </a:lnTo>
                  <a:lnTo>
                    <a:pt x="24" y="136"/>
                  </a:lnTo>
                  <a:lnTo>
                    <a:pt x="32" y="128"/>
                  </a:lnTo>
                  <a:lnTo>
                    <a:pt x="88" y="128"/>
                  </a:lnTo>
                  <a:lnTo>
                    <a:pt x="72" y="0"/>
                  </a:lnTo>
                  <a:lnTo>
                    <a:pt x="9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3" name=""/>
            <p:cNvSpPr/>
            <p:nvPr/>
          </p:nvSpPr>
          <p:spPr>
            <a:xfrm>
              <a:off x="4299120" y="3757320"/>
              <a:ext cx="358920" cy="318960"/>
            </a:xfrm>
            <a:custGeom>
              <a:avLst/>
              <a:gdLst/>
              <a:ahLst/>
              <a:rect l="l" t="t" r="r" b="b"/>
              <a:pathLst>
                <a:path w="209" h="201">
                  <a:moveTo>
                    <a:pt x="96" y="0"/>
                  </a:moveTo>
                  <a:lnTo>
                    <a:pt x="168" y="56"/>
                  </a:lnTo>
                  <a:lnTo>
                    <a:pt x="176" y="64"/>
                  </a:lnTo>
                  <a:lnTo>
                    <a:pt x="192" y="72"/>
                  </a:lnTo>
                  <a:lnTo>
                    <a:pt x="200" y="80"/>
                  </a:lnTo>
                  <a:lnTo>
                    <a:pt x="208" y="80"/>
                  </a:lnTo>
                  <a:lnTo>
                    <a:pt x="208" y="120"/>
                  </a:lnTo>
                  <a:lnTo>
                    <a:pt x="200" y="128"/>
                  </a:lnTo>
                  <a:lnTo>
                    <a:pt x="160" y="136"/>
                  </a:lnTo>
                  <a:lnTo>
                    <a:pt x="144" y="136"/>
                  </a:lnTo>
                  <a:lnTo>
                    <a:pt x="128" y="152"/>
                  </a:lnTo>
                  <a:lnTo>
                    <a:pt x="112" y="160"/>
                  </a:lnTo>
                  <a:lnTo>
                    <a:pt x="96" y="184"/>
                  </a:lnTo>
                  <a:lnTo>
                    <a:pt x="88" y="192"/>
                  </a:lnTo>
                  <a:lnTo>
                    <a:pt x="80" y="200"/>
                  </a:lnTo>
                  <a:lnTo>
                    <a:pt x="72" y="192"/>
                  </a:lnTo>
                  <a:lnTo>
                    <a:pt x="64" y="200"/>
                  </a:lnTo>
                  <a:lnTo>
                    <a:pt x="56" y="200"/>
                  </a:lnTo>
                  <a:lnTo>
                    <a:pt x="40" y="168"/>
                  </a:lnTo>
                  <a:lnTo>
                    <a:pt x="24" y="176"/>
                  </a:lnTo>
                  <a:lnTo>
                    <a:pt x="8" y="176"/>
                  </a:lnTo>
                  <a:lnTo>
                    <a:pt x="16" y="168"/>
                  </a:lnTo>
                  <a:lnTo>
                    <a:pt x="0" y="136"/>
                  </a:lnTo>
                  <a:lnTo>
                    <a:pt x="16" y="128"/>
                  </a:lnTo>
                  <a:lnTo>
                    <a:pt x="24" y="136"/>
                  </a:lnTo>
                  <a:lnTo>
                    <a:pt x="32" y="128"/>
                  </a:lnTo>
                  <a:lnTo>
                    <a:pt x="88" y="128"/>
                  </a:lnTo>
                  <a:lnTo>
                    <a:pt x="72" y="0"/>
                  </a:lnTo>
                  <a:lnTo>
                    <a:pt x="9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4" name=""/>
            <p:cNvSpPr/>
            <p:nvPr/>
          </p:nvSpPr>
          <p:spPr>
            <a:xfrm>
              <a:off x="4202280" y="3706560"/>
              <a:ext cx="263520" cy="267840"/>
            </a:xfrm>
            <a:custGeom>
              <a:avLst/>
              <a:gdLst/>
              <a:ahLst/>
              <a:rect l="l" t="t" r="r" b="b"/>
              <a:pathLst>
                <a:path w="153" h="169">
                  <a:moveTo>
                    <a:pt x="0" y="88"/>
                  </a:moveTo>
                  <a:lnTo>
                    <a:pt x="0" y="88"/>
                  </a:lnTo>
                  <a:lnTo>
                    <a:pt x="8" y="80"/>
                  </a:lnTo>
                  <a:lnTo>
                    <a:pt x="48" y="80"/>
                  </a:lnTo>
                  <a:lnTo>
                    <a:pt x="48" y="64"/>
                  </a:lnTo>
                  <a:lnTo>
                    <a:pt x="64" y="56"/>
                  </a:lnTo>
                  <a:lnTo>
                    <a:pt x="64" y="16"/>
                  </a:lnTo>
                  <a:lnTo>
                    <a:pt x="104" y="16"/>
                  </a:lnTo>
                  <a:lnTo>
                    <a:pt x="104" y="0"/>
                  </a:lnTo>
                  <a:lnTo>
                    <a:pt x="152" y="32"/>
                  </a:lnTo>
                  <a:lnTo>
                    <a:pt x="128" y="32"/>
                  </a:lnTo>
                  <a:lnTo>
                    <a:pt x="144" y="160"/>
                  </a:lnTo>
                  <a:lnTo>
                    <a:pt x="88" y="160"/>
                  </a:lnTo>
                  <a:lnTo>
                    <a:pt x="80" y="168"/>
                  </a:lnTo>
                  <a:lnTo>
                    <a:pt x="72" y="160"/>
                  </a:lnTo>
                  <a:lnTo>
                    <a:pt x="56" y="168"/>
                  </a:lnTo>
                  <a:lnTo>
                    <a:pt x="48" y="152"/>
                  </a:lnTo>
                  <a:lnTo>
                    <a:pt x="24" y="144"/>
                  </a:lnTo>
                  <a:lnTo>
                    <a:pt x="8" y="144"/>
                  </a:lnTo>
                  <a:lnTo>
                    <a:pt x="0" y="152"/>
                  </a:lnTo>
                  <a:lnTo>
                    <a:pt x="8" y="120"/>
                  </a:lnTo>
                  <a:lnTo>
                    <a:pt x="0" y="112"/>
                  </a:lnTo>
                  <a:lnTo>
                    <a:pt x="8" y="96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5" name=""/>
            <p:cNvSpPr/>
            <p:nvPr/>
          </p:nvSpPr>
          <p:spPr>
            <a:xfrm>
              <a:off x="4202280" y="3706560"/>
              <a:ext cx="263520" cy="267840"/>
            </a:xfrm>
            <a:custGeom>
              <a:avLst/>
              <a:gdLst/>
              <a:ahLst/>
              <a:rect l="l" t="t" r="r" b="b"/>
              <a:pathLst>
                <a:path w="153" h="169">
                  <a:moveTo>
                    <a:pt x="0" y="88"/>
                  </a:moveTo>
                  <a:lnTo>
                    <a:pt x="8" y="80"/>
                  </a:lnTo>
                  <a:lnTo>
                    <a:pt x="48" y="80"/>
                  </a:lnTo>
                  <a:lnTo>
                    <a:pt x="48" y="64"/>
                  </a:lnTo>
                  <a:lnTo>
                    <a:pt x="64" y="56"/>
                  </a:lnTo>
                  <a:lnTo>
                    <a:pt x="64" y="16"/>
                  </a:lnTo>
                  <a:lnTo>
                    <a:pt x="104" y="16"/>
                  </a:lnTo>
                  <a:lnTo>
                    <a:pt x="104" y="0"/>
                  </a:lnTo>
                  <a:lnTo>
                    <a:pt x="152" y="32"/>
                  </a:lnTo>
                  <a:lnTo>
                    <a:pt x="128" y="32"/>
                  </a:lnTo>
                  <a:lnTo>
                    <a:pt x="144" y="160"/>
                  </a:lnTo>
                  <a:lnTo>
                    <a:pt x="88" y="160"/>
                  </a:lnTo>
                  <a:lnTo>
                    <a:pt x="80" y="168"/>
                  </a:lnTo>
                  <a:lnTo>
                    <a:pt x="72" y="160"/>
                  </a:lnTo>
                  <a:lnTo>
                    <a:pt x="56" y="168"/>
                  </a:lnTo>
                  <a:lnTo>
                    <a:pt x="48" y="152"/>
                  </a:lnTo>
                  <a:lnTo>
                    <a:pt x="24" y="144"/>
                  </a:lnTo>
                  <a:lnTo>
                    <a:pt x="8" y="144"/>
                  </a:lnTo>
                  <a:lnTo>
                    <a:pt x="0" y="152"/>
                  </a:lnTo>
                  <a:lnTo>
                    <a:pt x="8" y="120"/>
                  </a:lnTo>
                  <a:lnTo>
                    <a:pt x="0" y="112"/>
                  </a:lnTo>
                  <a:lnTo>
                    <a:pt x="8" y="96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6" name=""/>
            <p:cNvSpPr/>
            <p:nvPr/>
          </p:nvSpPr>
          <p:spPr>
            <a:xfrm>
              <a:off x="4202280" y="3693960"/>
              <a:ext cx="181080" cy="153720"/>
            </a:xfrm>
            <a:custGeom>
              <a:avLst/>
              <a:gdLst/>
              <a:ahLst/>
              <a:rect l="l" t="t" r="r" b="b"/>
              <a:pathLst>
                <a:path w="105" h="97">
                  <a:moveTo>
                    <a:pt x="0" y="96"/>
                  </a:moveTo>
                  <a:lnTo>
                    <a:pt x="0" y="96"/>
                  </a:lnTo>
                  <a:lnTo>
                    <a:pt x="8" y="88"/>
                  </a:lnTo>
                  <a:lnTo>
                    <a:pt x="48" y="88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24" y="48"/>
                  </a:lnTo>
                  <a:lnTo>
                    <a:pt x="0" y="80"/>
                  </a:lnTo>
                  <a:lnTo>
                    <a:pt x="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7" name=""/>
            <p:cNvSpPr/>
            <p:nvPr/>
          </p:nvSpPr>
          <p:spPr>
            <a:xfrm>
              <a:off x="4202280" y="3693960"/>
              <a:ext cx="181080" cy="153720"/>
            </a:xfrm>
            <a:custGeom>
              <a:avLst/>
              <a:gdLst/>
              <a:ahLst/>
              <a:rect l="l" t="t" r="r" b="b"/>
              <a:pathLst>
                <a:path w="105" h="97">
                  <a:moveTo>
                    <a:pt x="0" y="96"/>
                  </a:moveTo>
                  <a:lnTo>
                    <a:pt x="8" y="88"/>
                  </a:lnTo>
                  <a:lnTo>
                    <a:pt x="48" y="88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48" y="0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24" y="48"/>
                  </a:lnTo>
                  <a:lnTo>
                    <a:pt x="0" y="80"/>
                  </a:lnTo>
                  <a:lnTo>
                    <a:pt x="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8" name=""/>
            <p:cNvSpPr/>
            <p:nvPr/>
          </p:nvSpPr>
          <p:spPr>
            <a:xfrm>
              <a:off x="4188240" y="3935160"/>
              <a:ext cx="139680" cy="9036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8" y="48"/>
                  </a:moveTo>
                  <a:lnTo>
                    <a:pt x="8" y="48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0" y="48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56" y="8"/>
                  </a:lnTo>
                  <a:lnTo>
                    <a:pt x="64" y="24"/>
                  </a:lnTo>
                  <a:lnTo>
                    <a:pt x="80" y="56"/>
                  </a:lnTo>
                  <a:lnTo>
                    <a:pt x="48" y="56"/>
                  </a:lnTo>
                  <a:lnTo>
                    <a:pt x="8" y="56"/>
                  </a:lnTo>
                  <a:lnTo>
                    <a:pt x="8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9" name=""/>
            <p:cNvSpPr/>
            <p:nvPr/>
          </p:nvSpPr>
          <p:spPr>
            <a:xfrm>
              <a:off x="4188240" y="3935160"/>
              <a:ext cx="139680" cy="9036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8" y="48"/>
                  </a:moveTo>
                  <a:lnTo>
                    <a:pt x="16" y="48"/>
                  </a:lnTo>
                  <a:lnTo>
                    <a:pt x="32" y="40"/>
                  </a:lnTo>
                  <a:lnTo>
                    <a:pt x="40" y="48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56" y="8"/>
                  </a:lnTo>
                  <a:lnTo>
                    <a:pt x="64" y="24"/>
                  </a:lnTo>
                  <a:lnTo>
                    <a:pt x="80" y="56"/>
                  </a:lnTo>
                  <a:lnTo>
                    <a:pt x="48" y="56"/>
                  </a:lnTo>
                  <a:lnTo>
                    <a:pt x="8" y="56"/>
                  </a:lnTo>
                  <a:lnTo>
                    <a:pt x="8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0" name=""/>
            <p:cNvSpPr/>
            <p:nvPr/>
          </p:nvSpPr>
          <p:spPr>
            <a:xfrm>
              <a:off x="4202280" y="3998880"/>
              <a:ext cx="69840" cy="13680"/>
            </a:xfrm>
            <a:custGeom>
              <a:avLst/>
              <a:gdLst/>
              <a:ahLst/>
              <a:rect l="l" t="t" r="r" b="b"/>
              <a:pathLst>
                <a:path w="41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1" name=""/>
            <p:cNvSpPr/>
            <p:nvPr/>
          </p:nvSpPr>
          <p:spPr>
            <a:xfrm>
              <a:off x="4202280" y="3998880"/>
              <a:ext cx="69840" cy="13680"/>
            </a:xfrm>
            <a:custGeom>
              <a:avLst/>
              <a:gdLst/>
              <a:ahLst/>
              <a:rect l="l" t="t" r="r" b="b"/>
              <a:pathLst>
                <a:path w="41" h="9">
                  <a:moveTo>
                    <a:pt x="0" y="8"/>
                  </a:moveTo>
                  <a:lnTo>
                    <a:pt x="8" y="8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2" name=""/>
            <p:cNvSpPr/>
            <p:nvPr/>
          </p:nvSpPr>
          <p:spPr>
            <a:xfrm>
              <a:off x="4202280" y="4024080"/>
              <a:ext cx="698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24" y="24"/>
                  </a:moveTo>
                  <a:lnTo>
                    <a:pt x="24" y="24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2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3" name=""/>
            <p:cNvSpPr/>
            <p:nvPr/>
          </p:nvSpPr>
          <p:spPr>
            <a:xfrm>
              <a:off x="4202280" y="4024080"/>
              <a:ext cx="698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24" y="24"/>
                  </a:moveTo>
                  <a:lnTo>
                    <a:pt x="40" y="8"/>
                  </a:lnTo>
                  <a:lnTo>
                    <a:pt x="40" y="0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2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4" name=""/>
            <p:cNvSpPr/>
            <p:nvPr/>
          </p:nvSpPr>
          <p:spPr>
            <a:xfrm>
              <a:off x="4243680" y="4024080"/>
              <a:ext cx="152280" cy="102960"/>
            </a:xfrm>
            <a:custGeom>
              <a:avLst/>
              <a:gdLst/>
              <a:ahLst/>
              <a:rect l="l" t="t" r="r" b="b"/>
              <a:pathLst>
                <a:path w="89" h="65">
                  <a:moveTo>
                    <a:pt x="80" y="64"/>
                  </a:moveTo>
                  <a:lnTo>
                    <a:pt x="80" y="64"/>
                  </a:lnTo>
                  <a:lnTo>
                    <a:pt x="88" y="64"/>
                  </a:lnTo>
                  <a:lnTo>
                    <a:pt x="88" y="56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32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80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5" name=""/>
            <p:cNvSpPr/>
            <p:nvPr/>
          </p:nvSpPr>
          <p:spPr>
            <a:xfrm>
              <a:off x="4243680" y="4024080"/>
              <a:ext cx="152280" cy="102960"/>
            </a:xfrm>
            <a:custGeom>
              <a:avLst/>
              <a:gdLst/>
              <a:ahLst/>
              <a:rect l="l" t="t" r="r" b="b"/>
              <a:pathLst>
                <a:path w="89" h="65">
                  <a:moveTo>
                    <a:pt x="80" y="64"/>
                  </a:moveTo>
                  <a:lnTo>
                    <a:pt x="88" y="64"/>
                  </a:lnTo>
                  <a:lnTo>
                    <a:pt x="88" y="56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32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0" y="8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80" y="6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6" name=""/>
            <p:cNvSpPr/>
            <p:nvPr/>
          </p:nvSpPr>
          <p:spPr>
            <a:xfrm>
              <a:off x="4285080" y="4074840"/>
              <a:ext cx="5688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16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7" name=""/>
            <p:cNvSpPr/>
            <p:nvPr/>
          </p:nvSpPr>
          <p:spPr>
            <a:xfrm>
              <a:off x="4285080" y="4074840"/>
              <a:ext cx="5688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8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16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8" name=""/>
            <p:cNvSpPr/>
            <p:nvPr/>
          </p:nvSpPr>
          <p:spPr>
            <a:xfrm>
              <a:off x="4312080" y="4100400"/>
              <a:ext cx="98280" cy="90000"/>
            </a:xfrm>
            <a:custGeom>
              <a:avLst/>
              <a:gdLst/>
              <a:ahLst/>
              <a:rect l="l" t="t" r="r" b="b"/>
              <a:pathLst>
                <a:path w="57" h="57">
                  <a:moveTo>
                    <a:pt x="56" y="56"/>
                  </a:moveTo>
                  <a:lnTo>
                    <a:pt x="56" y="56"/>
                  </a:lnTo>
                  <a:lnTo>
                    <a:pt x="56" y="40"/>
                  </a:lnTo>
                  <a:lnTo>
                    <a:pt x="40" y="32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40" y="56"/>
                  </a:lnTo>
                  <a:lnTo>
                    <a:pt x="56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9" name=""/>
            <p:cNvSpPr/>
            <p:nvPr/>
          </p:nvSpPr>
          <p:spPr>
            <a:xfrm>
              <a:off x="4312080" y="4100400"/>
              <a:ext cx="98280" cy="90000"/>
            </a:xfrm>
            <a:custGeom>
              <a:avLst/>
              <a:gdLst/>
              <a:ahLst/>
              <a:rect l="l" t="t" r="r" b="b"/>
              <a:pathLst>
                <a:path w="57" h="57">
                  <a:moveTo>
                    <a:pt x="56" y="56"/>
                  </a:moveTo>
                  <a:lnTo>
                    <a:pt x="56" y="40"/>
                  </a:lnTo>
                  <a:lnTo>
                    <a:pt x="40" y="32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40" y="56"/>
                  </a:lnTo>
                  <a:lnTo>
                    <a:pt x="56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0" name=""/>
            <p:cNvSpPr/>
            <p:nvPr/>
          </p:nvSpPr>
          <p:spPr>
            <a:xfrm>
              <a:off x="4381920" y="4062240"/>
              <a:ext cx="137880" cy="128160"/>
            </a:xfrm>
            <a:custGeom>
              <a:avLst/>
              <a:gdLst/>
              <a:ahLst/>
              <a:rect l="l" t="t" r="r" b="b"/>
              <a:pathLst>
                <a:path w="81" h="81">
                  <a:moveTo>
                    <a:pt x="72" y="72"/>
                  </a:moveTo>
                  <a:lnTo>
                    <a:pt x="72" y="72"/>
                  </a:lnTo>
                  <a:lnTo>
                    <a:pt x="72" y="48"/>
                  </a:lnTo>
                  <a:lnTo>
                    <a:pt x="80" y="32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32" y="72"/>
                  </a:lnTo>
                  <a:lnTo>
                    <a:pt x="56" y="72"/>
                  </a:lnTo>
                  <a:lnTo>
                    <a:pt x="72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1" name=""/>
            <p:cNvSpPr/>
            <p:nvPr/>
          </p:nvSpPr>
          <p:spPr>
            <a:xfrm>
              <a:off x="4381920" y="4062240"/>
              <a:ext cx="137880" cy="128160"/>
            </a:xfrm>
            <a:custGeom>
              <a:avLst/>
              <a:gdLst/>
              <a:ahLst/>
              <a:rect l="l" t="t" r="r" b="b"/>
              <a:pathLst>
                <a:path w="81" h="81">
                  <a:moveTo>
                    <a:pt x="72" y="72"/>
                  </a:moveTo>
                  <a:lnTo>
                    <a:pt x="72" y="48"/>
                  </a:lnTo>
                  <a:lnTo>
                    <a:pt x="80" y="32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32" y="72"/>
                  </a:lnTo>
                  <a:lnTo>
                    <a:pt x="56" y="72"/>
                  </a:lnTo>
                  <a:lnTo>
                    <a:pt x="72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2" name=""/>
            <p:cNvSpPr/>
            <p:nvPr/>
          </p:nvSpPr>
          <p:spPr>
            <a:xfrm>
              <a:off x="4449960" y="397332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0" y="56"/>
                  </a:moveTo>
                  <a:lnTo>
                    <a:pt x="0" y="56"/>
                  </a:lnTo>
                  <a:lnTo>
                    <a:pt x="8" y="48"/>
                  </a:lnTo>
                  <a:lnTo>
                    <a:pt x="24" y="24"/>
                  </a:lnTo>
                  <a:lnTo>
                    <a:pt x="40" y="16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88" y="32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80" y="48"/>
                  </a:lnTo>
                  <a:lnTo>
                    <a:pt x="64" y="48"/>
                  </a:lnTo>
                  <a:lnTo>
                    <a:pt x="32" y="48"/>
                  </a:lnTo>
                  <a:lnTo>
                    <a:pt x="32" y="56"/>
                  </a:lnTo>
                  <a:lnTo>
                    <a:pt x="32" y="72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3" name=""/>
            <p:cNvSpPr/>
            <p:nvPr/>
          </p:nvSpPr>
          <p:spPr>
            <a:xfrm>
              <a:off x="4449960" y="3973320"/>
              <a:ext cx="166680" cy="115560"/>
            </a:xfrm>
            <a:custGeom>
              <a:avLst/>
              <a:gdLst/>
              <a:ahLst/>
              <a:rect l="l" t="t" r="r" b="b"/>
              <a:pathLst>
                <a:path w="97" h="73">
                  <a:moveTo>
                    <a:pt x="0" y="56"/>
                  </a:moveTo>
                  <a:lnTo>
                    <a:pt x="8" y="48"/>
                  </a:lnTo>
                  <a:lnTo>
                    <a:pt x="24" y="24"/>
                  </a:lnTo>
                  <a:lnTo>
                    <a:pt x="40" y="16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88" y="32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80" y="48"/>
                  </a:lnTo>
                  <a:lnTo>
                    <a:pt x="64" y="48"/>
                  </a:lnTo>
                  <a:lnTo>
                    <a:pt x="32" y="48"/>
                  </a:lnTo>
                  <a:lnTo>
                    <a:pt x="32" y="56"/>
                  </a:lnTo>
                  <a:lnTo>
                    <a:pt x="32" y="72"/>
                  </a:lnTo>
                  <a:lnTo>
                    <a:pt x="24" y="64"/>
                  </a:lnTo>
                  <a:lnTo>
                    <a:pt x="8" y="64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4" name=""/>
            <p:cNvSpPr/>
            <p:nvPr/>
          </p:nvSpPr>
          <p:spPr>
            <a:xfrm>
              <a:off x="4505760" y="4049640"/>
              <a:ext cx="83880" cy="128160"/>
            </a:xfrm>
            <a:custGeom>
              <a:avLst/>
              <a:gdLst/>
              <a:ahLst/>
              <a:rect l="l" t="t" r="r" b="b"/>
              <a:pathLst>
                <a:path w="49" h="81">
                  <a:moveTo>
                    <a:pt x="0" y="24"/>
                  </a:moveTo>
                  <a:lnTo>
                    <a:pt x="0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32" y="0"/>
                  </a:lnTo>
                  <a:lnTo>
                    <a:pt x="40" y="32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8" y="80"/>
                  </a:lnTo>
                  <a:lnTo>
                    <a:pt x="0" y="80"/>
                  </a:lnTo>
                  <a:lnTo>
                    <a:pt x="0" y="56"/>
                  </a:lnTo>
                  <a:lnTo>
                    <a:pt x="8" y="4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5" name=""/>
            <p:cNvSpPr/>
            <p:nvPr/>
          </p:nvSpPr>
          <p:spPr>
            <a:xfrm>
              <a:off x="4505760" y="4049640"/>
              <a:ext cx="83880" cy="128160"/>
            </a:xfrm>
            <a:custGeom>
              <a:avLst/>
              <a:gdLst/>
              <a:ahLst/>
              <a:rect l="l" t="t" r="r" b="b"/>
              <a:pathLst>
                <a:path w="49" h="81">
                  <a:moveTo>
                    <a:pt x="0" y="24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32" y="0"/>
                  </a:lnTo>
                  <a:lnTo>
                    <a:pt x="40" y="32"/>
                  </a:lnTo>
                  <a:lnTo>
                    <a:pt x="48" y="56"/>
                  </a:lnTo>
                  <a:lnTo>
                    <a:pt x="48" y="64"/>
                  </a:lnTo>
                  <a:lnTo>
                    <a:pt x="8" y="80"/>
                  </a:lnTo>
                  <a:lnTo>
                    <a:pt x="0" y="80"/>
                  </a:lnTo>
                  <a:lnTo>
                    <a:pt x="0" y="56"/>
                  </a:lnTo>
                  <a:lnTo>
                    <a:pt x="8" y="4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6" name=""/>
            <p:cNvSpPr/>
            <p:nvPr/>
          </p:nvSpPr>
          <p:spPr>
            <a:xfrm>
              <a:off x="4559760" y="4049640"/>
              <a:ext cx="42840" cy="102600"/>
            </a:xfrm>
            <a:custGeom>
              <a:avLst/>
              <a:gdLst/>
              <a:ahLst/>
              <a:rect l="l" t="t" r="r" b="b"/>
              <a:pathLst>
                <a:path w="25" h="65">
                  <a:moveTo>
                    <a:pt x="16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16" y="56"/>
                  </a:lnTo>
                  <a:lnTo>
                    <a:pt x="16" y="64"/>
                  </a:lnTo>
                  <a:lnTo>
                    <a:pt x="24" y="64"/>
                  </a:lnTo>
                  <a:lnTo>
                    <a:pt x="24" y="32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7" name=""/>
            <p:cNvSpPr/>
            <p:nvPr/>
          </p:nvSpPr>
          <p:spPr>
            <a:xfrm>
              <a:off x="4559760" y="4049640"/>
              <a:ext cx="42840" cy="102600"/>
            </a:xfrm>
            <a:custGeom>
              <a:avLst/>
              <a:gdLst/>
              <a:ahLst/>
              <a:rect l="l" t="t" r="r" b="b"/>
              <a:pathLst>
                <a:path w="25" h="65">
                  <a:moveTo>
                    <a:pt x="16" y="0"/>
                  </a:moveTo>
                  <a:lnTo>
                    <a:pt x="0" y="0"/>
                  </a:lnTo>
                  <a:lnTo>
                    <a:pt x="8" y="32"/>
                  </a:lnTo>
                  <a:lnTo>
                    <a:pt x="16" y="56"/>
                  </a:lnTo>
                  <a:lnTo>
                    <a:pt x="16" y="64"/>
                  </a:lnTo>
                  <a:lnTo>
                    <a:pt x="24" y="64"/>
                  </a:lnTo>
                  <a:lnTo>
                    <a:pt x="24" y="32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8" name=""/>
            <p:cNvSpPr/>
            <p:nvPr/>
          </p:nvSpPr>
          <p:spPr>
            <a:xfrm>
              <a:off x="4588200" y="4024080"/>
              <a:ext cx="55440" cy="128160"/>
            </a:xfrm>
            <a:custGeom>
              <a:avLst/>
              <a:gdLst/>
              <a:ahLst/>
              <a:rect l="l" t="t" r="r" b="b"/>
              <a:pathLst>
                <a:path w="33" h="81">
                  <a:moveTo>
                    <a:pt x="16" y="8"/>
                  </a:move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56"/>
                  </a:lnTo>
                  <a:lnTo>
                    <a:pt x="32" y="24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9" name=""/>
            <p:cNvSpPr/>
            <p:nvPr/>
          </p:nvSpPr>
          <p:spPr>
            <a:xfrm>
              <a:off x="4588200" y="4024080"/>
              <a:ext cx="55440" cy="128160"/>
            </a:xfrm>
            <a:custGeom>
              <a:avLst/>
              <a:gdLst/>
              <a:ahLst/>
              <a:rect l="l" t="t" r="r" b="b"/>
              <a:pathLst>
                <a:path w="33" h="81">
                  <a:moveTo>
                    <a:pt x="16" y="8"/>
                  </a:move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56"/>
                  </a:lnTo>
                  <a:lnTo>
                    <a:pt x="32" y="24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0" name=""/>
            <p:cNvSpPr/>
            <p:nvPr/>
          </p:nvSpPr>
          <p:spPr>
            <a:xfrm>
              <a:off x="4627800" y="3998880"/>
              <a:ext cx="250920" cy="191520"/>
            </a:xfrm>
            <a:custGeom>
              <a:avLst/>
              <a:gdLst/>
              <a:ahLst/>
              <a:rect l="l" t="t" r="r" b="b"/>
              <a:pathLst>
                <a:path w="145" h="121">
                  <a:moveTo>
                    <a:pt x="72" y="112"/>
                  </a:moveTo>
                  <a:lnTo>
                    <a:pt x="72" y="112"/>
                  </a:lnTo>
                  <a:lnTo>
                    <a:pt x="88" y="88"/>
                  </a:lnTo>
                  <a:lnTo>
                    <a:pt x="96" y="88"/>
                  </a:lnTo>
                  <a:lnTo>
                    <a:pt x="104" y="96"/>
                  </a:lnTo>
                  <a:lnTo>
                    <a:pt x="112" y="88"/>
                  </a:lnTo>
                  <a:lnTo>
                    <a:pt x="128" y="64"/>
                  </a:lnTo>
                  <a:lnTo>
                    <a:pt x="136" y="40"/>
                  </a:lnTo>
                  <a:lnTo>
                    <a:pt x="144" y="24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96" y="8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20"/>
                  </a:lnTo>
                  <a:lnTo>
                    <a:pt x="40" y="120"/>
                  </a:lnTo>
                  <a:lnTo>
                    <a:pt x="72" y="120"/>
                  </a:lnTo>
                  <a:lnTo>
                    <a:pt x="72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1" name=""/>
            <p:cNvSpPr/>
            <p:nvPr/>
          </p:nvSpPr>
          <p:spPr>
            <a:xfrm>
              <a:off x="4627800" y="3998880"/>
              <a:ext cx="250920" cy="191520"/>
            </a:xfrm>
            <a:custGeom>
              <a:avLst/>
              <a:gdLst/>
              <a:ahLst/>
              <a:rect l="l" t="t" r="r" b="b"/>
              <a:pathLst>
                <a:path w="145" h="121">
                  <a:moveTo>
                    <a:pt x="72" y="112"/>
                  </a:moveTo>
                  <a:lnTo>
                    <a:pt x="88" y="88"/>
                  </a:lnTo>
                  <a:lnTo>
                    <a:pt x="96" y="88"/>
                  </a:lnTo>
                  <a:lnTo>
                    <a:pt x="104" y="96"/>
                  </a:lnTo>
                  <a:lnTo>
                    <a:pt x="112" y="88"/>
                  </a:lnTo>
                  <a:lnTo>
                    <a:pt x="128" y="64"/>
                  </a:lnTo>
                  <a:lnTo>
                    <a:pt x="136" y="40"/>
                  </a:lnTo>
                  <a:lnTo>
                    <a:pt x="144" y="24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96" y="8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72"/>
                  </a:lnTo>
                  <a:lnTo>
                    <a:pt x="0" y="96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20"/>
                  </a:lnTo>
                  <a:lnTo>
                    <a:pt x="40" y="120"/>
                  </a:lnTo>
                  <a:lnTo>
                    <a:pt x="72" y="120"/>
                  </a:lnTo>
                  <a:lnTo>
                    <a:pt x="72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2" name=""/>
            <p:cNvSpPr/>
            <p:nvPr/>
          </p:nvSpPr>
          <p:spPr>
            <a:xfrm>
              <a:off x="4751640" y="4011480"/>
              <a:ext cx="168480" cy="229680"/>
            </a:xfrm>
            <a:custGeom>
              <a:avLst/>
              <a:gdLst/>
              <a:ahLst/>
              <a:rect l="l" t="t" r="r" b="b"/>
              <a:pathLst>
                <a:path w="97" h="145">
                  <a:moveTo>
                    <a:pt x="0" y="104"/>
                  </a:moveTo>
                  <a:lnTo>
                    <a:pt x="0" y="10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32" y="88"/>
                  </a:lnTo>
                  <a:lnTo>
                    <a:pt x="40" y="80"/>
                  </a:lnTo>
                  <a:lnTo>
                    <a:pt x="56" y="5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88" y="40"/>
                  </a:lnTo>
                  <a:lnTo>
                    <a:pt x="72" y="40"/>
                  </a:lnTo>
                  <a:lnTo>
                    <a:pt x="72" y="48"/>
                  </a:lnTo>
                  <a:lnTo>
                    <a:pt x="80" y="56"/>
                  </a:lnTo>
                  <a:lnTo>
                    <a:pt x="88" y="72"/>
                  </a:lnTo>
                  <a:lnTo>
                    <a:pt x="72" y="96"/>
                  </a:lnTo>
                  <a:lnTo>
                    <a:pt x="80" y="104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56" y="136"/>
                  </a:lnTo>
                  <a:lnTo>
                    <a:pt x="32" y="136"/>
                  </a:lnTo>
                  <a:lnTo>
                    <a:pt x="16" y="136"/>
                  </a:lnTo>
                  <a:lnTo>
                    <a:pt x="16" y="128"/>
                  </a:lnTo>
                  <a:lnTo>
                    <a:pt x="8" y="120"/>
                  </a:lnTo>
                  <a:lnTo>
                    <a:pt x="0" y="112"/>
                  </a:lnTo>
                  <a:lnTo>
                    <a:pt x="0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3" name=""/>
            <p:cNvSpPr/>
            <p:nvPr/>
          </p:nvSpPr>
          <p:spPr>
            <a:xfrm>
              <a:off x="4751640" y="4011480"/>
              <a:ext cx="168480" cy="229680"/>
            </a:xfrm>
            <a:custGeom>
              <a:avLst/>
              <a:gdLst/>
              <a:ahLst/>
              <a:rect l="l" t="t" r="r" b="b"/>
              <a:pathLst>
                <a:path w="97" h="145">
                  <a:moveTo>
                    <a:pt x="0" y="104"/>
                  </a:moveTo>
                  <a:lnTo>
                    <a:pt x="16" y="80"/>
                  </a:lnTo>
                  <a:lnTo>
                    <a:pt x="24" y="80"/>
                  </a:lnTo>
                  <a:lnTo>
                    <a:pt x="32" y="88"/>
                  </a:lnTo>
                  <a:lnTo>
                    <a:pt x="40" y="80"/>
                  </a:lnTo>
                  <a:lnTo>
                    <a:pt x="56" y="5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72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88" y="40"/>
                  </a:lnTo>
                  <a:lnTo>
                    <a:pt x="72" y="40"/>
                  </a:lnTo>
                  <a:lnTo>
                    <a:pt x="72" y="48"/>
                  </a:lnTo>
                  <a:lnTo>
                    <a:pt x="80" y="56"/>
                  </a:lnTo>
                  <a:lnTo>
                    <a:pt x="88" y="72"/>
                  </a:lnTo>
                  <a:lnTo>
                    <a:pt x="72" y="96"/>
                  </a:lnTo>
                  <a:lnTo>
                    <a:pt x="80" y="104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56" y="136"/>
                  </a:lnTo>
                  <a:lnTo>
                    <a:pt x="32" y="136"/>
                  </a:lnTo>
                  <a:lnTo>
                    <a:pt x="16" y="136"/>
                  </a:lnTo>
                  <a:lnTo>
                    <a:pt x="16" y="128"/>
                  </a:lnTo>
                  <a:lnTo>
                    <a:pt x="8" y="120"/>
                  </a:lnTo>
                  <a:lnTo>
                    <a:pt x="0" y="112"/>
                  </a:lnTo>
                  <a:lnTo>
                    <a:pt x="0" y="10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4" name=""/>
            <p:cNvSpPr/>
            <p:nvPr/>
          </p:nvSpPr>
          <p:spPr>
            <a:xfrm>
              <a:off x="4766040" y="422748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24" y="0"/>
                  </a:moveTo>
                  <a:lnTo>
                    <a:pt x="24" y="0"/>
                  </a:lnTo>
                  <a:lnTo>
                    <a:pt x="24" y="16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8" y="0"/>
                  </a:lnTo>
                  <a:lnTo>
                    <a:pt x="2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5" name=""/>
            <p:cNvSpPr/>
            <p:nvPr/>
          </p:nvSpPr>
          <p:spPr>
            <a:xfrm>
              <a:off x="4766040" y="422748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24" y="0"/>
                  </a:moveTo>
                  <a:lnTo>
                    <a:pt x="24" y="16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8" y="0"/>
                  </a:lnTo>
                  <a:lnTo>
                    <a:pt x="2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6" name=""/>
            <p:cNvSpPr/>
            <p:nvPr/>
          </p:nvSpPr>
          <p:spPr>
            <a:xfrm>
              <a:off x="4751640" y="4227480"/>
              <a:ext cx="127080" cy="128160"/>
            </a:xfrm>
            <a:custGeom>
              <a:avLst/>
              <a:gdLst/>
              <a:ahLst/>
              <a:rect l="l" t="t" r="r" b="b"/>
              <a:pathLst>
                <a:path w="73" h="81">
                  <a:moveTo>
                    <a:pt x="16" y="16"/>
                  </a:moveTo>
                  <a:lnTo>
                    <a:pt x="16" y="16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56" y="16"/>
                  </a:lnTo>
                  <a:lnTo>
                    <a:pt x="64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16" y="64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7" name=""/>
            <p:cNvSpPr/>
            <p:nvPr/>
          </p:nvSpPr>
          <p:spPr>
            <a:xfrm>
              <a:off x="4751640" y="4227480"/>
              <a:ext cx="127080" cy="128160"/>
            </a:xfrm>
            <a:custGeom>
              <a:avLst/>
              <a:gdLst/>
              <a:ahLst/>
              <a:rect l="l" t="t" r="r" b="b"/>
              <a:pathLst>
                <a:path w="73" h="81">
                  <a:moveTo>
                    <a:pt x="16" y="16"/>
                  </a:moveTo>
                  <a:lnTo>
                    <a:pt x="32" y="16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56" y="16"/>
                  </a:lnTo>
                  <a:lnTo>
                    <a:pt x="64" y="8"/>
                  </a:lnTo>
                  <a:lnTo>
                    <a:pt x="72" y="16"/>
                  </a:lnTo>
                  <a:lnTo>
                    <a:pt x="72" y="24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16" y="64"/>
                  </a:lnTo>
                  <a:lnTo>
                    <a:pt x="0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8" name=""/>
            <p:cNvSpPr/>
            <p:nvPr/>
          </p:nvSpPr>
          <p:spPr>
            <a:xfrm>
              <a:off x="4807800" y="4201920"/>
              <a:ext cx="166680" cy="178920"/>
            </a:xfrm>
            <a:custGeom>
              <a:avLst/>
              <a:gdLst/>
              <a:ahLst/>
              <a:rect l="l" t="t" r="r" b="b"/>
              <a:pathLst>
                <a:path w="97" h="113">
                  <a:moveTo>
                    <a:pt x="64" y="8"/>
                  </a:moveTo>
                  <a:lnTo>
                    <a:pt x="64" y="8"/>
                  </a:lnTo>
                  <a:lnTo>
                    <a:pt x="64" y="24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72"/>
                  </a:lnTo>
                  <a:lnTo>
                    <a:pt x="16" y="72"/>
                  </a:lnTo>
                  <a:lnTo>
                    <a:pt x="8" y="80"/>
                  </a:lnTo>
                  <a:lnTo>
                    <a:pt x="8" y="88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16" y="112"/>
                  </a:lnTo>
                  <a:lnTo>
                    <a:pt x="16" y="104"/>
                  </a:lnTo>
                  <a:lnTo>
                    <a:pt x="24" y="104"/>
                  </a:lnTo>
                  <a:lnTo>
                    <a:pt x="40" y="104"/>
                  </a:lnTo>
                  <a:lnTo>
                    <a:pt x="56" y="96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6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9" name=""/>
            <p:cNvSpPr/>
            <p:nvPr/>
          </p:nvSpPr>
          <p:spPr>
            <a:xfrm>
              <a:off x="4807800" y="4201920"/>
              <a:ext cx="166680" cy="178920"/>
            </a:xfrm>
            <a:custGeom>
              <a:avLst/>
              <a:gdLst/>
              <a:ahLst/>
              <a:rect l="l" t="t" r="r" b="b"/>
              <a:pathLst>
                <a:path w="97" h="113">
                  <a:moveTo>
                    <a:pt x="64" y="8"/>
                  </a:moveTo>
                  <a:lnTo>
                    <a:pt x="64" y="24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72"/>
                  </a:lnTo>
                  <a:lnTo>
                    <a:pt x="16" y="72"/>
                  </a:lnTo>
                  <a:lnTo>
                    <a:pt x="8" y="80"/>
                  </a:lnTo>
                  <a:lnTo>
                    <a:pt x="8" y="88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16" y="112"/>
                  </a:lnTo>
                  <a:lnTo>
                    <a:pt x="16" y="104"/>
                  </a:lnTo>
                  <a:lnTo>
                    <a:pt x="24" y="104"/>
                  </a:lnTo>
                  <a:lnTo>
                    <a:pt x="40" y="104"/>
                  </a:lnTo>
                  <a:lnTo>
                    <a:pt x="56" y="96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6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0" name=""/>
            <p:cNvSpPr/>
            <p:nvPr/>
          </p:nvSpPr>
          <p:spPr>
            <a:xfrm>
              <a:off x="4834440" y="4176720"/>
              <a:ext cx="414360" cy="369360"/>
            </a:xfrm>
            <a:custGeom>
              <a:avLst/>
              <a:gdLst/>
              <a:ahLst/>
              <a:rect l="l" t="t" r="r" b="b"/>
              <a:pathLst>
                <a:path w="241" h="233">
                  <a:moveTo>
                    <a:pt x="192" y="0"/>
                  </a:moveTo>
                  <a:lnTo>
                    <a:pt x="192" y="0"/>
                  </a:lnTo>
                  <a:lnTo>
                    <a:pt x="136" y="0"/>
                  </a:lnTo>
                  <a:lnTo>
                    <a:pt x="128" y="8"/>
                  </a:lnTo>
                  <a:lnTo>
                    <a:pt x="104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80" y="16"/>
                  </a:lnTo>
                  <a:lnTo>
                    <a:pt x="64" y="72"/>
                  </a:lnTo>
                  <a:lnTo>
                    <a:pt x="48" y="88"/>
                  </a:lnTo>
                  <a:lnTo>
                    <a:pt x="40" y="112"/>
                  </a:lnTo>
                  <a:lnTo>
                    <a:pt x="24" y="120"/>
                  </a:lnTo>
                  <a:lnTo>
                    <a:pt x="8" y="120"/>
                  </a:lnTo>
                  <a:lnTo>
                    <a:pt x="0" y="136"/>
                  </a:lnTo>
                  <a:lnTo>
                    <a:pt x="0" y="144"/>
                  </a:lnTo>
                  <a:lnTo>
                    <a:pt x="16" y="136"/>
                  </a:lnTo>
                  <a:lnTo>
                    <a:pt x="48" y="136"/>
                  </a:lnTo>
                  <a:lnTo>
                    <a:pt x="56" y="136"/>
                  </a:lnTo>
                  <a:lnTo>
                    <a:pt x="56" y="152"/>
                  </a:lnTo>
                  <a:lnTo>
                    <a:pt x="72" y="168"/>
                  </a:lnTo>
                  <a:lnTo>
                    <a:pt x="88" y="160"/>
                  </a:lnTo>
                  <a:lnTo>
                    <a:pt x="88" y="152"/>
                  </a:lnTo>
                  <a:lnTo>
                    <a:pt x="104" y="152"/>
                  </a:lnTo>
                  <a:lnTo>
                    <a:pt x="120" y="160"/>
                  </a:lnTo>
                  <a:lnTo>
                    <a:pt x="120" y="184"/>
                  </a:lnTo>
                  <a:lnTo>
                    <a:pt x="128" y="192"/>
                  </a:lnTo>
                  <a:lnTo>
                    <a:pt x="120" y="200"/>
                  </a:lnTo>
                  <a:lnTo>
                    <a:pt x="120" y="208"/>
                  </a:lnTo>
                  <a:lnTo>
                    <a:pt x="144" y="200"/>
                  </a:lnTo>
                  <a:lnTo>
                    <a:pt x="176" y="216"/>
                  </a:lnTo>
                  <a:lnTo>
                    <a:pt x="184" y="208"/>
                  </a:lnTo>
                  <a:lnTo>
                    <a:pt x="208" y="224"/>
                  </a:lnTo>
                  <a:lnTo>
                    <a:pt x="216" y="232"/>
                  </a:lnTo>
                  <a:lnTo>
                    <a:pt x="216" y="216"/>
                  </a:lnTo>
                  <a:lnTo>
                    <a:pt x="208" y="216"/>
                  </a:lnTo>
                  <a:lnTo>
                    <a:pt x="208" y="208"/>
                  </a:lnTo>
                  <a:lnTo>
                    <a:pt x="208" y="176"/>
                  </a:lnTo>
                  <a:lnTo>
                    <a:pt x="208" y="168"/>
                  </a:lnTo>
                  <a:lnTo>
                    <a:pt x="232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16" y="104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216" y="80"/>
                  </a:lnTo>
                  <a:lnTo>
                    <a:pt x="224" y="56"/>
                  </a:lnTo>
                  <a:lnTo>
                    <a:pt x="232" y="48"/>
                  </a:lnTo>
                  <a:lnTo>
                    <a:pt x="240" y="32"/>
                  </a:lnTo>
                  <a:lnTo>
                    <a:pt x="232" y="32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1" name=""/>
            <p:cNvSpPr/>
            <p:nvPr/>
          </p:nvSpPr>
          <p:spPr>
            <a:xfrm>
              <a:off x="4834440" y="4176720"/>
              <a:ext cx="414360" cy="369360"/>
            </a:xfrm>
            <a:custGeom>
              <a:avLst/>
              <a:gdLst/>
              <a:ahLst/>
              <a:rect l="l" t="t" r="r" b="b"/>
              <a:pathLst>
                <a:path w="241" h="233">
                  <a:moveTo>
                    <a:pt x="192" y="0"/>
                  </a:moveTo>
                  <a:lnTo>
                    <a:pt x="136" y="0"/>
                  </a:lnTo>
                  <a:lnTo>
                    <a:pt x="128" y="8"/>
                  </a:lnTo>
                  <a:lnTo>
                    <a:pt x="104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80" y="16"/>
                  </a:lnTo>
                  <a:lnTo>
                    <a:pt x="64" y="72"/>
                  </a:lnTo>
                  <a:lnTo>
                    <a:pt x="48" y="88"/>
                  </a:lnTo>
                  <a:lnTo>
                    <a:pt x="40" y="112"/>
                  </a:lnTo>
                  <a:lnTo>
                    <a:pt x="24" y="120"/>
                  </a:lnTo>
                  <a:lnTo>
                    <a:pt x="8" y="120"/>
                  </a:lnTo>
                  <a:lnTo>
                    <a:pt x="0" y="136"/>
                  </a:lnTo>
                  <a:lnTo>
                    <a:pt x="0" y="144"/>
                  </a:lnTo>
                  <a:lnTo>
                    <a:pt x="16" y="136"/>
                  </a:lnTo>
                  <a:lnTo>
                    <a:pt x="48" y="136"/>
                  </a:lnTo>
                  <a:lnTo>
                    <a:pt x="56" y="136"/>
                  </a:lnTo>
                  <a:lnTo>
                    <a:pt x="56" y="152"/>
                  </a:lnTo>
                  <a:lnTo>
                    <a:pt x="72" y="168"/>
                  </a:lnTo>
                  <a:lnTo>
                    <a:pt x="88" y="160"/>
                  </a:lnTo>
                  <a:lnTo>
                    <a:pt x="88" y="152"/>
                  </a:lnTo>
                  <a:lnTo>
                    <a:pt x="104" y="152"/>
                  </a:lnTo>
                  <a:lnTo>
                    <a:pt x="120" y="160"/>
                  </a:lnTo>
                  <a:lnTo>
                    <a:pt x="120" y="184"/>
                  </a:lnTo>
                  <a:lnTo>
                    <a:pt x="128" y="192"/>
                  </a:lnTo>
                  <a:lnTo>
                    <a:pt x="120" y="200"/>
                  </a:lnTo>
                  <a:lnTo>
                    <a:pt x="120" y="208"/>
                  </a:lnTo>
                  <a:lnTo>
                    <a:pt x="144" y="200"/>
                  </a:lnTo>
                  <a:lnTo>
                    <a:pt x="176" y="216"/>
                  </a:lnTo>
                  <a:lnTo>
                    <a:pt x="184" y="208"/>
                  </a:lnTo>
                  <a:lnTo>
                    <a:pt x="208" y="224"/>
                  </a:lnTo>
                  <a:lnTo>
                    <a:pt x="216" y="232"/>
                  </a:lnTo>
                  <a:lnTo>
                    <a:pt x="216" y="216"/>
                  </a:lnTo>
                  <a:lnTo>
                    <a:pt x="208" y="216"/>
                  </a:lnTo>
                  <a:lnTo>
                    <a:pt x="208" y="208"/>
                  </a:lnTo>
                  <a:lnTo>
                    <a:pt x="208" y="176"/>
                  </a:lnTo>
                  <a:lnTo>
                    <a:pt x="208" y="168"/>
                  </a:lnTo>
                  <a:lnTo>
                    <a:pt x="232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16" y="104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216" y="80"/>
                  </a:lnTo>
                  <a:lnTo>
                    <a:pt x="224" y="56"/>
                  </a:lnTo>
                  <a:lnTo>
                    <a:pt x="232" y="48"/>
                  </a:lnTo>
                  <a:lnTo>
                    <a:pt x="240" y="32"/>
                  </a:lnTo>
                  <a:lnTo>
                    <a:pt x="232" y="32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2" name=""/>
            <p:cNvSpPr/>
            <p:nvPr/>
          </p:nvSpPr>
          <p:spPr>
            <a:xfrm>
              <a:off x="5193360" y="4290840"/>
              <a:ext cx="4284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24" y="24"/>
                  </a:moveTo>
                  <a:lnTo>
                    <a:pt x="24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8"/>
                  </a:lnTo>
                  <a:lnTo>
                    <a:pt x="24" y="0"/>
                  </a:lnTo>
                  <a:lnTo>
                    <a:pt x="24" y="16"/>
                  </a:lnTo>
                  <a:lnTo>
                    <a:pt x="2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3" name=""/>
            <p:cNvSpPr/>
            <p:nvPr/>
          </p:nvSpPr>
          <p:spPr>
            <a:xfrm>
              <a:off x="5193360" y="4290840"/>
              <a:ext cx="4284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24" y="24"/>
                  </a:moveTo>
                  <a:lnTo>
                    <a:pt x="8" y="24"/>
                  </a:lnTo>
                  <a:lnTo>
                    <a:pt x="0" y="24"/>
                  </a:lnTo>
                  <a:lnTo>
                    <a:pt x="8" y="8"/>
                  </a:lnTo>
                  <a:lnTo>
                    <a:pt x="24" y="0"/>
                  </a:lnTo>
                  <a:lnTo>
                    <a:pt x="24" y="16"/>
                  </a:lnTo>
                  <a:lnTo>
                    <a:pt x="24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4" name=""/>
            <p:cNvSpPr/>
            <p:nvPr/>
          </p:nvSpPr>
          <p:spPr>
            <a:xfrm>
              <a:off x="5205960" y="4329000"/>
              <a:ext cx="302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16" y="0"/>
                  </a:moveTo>
                  <a:lnTo>
                    <a:pt x="16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5" name=""/>
            <p:cNvSpPr/>
            <p:nvPr/>
          </p:nvSpPr>
          <p:spPr>
            <a:xfrm>
              <a:off x="5205960" y="4329000"/>
              <a:ext cx="302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16" y="0"/>
                  </a:moveTo>
                  <a:lnTo>
                    <a:pt x="16" y="8"/>
                  </a:lnTo>
                  <a:lnTo>
                    <a:pt x="0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6" name=""/>
            <p:cNvSpPr/>
            <p:nvPr/>
          </p:nvSpPr>
          <p:spPr>
            <a:xfrm>
              <a:off x="5205960" y="4290840"/>
              <a:ext cx="236520" cy="217080"/>
            </a:xfrm>
            <a:custGeom>
              <a:avLst/>
              <a:gdLst/>
              <a:ahLst/>
              <a:rect l="l" t="t" r="r" b="b"/>
              <a:pathLst>
                <a:path w="137" h="137">
                  <a:moveTo>
                    <a:pt x="48" y="112"/>
                  </a:moveTo>
                  <a:lnTo>
                    <a:pt x="48" y="112"/>
                  </a:lnTo>
                  <a:lnTo>
                    <a:pt x="24" y="96"/>
                  </a:lnTo>
                  <a:lnTo>
                    <a:pt x="16" y="96"/>
                  </a:lnTo>
                  <a:lnTo>
                    <a:pt x="0" y="72"/>
                  </a:lnTo>
                  <a:lnTo>
                    <a:pt x="0" y="48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104" y="24"/>
                  </a:lnTo>
                  <a:lnTo>
                    <a:pt x="104" y="40"/>
                  </a:lnTo>
                  <a:lnTo>
                    <a:pt x="128" y="48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28" y="104"/>
                  </a:lnTo>
                  <a:lnTo>
                    <a:pt x="128" y="112"/>
                  </a:lnTo>
                  <a:lnTo>
                    <a:pt x="136" y="120"/>
                  </a:lnTo>
                  <a:lnTo>
                    <a:pt x="120" y="136"/>
                  </a:lnTo>
                  <a:lnTo>
                    <a:pt x="88" y="136"/>
                  </a:lnTo>
                  <a:lnTo>
                    <a:pt x="72" y="136"/>
                  </a:lnTo>
                  <a:lnTo>
                    <a:pt x="64" y="112"/>
                  </a:lnTo>
                  <a:lnTo>
                    <a:pt x="56" y="112"/>
                  </a:lnTo>
                  <a:lnTo>
                    <a:pt x="48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7" name=""/>
            <p:cNvSpPr/>
            <p:nvPr/>
          </p:nvSpPr>
          <p:spPr>
            <a:xfrm>
              <a:off x="5205960" y="4290840"/>
              <a:ext cx="236520" cy="217080"/>
            </a:xfrm>
            <a:custGeom>
              <a:avLst/>
              <a:gdLst/>
              <a:ahLst/>
              <a:rect l="l" t="t" r="r" b="b"/>
              <a:pathLst>
                <a:path w="137" h="137">
                  <a:moveTo>
                    <a:pt x="48" y="112"/>
                  </a:moveTo>
                  <a:lnTo>
                    <a:pt x="24" y="96"/>
                  </a:lnTo>
                  <a:lnTo>
                    <a:pt x="16" y="96"/>
                  </a:lnTo>
                  <a:lnTo>
                    <a:pt x="0" y="72"/>
                  </a:lnTo>
                  <a:lnTo>
                    <a:pt x="0" y="48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104" y="24"/>
                  </a:lnTo>
                  <a:lnTo>
                    <a:pt x="104" y="40"/>
                  </a:lnTo>
                  <a:lnTo>
                    <a:pt x="128" y="48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28" y="104"/>
                  </a:lnTo>
                  <a:lnTo>
                    <a:pt x="128" y="112"/>
                  </a:lnTo>
                  <a:lnTo>
                    <a:pt x="136" y="120"/>
                  </a:lnTo>
                  <a:lnTo>
                    <a:pt x="120" y="136"/>
                  </a:lnTo>
                  <a:lnTo>
                    <a:pt x="88" y="136"/>
                  </a:lnTo>
                  <a:lnTo>
                    <a:pt x="72" y="136"/>
                  </a:lnTo>
                  <a:lnTo>
                    <a:pt x="64" y="112"/>
                  </a:lnTo>
                  <a:lnTo>
                    <a:pt x="56" y="112"/>
                  </a:lnTo>
                  <a:lnTo>
                    <a:pt x="48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8" name=""/>
            <p:cNvSpPr/>
            <p:nvPr/>
          </p:nvSpPr>
          <p:spPr>
            <a:xfrm>
              <a:off x="5041080" y="4443120"/>
              <a:ext cx="263520" cy="191880"/>
            </a:xfrm>
            <a:custGeom>
              <a:avLst/>
              <a:gdLst/>
              <a:ahLst/>
              <a:rect l="l" t="t" r="r" b="b"/>
              <a:pathLst>
                <a:path w="153" h="121">
                  <a:moveTo>
                    <a:pt x="24" y="32"/>
                  </a:moveTo>
                  <a:lnTo>
                    <a:pt x="24" y="32"/>
                  </a:lnTo>
                  <a:lnTo>
                    <a:pt x="56" y="48"/>
                  </a:lnTo>
                  <a:lnTo>
                    <a:pt x="64" y="40"/>
                  </a:lnTo>
                  <a:lnTo>
                    <a:pt x="88" y="56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44" y="16"/>
                  </a:lnTo>
                  <a:lnTo>
                    <a:pt x="152" y="32"/>
                  </a:lnTo>
                  <a:lnTo>
                    <a:pt x="144" y="40"/>
                  </a:lnTo>
                  <a:lnTo>
                    <a:pt x="144" y="48"/>
                  </a:lnTo>
                  <a:lnTo>
                    <a:pt x="136" y="64"/>
                  </a:lnTo>
                  <a:lnTo>
                    <a:pt x="144" y="72"/>
                  </a:lnTo>
                  <a:lnTo>
                    <a:pt x="104" y="88"/>
                  </a:lnTo>
                  <a:lnTo>
                    <a:pt x="104" y="9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64" y="120"/>
                  </a:lnTo>
                  <a:lnTo>
                    <a:pt x="40" y="120"/>
                  </a:lnTo>
                  <a:lnTo>
                    <a:pt x="24" y="112"/>
                  </a:lnTo>
                  <a:lnTo>
                    <a:pt x="16" y="120"/>
                  </a:lnTo>
                  <a:lnTo>
                    <a:pt x="0" y="104"/>
                  </a:lnTo>
                  <a:lnTo>
                    <a:pt x="0" y="64"/>
                  </a:lnTo>
                  <a:lnTo>
                    <a:pt x="32" y="56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9" name=""/>
            <p:cNvSpPr/>
            <p:nvPr/>
          </p:nvSpPr>
          <p:spPr>
            <a:xfrm>
              <a:off x="5041080" y="4443120"/>
              <a:ext cx="263520" cy="191880"/>
            </a:xfrm>
            <a:custGeom>
              <a:avLst/>
              <a:gdLst/>
              <a:ahLst/>
              <a:rect l="l" t="t" r="r" b="b"/>
              <a:pathLst>
                <a:path w="153" h="121">
                  <a:moveTo>
                    <a:pt x="24" y="32"/>
                  </a:moveTo>
                  <a:lnTo>
                    <a:pt x="56" y="48"/>
                  </a:lnTo>
                  <a:lnTo>
                    <a:pt x="64" y="40"/>
                  </a:lnTo>
                  <a:lnTo>
                    <a:pt x="88" y="56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44" y="16"/>
                  </a:lnTo>
                  <a:lnTo>
                    <a:pt x="152" y="32"/>
                  </a:lnTo>
                  <a:lnTo>
                    <a:pt x="144" y="40"/>
                  </a:lnTo>
                  <a:lnTo>
                    <a:pt x="144" y="48"/>
                  </a:lnTo>
                  <a:lnTo>
                    <a:pt x="136" y="64"/>
                  </a:lnTo>
                  <a:lnTo>
                    <a:pt x="144" y="72"/>
                  </a:lnTo>
                  <a:lnTo>
                    <a:pt x="104" y="88"/>
                  </a:lnTo>
                  <a:lnTo>
                    <a:pt x="104" y="96"/>
                  </a:lnTo>
                  <a:lnTo>
                    <a:pt x="88" y="96"/>
                  </a:lnTo>
                  <a:lnTo>
                    <a:pt x="88" y="104"/>
                  </a:lnTo>
                  <a:lnTo>
                    <a:pt x="64" y="120"/>
                  </a:lnTo>
                  <a:lnTo>
                    <a:pt x="40" y="120"/>
                  </a:lnTo>
                  <a:lnTo>
                    <a:pt x="24" y="112"/>
                  </a:lnTo>
                  <a:lnTo>
                    <a:pt x="16" y="120"/>
                  </a:lnTo>
                  <a:lnTo>
                    <a:pt x="0" y="104"/>
                  </a:lnTo>
                  <a:lnTo>
                    <a:pt x="0" y="64"/>
                  </a:lnTo>
                  <a:lnTo>
                    <a:pt x="32" y="56"/>
                  </a:lnTo>
                  <a:lnTo>
                    <a:pt x="24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0" name=""/>
            <p:cNvSpPr/>
            <p:nvPr/>
          </p:nvSpPr>
          <p:spPr>
            <a:xfrm>
              <a:off x="4821840" y="4620960"/>
              <a:ext cx="290520" cy="255240"/>
            </a:xfrm>
            <a:custGeom>
              <a:avLst/>
              <a:gdLst/>
              <a:ahLst/>
              <a:rect l="l" t="t" r="r" b="b"/>
              <a:pathLst>
                <a:path w="169" h="161">
                  <a:moveTo>
                    <a:pt x="56" y="160"/>
                  </a:moveTo>
                  <a:lnTo>
                    <a:pt x="56" y="160"/>
                  </a:lnTo>
                  <a:lnTo>
                    <a:pt x="48" y="144"/>
                  </a:lnTo>
                  <a:lnTo>
                    <a:pt x="32" y="96"/>
                  </a:lnTo>
                  <a:lnTo>
                    <a:pt x="32" y="72"/>
                  </a:lnTo>
                  <a:lnTo>
                    <a:pt x="0" y="8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80" y="8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44" y="8"/>
                  </a:lnTo>
                  <a:lnTo>
                    <a:pt x="152" y="0"/>
                  </a:lnTo>
                  <a:lnTo>
                    <a:pt x="168" y="8"/>
                  </a:lnTo>
                  <a:lnTo>
                    <a:pt x="152" y="24"/>
                  </a:lnTo>
                  <a:lnTo>
                    <a:pt x="144" y="16"/>
                  </a:lnTo>
                  <a:lnTo>
                    <a:pt x="120" y="16"/>
                  </a:lnTo>
                  <a:lnTo>
                    <a:pt x="112" y="64"/>
                  </a:lnTo>
                  <a:lnTo>
                    <a:pt x="104" y="72"/>
                  </a:lnTo>
                  <a:lnTo>
                    <a:pt x="104" y="104"/>
                  </a:lnTo>
                  <a:lnTo>
                    <a:pt x="104" y="152"/>
                  </a:lnTo>
                  <a:lnTo>
                    <a:pt x="88" y="160"/>
                  </a:lnTo>
                  <a:lnTo>
                    <a:pt x="72" y="160"/>
                  </a:lnTo>
                  <a:lnTo>
                    <a:pt x="64" y="152"/>
                  </a:lnTo>
                  <a:lnTo>
                    <a:pt x="56" y="16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1" name=""/>
            <p:cNvSpPr/>
            <p:nvPr/>
          </p:nvSpPr>
          <p:spPr>
            <a:xfrm>
              <a:off x="4821840" y="4620960"/>
              <a:ext cx="290520" cy="255240"/>
            </a:xfrm>
            <a:custGeom>
              <a:avLst/>
              <a:gdLst/>
              <a:ahLst/>
              <a:rect l="l" t="t" r="r" b="b"/>
              <a:pathLst>
                <a:path w="169" h="161">
                  <a:moveTo>
                    <a:pt x="56" y="160"/>
                  </a:moveTo>
                  <a:lnTo>
                    <a:pt x="48" y="144"/>
                  </a:lnTo>
                  <a:lnTo>
                    <a:pt x="32" y="96"/>
                  </a:lnTo>
                  <a:lnTo>
                    <a:pt x="32" y="72"/>
                  </a:lnTo>
                  <a:lnTo>
                    <a:pt x="0" y="8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2" y="0"/>
                  </a:lnTo>
                  <a:lnTo>
                    <a:pt x="80" y="8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44" y="8"/>
                  </a:lnTo>
                  <a:lnTo>
                    <a:pt x="152" y="0"/>
                  </a:lnTo>
                  <a:lnTo>
                    <a:pt x="168" y="8"/>
                  </a:lnTo>
                  <a:lnTo>
                    <a:pt x="152" y="24"/>
                  </a:lnTo>
                  <a:lnTo>
                    <a:pt x="144" y="16"/>
                  </a:lnTo>
                  <a:lnTo>
                    <a:pt x="120" y="16"/>
                  </a:lnTo>
                  <a:lnTo>
                    <a:pt x="112" y="64"/>
                  </a:lnTo>
                  <a:lnTo>
                    <a:pt x="104" y="72"/>
                  </a:lnTo>
                  <a:lnTo>
                    <a:pt x="104" y="104"/>
                  </a:lnTo>
                  <a:lnTo>
                    <a:pt x="104" y="152"/>
                  </a:lnTo>
                  <a:lnTo>
                    <a:pt x="88" y="160"/>
                  </a:lnTo>
                  <a:lnTo>
                    <a:pt x="72" y="160"/>
                  </a:lnTo>
                  <a:lnTo>
                    <a:pt x="64" y="152"/>
                  </a:lnTo>
                  <a:lnTo>
                    <a:pt x="56" y="16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2" name=""/>
            <p:cNvSpPr/>
            <p:nvPr/>
          </p:nvSpPr>
          <p:spPr>
            <a:xfrm>
              <a:off x="4821840" y="4392360"/>
              <a:ext cx="276480" cy="255240"/>
            </a:xfrm>
            <a:custGeom>
              <a:avLst/>
              <a:gdLst/>
              <a:ahLst/>
              <a:rect l="l" t="t" r="r" b="b"/>
              <a:pathLst>
                <a:path w="161" h="161">
                  <a:moveTo>
                    <a:pt x="0" y="144"/>
                  </a:moveTo>
                  <a:lnTo>
                    <a:pt x="0" y="144"/>
                  </a:lnTo>
                  <a:lnTo>
                    <a:pt x="16" y="144"/>
                  </a:lnTo>
                  <a:lnTo>
                    <a:pt x="32" y="144"/>
                  </a:lnTo>
                  <a:lnTo>
                    <a:pt x="80" y="152"/>
                  </a:lnTo>
                  <a:lnTo>
                    <a:pt x="96" y="152"/>
                  </a:lnTo>
                  <a:lnTo>
                    <a:pt x="128" y="160"/>
                  </a:lnTo>
                  <a:lnTo>
                    <a:pt x="144" y="152"/>
                  </a:lnTo>
                  <a:lnTo>
                    <a:pt x="128" y="136"/>
                  </a:lnTo>
                  <a:lnTo>
                    <a:pt x="128" y="96"/>
                  </a:lnTo>
                  <a:lnTo>
                    <a:pt x="160" y="88"/>
                  </a:lnTo>
                  <a:lnTo>
                    <a:pt x="152" y="64"/>
                  </a:lnTo>
                  <a:lnTo>
                    <a:pt x="128" y="72"/>
                  </a:lnTo>
                  <a:lnTo>
                    <a:pt x="128" y="64"/>
                  </a:lnTo>
                  <a:lnTo>
                    <a:pt x="136" y="56"/>
                  </a:lnTo>
                  <a:lnTo>
                    <a:pt x="128" y="48"/>
                  </a:lnTo>
                  <a:lnTo>
                    <a:pt x="128" y="24"/>
                  </a:lnTo>
                  <a:lnTo>
                    <a:pt x="112" y="16"/>
                  </a:lnTo>
                  <a:lnTo>
                    <a:pt x="96" y="16"/>
                  </a:lnTo>
                  <a:lnTo>
                    <a:pt x="96" y="24"/>
                  </a:lnTo>
                  <a:lnTo>
                    <a:pt x="80" y="32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32"/>
                  </a:lnTo>
                  <a:lnTo>
                    <a:pt x="16" y="40"/>
                  </a:lnTo>
                  <a:lnTo>
                    <a:pt x="24" y="72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0" y="128"/>
                  </a:lnTo>
                  <a:lnTo>
                    <a:pt x="0" y="14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3" name=""/>
            <p:cNvSpPr/>
            <p:nvPr/>
          </p:nvSpPr>
          <p:spPr>
            <a:xfrm>
              <a:off x="4821840" y="4392360"/>
              <a:ext cx="276480" cy="255240"/>
            </a:xfrm>
            <a:custGeom>
              <a:avLst/>
              <a:gdLst/>
              <a:ahLst/>
              <a:rect l="l" t="t" r="r" b="b"/>
              <a:pathLst>
                <a:path w="161" h="161">
                  <a:moveTo>
                    <a:pt x="0" y="144"/>
                  </a:moveTo>
                  <a:lnTo>
                    <a:pt x="16" y="144"/>
                  </a:lnTo>
                  <a:lnTo>
                    <a:pt x="32" y="144"/>
                  </a:lnTo>
                  <a:lnTo>
                    <a:pt x="80" y="152"/>
                  </a:lnTo>
                  <a:lnTo>
                    <a:pt x="96" y="152"/>
                  </a:lnTo>
                  <a:lnTo>
                    <a:pt x="128" y="160"/>
                  </a:lnTo>
                  <a:lnTo>
                    <a:pt x="144" y="152"/>
                  </a:lnTo>
                  <a:lnTo>
                    <a:pt x="128" y="136"/>
                  </a:lnTo>
                  <a:lnTo>
                    <a:pt x="128" y="96"/>
                  </a:lnTo>
                  <a:lnTo>
                    <a:pt x="160" y="88"/>
                  </a:lnTo>
                  <a:lnTo>
                    <a:pt x="152" y="64"/>
                  </a:lnTo>
                  <a:lnTo>
                    <a:pt x="128" y="72"/>
                  </a:lnTo>
                  <a:lnTo>
                    <a:pt x="128" y="64"/>
                  </a:lnTo>
                  <a:lnTo>
                    <a:pt x="136" y="56"/>
                  </a:lnTo>
                  <a:lnTo>
                    <a:pt x="128" y="48"/>
                  </a:lnTo>
                  <a:lnTo>
                    <a:pt x="128" y="24"/>
                  </a:lnTo>
                  <a:lnTo>
                    <a:pt x="112" y="16"/>
                  </a:lnTo>
                  <a:lnTo>
                    <a:pt x="96" y="16"/>
                  </a:lnTo>
                  <a:lnTo>
                    <a:pt x="96" y="24"/>
                  </a:lnTo>
                  <a:lnTo>
                    <a:pt x="80" y="32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32"/>
                  </a:lnTo>
                  <a:lnTo>
                    <a:pt x="16" y="40"/>
                  </a:lnTo>
                  <a:lnTo>
                    <a:pt x="24" y="72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0" y="128"/>
                  </a:lnTo>
                  <a:lnTo>
                    <a:pt x="0" y="14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4" name=""/>
            <p:cNvSpPr/>
            <p:nvPr/>
          </p:nvSpPr>
          <p:spPr>
            <a:xfrm>
              <a:off x="4834440" y="4367160"/>
              <a:ext cx="1620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8" y="0"/>
                  </a:moveTo>
                  <a:lnTo>
                    <a:pt x="8" y="0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5" name=""/>
            <p:cNvSpPr/>
            <p:nvPr/>
          </p:nvSpPr>
          <p:spPr>
            <a:xfrm>
              <a:off x="4834440" y="4367160"/>
              <a:ext cx="1620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8" y="0"/>
                  </a:move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6" name=""/>
            <p:cNvSpPr/>
            <p:nvPr/>
          </p:nvSpPr>
          <p:spPr>
            <a:xfrm>
              <a:off x="4917240" y="4722480"/>
              <a:ext cx="360360" cy="293400"/>
            </a:xfrm>
            <a:custGeom>
              <a:avLst/>
              <a:gdLst/>
              <a:ahLst/>
              <a:rect l="l" t="t" r="r" b="b"/>
              <a:pathLst>
                <a:path w="209" h="185">
                  <a:moveTo>
                    <a:pt x="192" y="8"/>
                  </a:moveTo>
                  <a:lnTo>
                    <a:pt x="192" y="8"/>
                  </a:lnTo>
                  <a:lnTo>
                    <a:pt x="200" y="56"/>
                  </a:lnTo>
                  <a:lnTo>
                    <a:pt x="192" y="56"/>
                  </a:lnTo>
                  <a:lnTo>
                    <a:pt x="184" y="64"/>
                  </a:lnTo>
                  <a:lnTo>
                    <a:pt x="192" y="72"/>
                  </a:lnTo>
                  <a:lnTo>
                    <a:pt x="200" y="64"/>
                  </a:lnTo>
                  <a:lnTo>
                    <a:pt x="208" y="64"/>
                  </a:lnTo>
                  <a:lnTo>
                    <a:pt x="208" y="72"/>
                  </a:lnTo>
                  <a:lnTo>
                    <a:pt x="208" y="96"/>
                  </a:lnTo>
                  <a:lnTo>
                    <a:pt x="192" y="104"/>
                  </a:lnTo>
                  <a:lnTo>
                    <a:pt x="176" y="128"/>
                  </a:lnTo>
                  <a:lnTo>
                    <a:pt x="152" y="152"/>
                  </a:lnTo>
                  <a:lnTo>
                    <a:pt x="136" y="168"/>
                  </a:lnTo>
                  <a:lnTo>
                    <a:pt x="112" y="176"/>
                  </a:lnTo>
                  <a:lnTo>
                    <a:pt x="96" y="176"/>
                  </a:lnTo>
                  <a:lnTo>
                    <a:pt x="72" y="176"/>
                  </a:lnTo>
                  <a:lnTo>
                    <a:pt x="48" y="184"/>
                  </a:lnTo>
                  <a:lnTo>
                    <a:pt x="40" y="184"/>
                  </a:lnTo>
                  <a:lnTo>
                    <a:pt x="32" y="176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8" y="96"/>
                  </a:lnTo>
                  <a:lnTo>
                    <a:pt x="0" y="96"/>
                  </a:lnTo>
                  <a:lnTo>
                    <a:pt x="8" y="88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48" y="88"/>
                  </a:lnTo>
                  <a:lnTo>
                    <a:pt x="48" y="40"/>
                  </a:lnTo>
                  <a:lnTo>
                    <a:pt x="56" y="48"/>
                  </a:lnTo>
                  <a:lnTo>
                    <a:pt x="56" y="64"/>
                  </a:lnTo>
                  <a:lnTo>
                    <a:pt x="72" y="64"/>
                  </a:lnTo>
                  <a:lnTo>
                    <a:pt x="96" y="48"/>
                  </a:lnTo>
                  <a:lnTo>
                    <a:pt x="104" y="56"/>
                  </a:lnTo>
                  <a:lnTo>
                    <a:pt x="112" y="4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84" y="8"/>
                  </a:lnTo>
                  <a:lnTo>
                    <a:pt x="19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7" name=""/>
            <p:cNvSpPr/>
            <p:nvPr/>
          </p:nvSpPr>
          <p:spPr>
            <a:xfrm>
              <a:off x="4917240" y="4722480"/>
              <a:ext cx="360360" cy="293400"/>
            </a:xfrm>
            <a:custGeom>
              <a:avLst/>
              <a:gdLst/>
              <a:ahLst/>
              <a:rect l="l" t="t" r="r" b="b"/>
              <a:pathLst>
                <a:path w="209" h="185">
                  <a:moveTo>
                    <a:pt x="192" y="8"/>
                  </a:moveTo>
                  <a:lnTo>
                    <a:pt x="200" y="56"/>
                  </a:lnTo>
                  <a:lnTo>
                    <a:pt x="192" y="56"/>
                  </a:lnTo>
                  <a:lnTo>
                    <a:pt x="184" y="64"/>
                  </a:lnTo>
                  <a:lnTo>
                    <a:pt x="192" y="72"/>
                  </a:lnTo>
                  <a:lnTo>
                    <a:pt x="200" y="64"/>
                  </a:lnTo>
                  <a:lnTo>
                    <a:pt x="208" y="64"/>
                  </a:lnTo>
                  <a:lnTo>
                    <a:pt x="208" y="72"/>
                  </a:lnTo>
                  <a:lnTo>
                    <a:pt x="208" y="96"/>
                  </a:lnTo>
                  <a:lnTo>
                    <a:pt x="192" y="104"/>
                  </a:lnTo>
                  <a:lnTo>
                    <a:pt x="176" y="128"/>
                  </a:lnTo>
                  <a:lnTo>
                    <a:pt x="152" y="152"/>
                  </a:lnTo>
                  <a:lnTo>
                    <a:pt x="136" y="168"/>
                  </a:lnTo>
                  <a:lnTo>
                    <a:pt x="112" y="176"/>
                  </a:lnTo>
                  <a:lnTo>
                    <a:pt x="96" y="176"/>
                  </a:lnTo>
                  <a:lnTo>
                    <a:pt x="72" y="176"/>
                  </a:lnTo>
                  <a:lnTo>
                    <a:pt x="48" y="184"/>
                  </a:lnTo>
                  <a:lnTo>
                    <a:pt x="40" y="184"/>
                  </a:lnTo>
                  <a:lnTo>
                    <a:pt x="32" y="176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8" y="96"/>
                  </a:lnTo>
                  <a:lnTo>
                    <a:pt x="0" y="96"/>
                  </a:lnTo>
                  <a:lnTo>
                    <a:pt x="8" y="88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48" y="88"/>
                  </a:lnTo>
                  <a:lnTo>
                    <a:pt x="48" y="40"/>
                  </a:lnTo>
                  <a:lnTo>
                    <a:pt x="56" y="48"/>
                  </a:lnTo>
                  <a:lnTo>
                    <a:pt x="56" y="64"/>
                  </a:lnTo>
                  <a:lnTo>
                    <a:pt x="72" y="64"/>
                  </a:lnTo>
                  <a:lnTo>
                    <a:pt x="96" y="48"/>
                  </a:lnTo>
                  <a:lnTo>
                    <a:pt x="104" y="56"/>
                  </a:lnTo>
                  <a:lnTo>
                    <a:pt x="112" y="4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84" y="8"/>
                  </a:lnTo>
                  <a:lnTo>
                    <a:pt x="19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8" name=""/>
            <p:cNvSpPr/>
            <p:nvPr/>
          </p:nvSpPr>
          <p:spPr>
            <a:xfrm>
              <a:off x="4999680" y="4633920"/>
              <a:ext cx="208080" cy="191520"/>
            </a:xfrm>
            <a:custGeom>
              <a:avLst/>
              <a:gdLst/>
              <a:ahLst/>
              <a:rect l="l" t="t" r="r" b="b"/>
              <a:pathLst>
                <a:path w="121" h="121">
                  <a:moveTo>
                    <a:pt x="0" y="96"/>
                  </a:moveTo>
                  <a:lnTo>
                    <a:pt x="0" y="96"/>
                  </a:lnTo>
                  <a:lnTo>
                    <a:pt x="8" y="104"/>
                  </a:lnTo>
                  <a:lnTo>
                    <a:pt x="8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64" y="104"/>
                  </a:lnTo>
                  <a:lnTo>
                    <a:pt x="96" y="72"/>
                  </a:lnTo>
                  <a:lnTo>
                    <a:pt x="120" y="56"/>
                  </a:lnTo>
                  <a:lnTo>
                    <a:pt x="104" y="56"/>
                  </a:lnTo>
                  <a:lnTo>
                    <a:pt x="96" y="40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64"/>
                  </a:lnTo>
                  <a:lnTo>
                    <a:pt x="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9" name=""/>
            <p:cNvSpPr/>
            <p:nvPr/>
          </p:nvSpPr>
          <p:spPr>
            <a:xfrm>
              <a:off x="4999680" y="4633920"/>
              <a:ext cx="208080" cy="191520"/>
            </a:xfrm>
            <a:custGeom>
              <a:avLst/>
              <a:gdLst/>
              <a:ahLst/>
              <a:rect l="l" t="t" r="r" b="b"/>
              <a:pathLst>
                <a:path w="121" h="121">
                  <a:moveTo>
                    <a:pt x="0" y="96"/>
                  </a:moveTo>
                  <a:lnTo>
                    <a:pt x="8" y="104"/>
                  </a:lnTo>
                  <a:lnTo>
                    <a:pt x="8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64" y="104"/>
                  </a:lnTo>
                  <a:lnTo>
                    <a:pt x="96" y="72"/>
                  </a:lnTo>
                  <a:lnTo>
                    <a:pt x="120" y="56"/>
                  </a:lnTo>
                  <a:lnTo>
                    <a:pt x="104" y="56"/>
                  </a:lnTo>
                  <a:lnTo>
                    <a:pt x="96" y="40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64"/>
                  </a:lnTo>
                  <a:lnTo>
                    <a:pt x="0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0" name=""/>
            <p:cNvSpPr/>
            <p:nvPr/>
          </p:nvSpPr>
          <p:spPr>
            <a:xfrm>
              <a:off x="5110920" y="4595760"/>
              <a:ext cx="179280" cy="140760"/>
            </a:xfrm>
            <a:custGeom>
              <a:avLst/>
              <a:gdLst/>
              <a:ahLst/>
              <a:rect l="l" t="t" r="r" b="b"/>
              <a:pathLst>
                <a:path w="105" h="89">
                  <a:moveTo>
                    <a:pt x="64" y="0"/>
                  </a:moveTo>
                  <a:lnTo>
                    <a:pt x="64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16" y="48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72" y="88"/>
                  </a:lnTo>
                  <a:lnTo>
                    <a:pt x="80" y="88"/>
                  </a:lnTo>
                  <a:lnTo>
                    <a:pt x="96" y="56"/>
                  </a:lnTo>
                  <a:lnTo>
                    <a:pt x="104" y="24"/>
                  </a:lnTo>
                  <a:lnTo>
                    <a:pt x="96" y="8"/>
                  </a:lnTo>
                  <a:lnTo>
                    <a:pt x="80" y="0"/>
                  </a:lnTo>
                  <a:lnTo>
                    <a:pt x="6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1" name=""/>
            <p:cNvSpPr/>
            <p:nvPr/>
          </p:nvSpPr>
          <p:spPr>
            <a:xfrm>
              <a:off x="5110920" y="4595760"/>
              <a:ext cx="179280" cy="140760"/>
            </a:xfrm>
            <a:custGeom>
              <a:avLst/>
              <a:gdLst/>
              <a:ahLst/>
              <a:rect l="l" t="t" r="r" b="b"/>
              <a:pathLst>
                <a:path w="105" h="89">
                  <a:moveTo>
                    <a:pt x="64" y="0"/>
                  </a:moveTo>
                  <a:lnTo>
                    <a:pt x="48" y="0"/>
                  </a:lnTo>
                  <a:lnTo>
                    <a:pt x="48" y="8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16" y="48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72" y="88"/>
                  </a:lnTo>
                  <a:lnTo>
                    <a:pt x="80" y="88"/>
                  </a:lnTo>
                  <a:lnTo>
                    <a:pt x="96" y="56"/>
                  </a:lnTo>
                  <a:lnTo>
                    <a:pt x="104" y="24"/>
                  </a:lnTo>
                  <a:lnTo>
                    <a:pt x="96" y="8"/>
                  </a:lnTo>
                  <a:lnTo>
                    <a:pt x="80" y="0"/>
                  </a:lnTo>
                  <a:lnTo>
                    <a:pt x="64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2" name=""/>
            <p:cNvSpPr/>
            <p:nvPr/>
          </p:nvSpPr>
          <p:spPr>
            <a:xfrm>
              <a:off x="5220360" y="4481280"/>
              <a:ext cx="235080" cy="344160"/>
            </a:xfrm>
            <a:custGeom>
              <a:avLst/>
              <a:gdLst/>
              <a:ahLst/>
              <a:rect l="l" t="t" r="r" b="b"/>
              <a:pathLst>
                <a:path w="137" h="217">
                  <a:moveTo>
                    <a:pt x="32" y="216"/>
                  </a:moveTo>
                  <a:lnTo>
                    <a:pt x="32" y="216"/>
                  </a:lnTo>
                  <a:lnTo>
                    <a:pt x="32" y="208"/>
                  </a:lnTo>
                  <a:lnTo>
                    <a:pt x="32" y="200"/>
                  </a:lnTo>
                  <a:lnTo>
                    <a:pt x="64" y="192"/>
                  </a:lnTo>
                  <a:lnTo>
                    <a:pt x="72" y="184"/>
                  </a:lnTo>
                  <a:lnTo>
                    <a:pt x="72" y="160"/>
                  </a:lnTo>
                  <a:lnTo>
                    <a:pt x="56" y="128"/>
                  </a:lnTo>
                  <a:lnTo>
                    <a:pt x="88" y="96"/>
                  </a:lnTo>
                  <a:lnTo>
                    <a:pt x="112" y="88"/>
                  </a:lnTo>
                  <a:lnTo>
                    <a:pt x="136" y="64"/>
                  </a:lnTo>
                  <a:lnTo>
                    <a:pt x="128" y="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64" y="16"/>
                  </a:lnTo>
                  <a:lnTo>
                    <a:pt x="56" y="24"/>
                  </a:lnTo>
                  <a:lnTo>
                    <a:pt x="64" y="40"/>
                  </a:lnTo>
                  <a:lnTo>
                    <a:pt x="72" y="56"/>
                  </a:lnTo>
                  <a:lnTo>
                    <a:pt x="72" y="72"/>
                  </a:lnTo>
                  <a:lnTo>
                    <a:pt x="64" y="88"/>
                  </a:lnTo>
                  <a:lnTo>
                    <a:pt x="56" y="72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40" y="48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96"/>
                  </a:lnTo>
                  <a:lnTo>
                    <a:pt x="32" y="128"/>
                  </a:lnTo>
                  <a:lnTo>
                    <a:pt x="16" y="160"/>
                  </a:lnTo>
                  <a:lnTo>
                    <a:pt x="24" y="208"/>
                  </a:lnTo>
                  <a:lnTo>
                    <a:pt x="24" y="216"/>
                  </a:lnTo>
                  <a:lnTo>
                    <a:pt x="32" y="2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3" name=""/>
            <p:cNvSpPr/>
            <p:nvPr/>
          </p:nvSpPr>
          <p:spPr>
            <a:xfrm>
              <a:off x="5220360" y="4481280"/>
              <a:ext cx="235080" cy="344160"/>
            </a:xfrm>
            <a:custGeom>
              <a:avLst/>
              <a:gdLst/>
              <a:ahLst/>
              <a:rect l="l" t="t" r="r" b="b"/>
              <a:pathLst>
                <a:path w="137" h="217">
                  <a:moveTo>
                    <a:pt x="32" y="216"/>
                  </a:moveTo>
                  <a:lnTo>
                    <a:pt x="32" y="208"/>
                  </a:lnTo>
                  <a:lnTo>
                    <a:pt x="32" y="200"/>
                  </a:lnTo>
                  <a:lnTo>
                    <a:pt x="64" y="192"/>
                  </a:lnTo>
                  <a:lnTo>
                    <a:pt x="72" y="184"/>
                  </a:lnTo>
                  <a:lnTo>
                    <a:pt x="72" y="160"/>
                  </a:lnTo>
                  <a:lnTo>
                    <a:pt x="56" y="128"/>
                  </a:lnTo>
                  <a:lnTo>
                    <a:pt x="88" y="96"/>
                  </a:lnTo>
                  <a:lnTo>
                    <a:pt x="112" y="88"/>
                  </a:lnTo>
                  <a:lnTo>
                    <a:pt x="136" y="64"/>
                  </a:lnTo>
                  <a:lnTo>
                    <a:pt x="128" y="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64" y="16"/>
                  </a:lnTo>
                  <a:lnTo>
                    <a:pt x="56" y="24"/>
                  </a:lnTo>
                  <a:lnTo>
                    <a:pt x="64" y="40"/>
                  </a:lnTo>
                  <a:lnTo>
                    <a:pt x="72" y="56"/>
                  </a:lnTo>
                  <a:lnTo>
                    <a:pt x="72" y="72"/>
                  </a:lnTo>
                  <a:lnTo>
                    <a:pt x="64" y="88"/>
                  </a:lnTo>
                  <a:lnTo>
                    <a:pt x="56" y="72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40" y="48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96"/>
                  </a:lnTo>
                  <a:lnTo>
                    <a:pt x="32" y="128"/>
                  </a:lnTo>
                  <a:lnTo>
                    <a:pt x="16" y="160"/>
                  </a:lnTo>
                  <a:lnTo>
                    <a:pt x="24" y="208"/>
                  </a:lnTo>
                  <a:lnTo>
                    <a:pt x="24" y="216"/>
                  </a:lnTo>
                  <a:lnTo>
                    <a:pt x="32" y="2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4" name=""/>
            <p:cNvSpPr/>
            <p:nvPr/>
          </p:nvSpPr>
          <p:spPr>
            <a:xfrm>
              <a:off x="5275800" y="4468680"/>
              <a:ext cx="69840" cy="153720"/>
            </a:xfrm>
            <a:custGeom>
              <a:avLst/>
              <a:gdLst/>
              <a:ahLst/>
              <a:rect l="l" t="t" r="r" b="b"/>
              <a:pathLst>
                <a:path w="41" h="97">
                  <a:moveTo>
                    <a:pt x="8" y="56"/>
                  </a:moveTo>
                  <a:lnTo>
                    <a:pt x="8" y="56"/>
                  </a:lnTo>
                  <a:lnTo>
                    <a:pt x="0" y="48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24" y="32"/>
                  </a:lnTo>
                  <a:lnTo>
                    <a:pt x="32" y="48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32" y="96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5" name=""/>
            <p:cNvSpPr/>
            <p:nvPr/>
          </p:nvSpPr>
          <p:spPr>
            <a:xfrm>
              <a:off x="5275800" y="4468680"/>
              <a:ext cx="69840" cy="153720"/>
            </a:xfrm>
            <a:custGeom>
              <a:avLst/>
              <a:gdLst/>
              <a:ahLst/>
              <a:rect l="l" t="t" r="r" b="b"/>
              <a:pathLst>
                <a:path w="41" h="97">
                  <a:moveTo>
                    <a:pt x="8" y="56"/>
                  </a:moveTo>
                  <a:lnTo>
                    <a:pt x="0" y="48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24" y="32"/>
                  </a:lnTo>
                  <a:lnTo>
                    <a:pt x="32" y="48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32" y="96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16" y="64"/>
                  </a:lnTo>
                  <a:lnTo>
                    <a:pt x="8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6" name=""/>
            <p:cNvSpPr/>
            <p:nvPr/>
          </p:nvSpPr>
          <p:spPr>
            <a:xfrm>
              <a:off x="5234760" y="48114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16" y="8"/>
                  </a:move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7" name=""/>
            <p:cNvSpPr/>
            <p:nvPr/>
          </p:nvSpPr>
          <p:spPr>
            <a:xfrm>
              <a:off x="5234760" y="48114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16" y="8"/>
                  </a:move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16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8" name=""/>
            <p:cNvSpPr/>
            <p:nvPr/>
          </p:nvSpPr>
          <p:spPr>
            <a:xfrm>
              <a:off x="5509440" y="4519440"/>
              <a:ext cx="152280" cy="280800"/>
            </a:xfrm>
            <a:custGeom>
              <a:avLst/>
              <a:gdLst/>
              <a:ahLst/>
              <a:rect l="l" t="t" r="r" b="b"/>
              <a:pathLst>
                <a:path w="89" h="177">
                  <a:moveTo>
                    <a:pt x="0" y="128"/>
                  </a:moveTo>
                  <a:lnTo>
                    <a:pt x="0" y="128"/>
                  </a:lnTo>
                  <a:lnTo>
                    <a:pt x="8" y="160"/>
                  </a:lnTo>
                  <a:lnTo>
                    <a:pt x="16" y="176"/>
                  </a:lnTo>
                  <a:lnTo>
                    <a:pt x="40" y="176"/>
                  </a:lnTo>
                  <a:lnTo>
                    <a:pt x="48" y="168"/>
                  </a:lnTo>
                  <a:lnTo>
                    <a:pt x="72" y="80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56" y="32"/>
                  </a:lnTo>
                  <a:lnTo>
                    <a:pt x="16" y="56"/>
                  </a:lnTo>
                  <a:lnTo>
                    <a:pt x="8" y="72"/>
                  </a:lnTo>
                  <a:lnTo>
                    <a:pt x="16" y="104"/>
                  </a:lnTo>
                  <a:lnTo>
                    <a:pt x="0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9" name=""/>
            <p:cNvSpPr/>
            <p:nvPr/>
          </p:nvSpPr>
          <p:spPr>
            <a:xfrm>
              <a:off x="5509440" y="4519440"/>
              <a:ext cx="152280" cy="280800"/>
            </a:xfrm>
            <a:custGeom>
              <a:avLst/>
              <a:gdLst/>
              <a:ahLst/>
              <a:rect l="l" t="t" r="r" b="b"/>
              <a:pathLst>
                <a:path w="89" h="177">
                  <a:moveTo>
                    <a:pt x="0" y="128"/>
                  </a:moveTo>
                  <a:lnTo>
                    <a:pt x="8" y="160"/>
                  </a:lnTo>
                  <a:lnTo>
                    <a:pt x="16" y="176"/>
                  </a:lnTo>
                  <a:lnTo>
                    <a:pt x="40" y="176"/>
                  </a:lnTo>
                  <a:lnTo>
                    <a:pt x="48" y="168"/>
                  </a:lnTo>
                  <a:lnTo>
                    <a:pt x="72" y="80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64" y="16"/>
                  </a:lnTo>
                  <a:lnTo>
                    <a:pt x="56" y="16"/>
                  </a:lnTo>
                  <a:lnTo>
                    <a:pt x="56" y="32"/>
                  </a:lnTo>
                  <a:lnTo>
                    <a:pt x="16" y="56"/>
                  </a:lnTo>
                  <a:lnTo>
                    <a:pt x="8" y="72"/>
                  </a:lnTo>
                  <a:lnTo>
                    <a:pt x="16" y="104"/>
                  </a:lnTo>
                  <a:lnTo>
                    <a:pt x="0" y="12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0" name=""/>
            <p:cNvSpPr/>
            <p:nvPr/>
          </p:nvSpPr>
          <p:spPr>
            <a:xfrm>
              <a:off x="5777640" y="472896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1" name=""/>
            <p:cNvSpPr/>
            <p:nvPr/>
          </p:nvSpPr>
          <p:spPr>
            <a:xfrm>
              <a:off x="5812560" y="4684680"/>
              <a:ext cx="144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2" name=""/>
            <p:cNvSpPr/>
            <p:nvPr/>
          </p:nvSpPr>
          <p:spPr>
            <a:xfrm>
              <a:off x="5812560" y="4684680"/>
              <a:ext cx="144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3" name=""/>
            <p:cNvSpPr/>
            <p:nvPr/>
          </p:nvSpPr>
          <p:spPr>
            <a:xfrm>
              <a:off x="5736240" y="4043160"/>
              <a:ext cx="1440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4" name=""/>
            <p:cNvSpPr/>
            <p:nvPr/>
          </p:nvSpPr>
          <p:spPr>
            <a:xfrm>
              <a:off x="6677640" y="424008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5" name=""/>
            <p:cNvSpPr/>
            <p:nvPr/>
          </p:nvSpPr>
          <p:spPr>
            <a:xfrm>
              <a:off x="6677640" y="424008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8"/>
                  </a:moveTo>
                  <a:lnTo>
                    <a:pt x="8" y="16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6" name=""/>
            <p:cNvSpPr/>
            <p:nvPr/>
          </p:nvSpPr>
          <p:spPr>
            <a:xfrm>
              <a:off x="6706440" y="4290840"/>
              <a:ext cx="140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8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7" name=""/>
            <p:cNvSpPr/>
            <p:nvPr/>
          </p:nvSpPr>
          <p:spPr>
            <a:xfrm>
              <a:off x="6706440" y="4290840"/>
              <a:ext cx="140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8" name=""/>
            <p:cNvSpPr/>
            <p:nvPr/>
          </p:nvSpPr>
          <p:spPr>
            <a:xfrm>
              <a:off x="6293520" y="407484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24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32" y="32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9" name=""/>
            <p:cNvSpPr/>
            <p:nvPr/>
          </p:nvSpPr>
          <p:spPr>
            <a:xfrm>
              <a:off x="6293520" y="407484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24"/>
                  </a:moveTo>
                  <a:lnTo>
                    <a:pt x="8" y="48"/>
                  </a:lnTo>
                  <a:lnTo>
                    <a:pt x="24" y="48"/>
                  </a:lnTo>
                  <a:lnTo>
                    <a:pt x="32" y="32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0" name=""/>
            <p:cNvSpPr/>
            <p:nvPr/>
          </p:nvSpPr>
          <p:spPr>
            <a:xfrm>
              <a:off x="6925680" y="3871800"/>
              <a:ext cx="572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32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1" name=""/>
            <p:cNvSpPr/>
            <p:nvPr/>
          </p:nvSpPr>
          <p:spPr>
            <a:xfrm>
              <a:off x="6925680" y="3871800"/>
              <a:ext cx="572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0" y="16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32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2" name=""/>
            <p:cNvSpPr/>
            <p:nvPr/>
          </p:nvSpPr>
          <p:spPr>
            <a:xfrm>
              <a:off x="7173360" y="3757320"/>
              <a:ext cx="42840" cy="64800"/>
            </a:xfrm>
            <a:custGeom>
              <a:avLst/>
              <a:gdLst/>
              <a:ahLst/>
              <a:rect l="l" t="t" r="r" b="b"/>
              <a:pathLst>
                <a:path w="25" h="41">
                  <a:moveTo>
                    <a:pt x="0" y="24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3" name=""/>
            <p:cNvSpPr/>
            <p:nvPr/>
          </p:nvSpPr>
          <p:spPr>
            <a:xfrm>
              <a:off x="7173360" y="3757320"/>
              <a:ext cx="42840" cy="64800"/>
            </a:xfrm>
            <a:custGeom>
              <a:avLst/>
              <a:gdLst/>
              <a:ahLst/>
              <a:rect l="l" t="t" r="r" b="b"/>
              <a:pathLst>
                <a:path w="25" h="41">
                  <a:moveTo>
                    <a:pt x="0" y="24"/>
                  </a:moveTo>
                  <a:lnTo>
                    <a:pt x="0" y="32"/>
                  </a:lnTo>
                  <a:lnTo>
                    <a:pt x="8" y="4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4" name=""/>
            <p:cNvSpPr/>
            <p:nvPr/>
          </p:nvSpPr>
          <p:spPr>
            <a:xfrm>
              <a:off x="7379640" y="355428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5" name=""/>
            <p:cNvSpPr/>
            <p:nvPr/>
          </p:nvSpPr>
          <p:spPr>
            <a:xfrm>
              <a:off x="7379640" y="355428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8"/>
                  </a:moveTo>
                  <a:lnTo>
                    <a:pt x="0" y="16"/>
                  </a:lnTo>
                  <a:lnTo>
                    <a:pt x="8" y="16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6" name=""/>
            <p:cNvSpPr/>
            <p:nvPr/>
          </p:nvSpPr>
          <p:spPr>
            <a:xfrm>
              <a:off x="7435440" y="355428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7" name=""/>
            <p:cNvSpPr/>
            <p:nvPr/>
          </p:nvSpPr>
          <p:spPr>
            <a:xfrm>
              <a:off x="7435440" y="355428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8"/>
                  </a:moveTo>
                  <a:lnTo>
                    <a:pt x="0" y="16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8" name=""/>
            <p:cNvSpPr/>
            <p:nvPr/>
          </p:nvSpPr>
          <p:spPr>
            <a:xfrm>
              <a:off x="7408440" y="3363840"/>
              <a:ext cx="234720" cy="204480"/>
            </a:xfrm>
            <a:custGeom>
              <a:avLst/>
              <a:gdLst/>
              <a:ahLst/>
              <a:rect l="l" t="t" r="r" b="b"/>
              <a:pathLst>
                <a:path w="137" h="129">
                  <a:moveTo>
                    <a:pt x="0" y="112"/>
                  </a:moveTo>
                  <a:lnTo>
                    <a:pt x="0" y="112"/>
                  </a:lnTo>
                  <a:lnTo>
                    <a:pt x="0" y="120"/>
                  </a:lnTo>
                  <a:lnTo>
                    <a:pt x="16" y="120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120"/>
                  </a:lnTo>
                  <a:lnTo>
                    <a:pt x="64" y="128"/>
                  </a:lnTo>
                  <a:lnTo>
                    <a:pt x="72" y="112"/>
                  </a:lnTo>
                  <a:lnTo>
                    <a:pt x="72" y="104"/>
                  </a:lnTo>
                  <a:lnTo>
                    <a:pt x="80" y="112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04" y="112"/>
                  </a:lnTo>
                  <a:lnTo>
                    <a:pt x="104" y="104"/>
                  </a:lnTo>
                  <a:lnTo>
                    <a:pt x="112" y="96"/>
                  </a:lnTo>
                  <a:lnTo>
                    <a:pt x="112" y="104"/>
                  </a:lnTo>
                  <a:lnTo>
                    <a:pt x="120" y="104"/>
                  </a:lnTo>
                  <a:lnTo>
                    <a:pt x="128" y="96"/>
                  </a:lnTo>
                  <a:lnTo>
                    <a:pt x="128" y="56"/>
                  </a:lnTo>
                  <a:lnTo>
                    <a:pt x="136" y="56"/>
                  </a:lnTo>
                  <a:lnTo>
                    <a:pt x="136" y="40"/>
                  </a:lnTo>
                  <a:lnTo>
                    <a:pt x="136" y="8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0" y="8"/>
                  </a:lnTo>
                  <a:lnTo>
                    <a:pt x="112" y="40"/>
                  </a:lnTo>
                  <a:lnTo>
                    <a:pt x="96" y="64"/>
                  </a:lnTo>
                  <a:lnTo>
                    <a:pt x="80" y="80"/>
                  </a:lnTo>
                  <a:lnTo>
                    <a:pt x="80" y="64"/>
                  </a:lnTo>
                  <a:lnTo>
                    <a:pt x="72" y="72"/>
                  </a:lnTo>
                  <a:lnTo>
                    <a:pt x="64" y="96"/>
                  </a:lnTo>
                  <a:lnTo>
                    <a:pt x="56" y="96"/>
                  </a:lnTo>
                  <a:lnTo>
                    <a:pt x="24" y="96"/>
                  </a:lnTo>
                  <a:lnTo>
                    <a:pt x="0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9" name=""/>
            <p:cNvSpPr/>
            <p:nvPr/>
          </p:nvSpPr>
          <p:spPr>
            <a:xfrm>
              <a:off x="7408440" y="3363840"/>
              <a:ext cx="234720" cy="204480"/>
            </a:xfrm>
            <a:custGeom>
              <a:avLst/>
              <a:gdLst/>
              <a:ahLst/>
              <a:rect l="l" t="t" r="r" b="b"/>
              <a:pathLst>
                <a:path w="137" h="129">
                  <a:moveTo>
                    <a:pt x="0" y="112"/>
                  </a:moveTo>
                  <a:lnTo>
                    <a:pt x="0" y="120"/>
                  </a:lnTo>
                  <a:lnTo>
                    <a:pt x="16" y="120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120"/>
                  </a:lnTo>
                  <a:lnTo>
                    <a:pt x="64" y="128"/>
                  </a:lnTo>
                  <a:lnTo>
                    <a:pt x="72" y="112"/>
                  </a:lnTo>
                  <a:lnTo>
                    <a:pt x="72" y="104"/>
                  </a:lnTo>
                  <a:lnTo>
                    <a:pt x="80" y="112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04" y="112"/>
                  </a:lnTo>
                  <a:lnTo>
                    <a:pt x="104" y="104"/>
                  </a:lnTo>
                  <a:lnTo>
                    <a:pt x="112" y="96"/>
                  </a:lnTo>
                  <a:lnTo>
                    <a:pt x="112" y="104"/>
                  </a:lnTo>
                  <a:lnTo>
                    <a:pt x="120" y="104"/>
                  </a:lnTo>
                  <a:lnTo>
                    <a:pt x="128" y="96"/>
                  </a:lnTo>
                  <a:lnTo>
                    <a:pt x="128" y="56"/>
                  </a:lnTo>
                  <a:lnTo>
                    <a:pt x="136" y="56"/>
                  </a:lnTo>
                  <a:lnTo>
                    <a:pt x="136" y="40"/>
                  </a:lnTo>
                  <a:lnTo>
                    <a:pt x="136" y="8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0" y="8"/>
                  </a:lnTo>
                  <a:lnTo>
                    <a:pt x="112" y="40"/>
                  </a:lnTo>
                  <a:lnTo>
                    <a:pt x="96" y="64"/>
                  </a:lnTo>
                  <a:lnTo>
                    <a:pt x="80" y="80"/>
                  </a:lnTo>
                  <a:lnTo>
                    <a:pt x="80" y="64"/>
                  </a:lnTo>
                  <a:lnTo>
                    <a:pt x="72" y="72"/>
                  </a:lnTo>
                  <a:lnTo>
                    <a:pt x="64" y="96"/>
                  </a:lnTo>
                  <a:lnTo>
                    <a:pt x="56" y="96"/>
                  </a:lnTo>
                  <a:lnTo>
                    <a:pt x="24" y="96"/>
                  </a:lnTo>
                  <a:lnTo>
                    <a:pt x="0" y="11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0" name=""/>
            <p:cNvSpPr/>
            <p:nvPr/>
          </p:nvSpPr>
          <p:spPr>
            <a:xfrm>
              <a:off x="7600320" y="3249360"/>
              <a:ext cx="139680" cy="115560"/>
            </a:xfrm>
            <a:custGeom>
              <a:avLst/>
              <a:gdLst/>
              <a:ahLst/>
              <a:rect l="l" t="t" r="r" b="b"/>
              <a:pathLst>
                <a:path w="81" h="73">
                  <a:moveTo>
                    <a:pt x="0" y="56"/>
                  </a:moveTo>
                  <a:lnTo>
                    <a:pt x="0" y="56"/>
                  </a:lnTo>
                  <a:lnTo>
                    <a:pt x="0" y="72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72" y="24"/>
                  </a:lnTo>
                  <a:lnTo>
                    <a:pt x="64" y="32"/>
                  </a:lnTo>
                  <a:lnTo>
                    <a:pt x="48" y="24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1" name=""/>
            <p:cNvSpPr/>
            <p:nvPr/>
          </p:nvSpPr>
          <p:spPr>
            <a:xfrm>
              <a:off x="7600320" y="3249360"/>
              <a:ext cx="139680" cy="115560"/>
            </a:xfrm>
            <a:custGeom>
              <a:avLst/>
              <a:gdLst/>
              <a:ahLst/>
              <a:rect l="l" t="t" r="r" b="b"/>
              <a:pathLst>
                <a:path w="81" h="73">
                  <a:moveTo>
                    <a:pt x="0" y="56"/>
                  </a:moveTo>
                  <a:lnTo>
                    <a:pt x="0" y="72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72" y="24"/>
                  </a:lnTo>
                  <a:lnTo>
                    <a:pt x="64" y="32"/>
                  </a:lnTo>
                  <a:lnTo>
                    <a:pt x="48" y="24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48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2" name=""/>
            <p:cNvSpPr/>
            <p:nvPr/>
          </p:nvSpPr>
          <p:spPr>
            <a:xfrm>
              <a:off x="7751160" y="3249360"/>
              <a:ext cx="4284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24"/>
                  </a:moveTo>
                  <a:lnTo>
                    <a:pt x="0" y="24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3" name=""/>
            <p:cNvSpPr/>
            <p:nvPr/>
          </p:nvSpPr>
          <p:spPr>
            <a:xfrm>
              <a:off x="7751160" y="3249360"/>
              <a:ext cx="4284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24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4" name=""/>
            <p:cNvSpPr/>
            <p:nvPr/>
          </p:nvSpPr>
          <p:spPr>
            <a:xfrm>
              <a:off x="7930440" y="3097080"/>
              <a:ext cx="2880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5" name=""/>
            <p:cNvSpPr/>
            <p:nvPr/>
          </p:nvSpPr>
          <p:spPr>
            <a:xfrm>
              <a:off x="7930440" y="3097080"/>
              <a:ext cx="2880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6" name=""/>
            <p:cNvSpPr/>
            <p:nvPr/>
          </p:nvSpPr>
          <p:spPr>
            <a:xfrm>
              <a:off x="7544880" y="29574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7" name=""/>
            <p:cNvSpPr/>
            <p:nvPr/>
          </p:nvSpPr>
          <p:spPr>
            <a:xfrm>
              <a:off x="7544880" y="29574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8" name=""/>
            <p:cNvSpPr/>
            <p:nvPr/>
          </p:nvSpPr>
          <p:spPr>
            <a:xfrm>
              <a:off x="7641720" y="2982600"/>
              <a:ext cx="57240" cy="268200"/>
            </a:xfrm>
            <a:custGeom>
              <a:avLst/>
              <a:gdLst/>
              <a:ahLst/>
              <a:rect l="l" t="t" r="r" b="b"/>
              <a:pathLst>
                <a:path w="33" h="169">
                  <a:moveTo>
                    <a:pt x="0" y="16"/>
                  </a:moveTo>
                  <a:lnTo>
                    <a:pt x="0" y="16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8" y="152"/>
                  </a:lnTo>
                  <a:lnTo>
                    <a:pt x="24" y="160"/>
                  </a:lnTo>
                  <a:lnTo>
                    <a:pt x="24" y="152"/>
                  </a:lnTo>
                  <a:lnTo>
                    <a:pt x="8" y="128"/>
                  </a:lnTo>
                  <a:lnTo>
                    <a:pt x="16" y="104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16" y="4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9" name=""/>
            <p:cNvSpPr/>
            <p:nvPr/>
          </p:nvSpPr>
          <p:spPr>
            <a:xfrm>
              <a:off x="7641720" y="2982600"/>
              <a:ext cx="57240" cy="268200"/>
            </a:xfrm>
            <a:custGeom>
              <a:avLst/>
              <a:gdLst/>
              <a:ahLst/>
              <a:rect l="l" t="t" r="r" b="b"/>
              <a:pathLst>
                <a:path w="33" h="169">
                  <a:moveTo>
                    <a:pt x="0" y="16"/>
                  </a:moveTo>
                  <a:lnTo>
                    <a:pt x="0" y="56"/>
                  </a:lnTo>
                  <a:lnTo>
                    <a:pt x="8" y="64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8" y="152"/>
                  </a:lnTo>
                  <a:lnTo>
                    <a:pt x="24" y="160"/>
                  </a:lnTo>
                  <a:lnTo>
                    <a:pt x="24" y="152"/>
                  </a:lnTo>
                  <a:lnTo>
                    <a:pt x="8" y="128"/>
                  </a:lnTo>
                  <a:lnTo>
                    <a:pt x="16" y="104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16" y="4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0" name=""/>
            <p:cNvSpPr/>
            <p:nvPr/>
          </p:nvSpPr>
          <p:spPr>
            <a:xfrm>
              <a:off x="5688720" y="1788840"/>
              <a:ext cx="372960" cy="471240"/>
            </a:xfrm>
            <a:custGeom>
              <a:avLst/>
              <a:gdLst/>
              <a:ahLst/>
              <a:rect l="l" t="t" r="r" b="b"/>
              <a:pathLst>
                <a:path w="217" h="297">
                  <a:moveTo>
                    <a:pt x="0" y="256"/>
                  </a:moveTo>
                  <a:lnTo>
                    <a:pt x="0" y="256"/>
                  </a:lnTo>
                  <a:lnTo>
                    <a:pt x="24" y="288"/>
                  </a:lnTo>
                  <a:lnTo>
                    <a:pt x="64" y="296"/>
                  </a:lnTo>
                  <a:lnTo>
                    <a:pt x="72" y="288"/>
                  </a:lnTo>
                  <a:lnTo>
                    <a:pt x="56" y="272"/>
                  </a:lnTo>
                  <a:lnTo>
                    <a:pt x="48" y="256"/>
                  </a:lnTo>
                  <a:lnTo>
                    <a:pt x="48" y="216"/>
                  </a:lnTo>
                  <a:lnTo>
                    <a:pt x="56" y="200"/>
                  </a:lnTo>
                  <a:lnTo>
                    <a:pt x="112" y="104"/>
                  </a:lnTo>
                  <a:lnTo>
                    <a:pt x="152" y="72"/>
                  </a:lnTo>
                  <a:lnTo>
                    <a:pt x="216" y="40"/>
                  </a:lnTo>
                  <a:lnTo>
                    <a:pt x="216" y="8"/>
                  </a:lnTo>
                  <a:lnTo>
                    <a:pt x="200" y="0"/>
                  </a:lnTo>
                  <a:lnTo>
                    <a:pt x="184" y="16"/>
                  </a:lnTo>
                  <a:lnTo>
                    <a:pt x="168" y="32"/>
                  </a:lnTo>
                  <a:lnTo>
                    <a:pt x="144" y="40"/>
                  </a:lnTo>
                  <a:lnTo>
                    <a:pt x="120" y="40"/>
                  </a:lnTo>
                  <a:lnTo>
                    <a:pt x="96" y="56"/>
                  </a:lnTo>
                  <a:lnTo>
                    <a:pt x="72" y="88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44"/>
                  </a:lnTo>
                  <a:lnTo>
                    <a:pt x="24" y="160"/>
                  </a:lnTo>
                  <a:lnTo>
                    <a:pt x="32" y="176"/>
                  </a:lnTo>
                  <a:lnTo>
                    <a:pt x="24" y="192"/>
                  </a:lnTo>
                  <a:lnTo>
                    <a:pt x="8" y="208"/>
                  </a:lnTo>
                  <a:lnTo>
                    <a:pt x="16" y="224"/>
                  </a:lnTo>
                  <a:lnTo>
                    <a:pt x="0" y="232"/>
                  </a:lnTo>
                  <a:lnTo>
                    <a:pt x="0" y="2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1" name=""/>
            <p:cNvSpPr/>
            <p:nvPr/>
          </p:nvSpPr>
          <p:spPr>
            <a:xfrm>
              <a:off x="5688720" y="1788840"/>
              <a:ext cx="372960" cy="471240"/>
            </a:xfrm>
            <a:custGeom>
              <a:avLst/>
              <a:gdLst/>
              <a:ahLst/>
              <a:rect l="l" t="t" r="r" b="b"/>
              <a:pathLst>
                <a:path w="217" h="297">
                  <a:moveTo>
                    <a:pt x="0" y="256"/>
                  </a:moveTo>
                  <a:lnTo>
                    <a:pt x="24" y="288"/>
                  </a:lnTo>
                  <a:lnTo>
                    <a:pt x="64" y="296"/>
                  </a:lnTo>
                  <a:lnTo>
                    <a:pt x="72" y="288"/>
                  </a:lnTo>
                  <a:lnTo>
                    <a:pt x="56" y="272"/>
                  </a:lnTo>
                  <a:lnTo>
                    <a:pt x="48" y="256"/>
                  </a:lnTo>
                  <a:lnTo>
                    <a:pt x="48" y="216"/>
                  </a:lnTo>
                  <a:lnTo>
                    <a:pt x="56" y="200"/>
                  </a:lnTo>
                  <a:lnTo>
                    <a:pt x="112" y="104"/>
                  </a:lnTo>
                  <a:lnTo>
                    <a:pt x="152" y="72"/>
                  </a:lnTo>
                  <a:lnTo>
                    <a:pt x="216" y="40"/>
                  </a:lnTo>
                  <a:lnTo>
                    <a:pt x="216" y="8"/>
                  </a:lnTo>
                  <a:lnTo>
                    <a:pt x="200" y="0"/>
                  </a:lnTo>
                  <a:lnTo>
                    <a:pt x="184" y="16"/>
                  </a:lnTo>
                  <a:lnTo>
                    <a:pt x="168" y="32"/>
                  </a:lnTo>
                  <a:lnTo>
                    <a:pt x="144" y="40"/>
                  </a:lnTo>
                  <a:lnTo>
                    <a:pt x="120" y="40"/>
                  </a:lnTo>
                  <a:lnTo>
                    <a:pt x="96" y="56"/>
                  </a:lnTo>
                  <a:lnTo>
                    <a:pt x="72" y="88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44"/>
                  </a:lnTo>
                  <a:lnTo>
                    <a:pt x="24" y="160"/>
                  </a:lnTo>
                  <a:lnTo>
                    <a:pt x="32" y="176"/>
                  </a:lnTo>
                  <a:lnTo>
                    <a:pt x="24" y="192"/>
                  </a:lnTo>
                  <a:lnTo>
                    <a:pt x="8" y="208"/>
                  </a:lnTo>
                  <a:lnTo>
                    <a:pt x="16" y="224"/>
                  </a:lnTo>
                  <a:lnTo>
                    <a:pt x="0" y="232"/>
                  </a:lnTo>
                  <a:lnTo>
                    <a:pt x="0" y="2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2" name=""/>
            <p:cNvSpPr/>
            <p:nvPr/>
          </p:nvSpPr>
          <p:spPr>
            <a:xfrm>
              <a:off x="5618880" y="2309760"/>
              <a:ext cx="42840" cy="51840"/>
            </a:xfrm>
            <a:custGeom>
              <a:avLst/>
              <a:gdLst/>
              <a:ahLst/>
              <a:rect l="l" t="t" r="r" b="b"/>
              <a:pathLst>
                <a:path w="25" h="33">
                  <a:moveTo>
                    <a:pt x="0" y="32"/>
                  </a:moveTo>
                  <a:lnTo>
                    <a:pt x="0" y="32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3" name=""/>
            <p:cNvSpPr/>
            <p:nvPr/>
          </p:nvSpPr>
          <p:spPr>
            <a:xfrm>
              <a:off x="5618880" y="2309760"/>
              <a:ext cx="42840" cy="51840"/>
            </a:xfrm>
            <a:custGeom>
              <a:avLst/>
              <a:gdLst/>
              <a:ahLst/>
              <a:rect l="l" t="t" r="r" b="b"/>
              <a:pathLst>
                <a:path w="25" h="33">
                  <a:moveTo>
                    <a:pt x="0" y="32"/>
                  </a:moveTo>
                  <a:lnTo>
                    <a:pt x="16" y="24"/>
                  </a:lnTo>
                  <a:lnTo>
                    <a:pt x="24" y="16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4" name=""/>
            <p:cNvSpPr/>
            <p:nvPr/>
          </p:nvSpPr>
          <p:spPr>
            <a:xfrm>
              <a:off x="4408920" y="283032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24"/>
                  </a:moveTo>
                  <a:lnTo>
                    <a:pt x="0" y="24"/>
                  </a:lnTo>
                  <a:lnTo>
                    <a:pt x="8" y="8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5" name=""/>
            <p:cNvSpPr/>
            <p:nvPr/>
          </p:nvSpPr>
          <p:spPr>
            <a:xfrm>
              <a:off x="4408920" y="2830320"/>
              <a:ext cx="2844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24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6" name=""/>
            <p:cNvSpPr/>
            <p:nvPr/>
          </p:nvSpPr>
          <p:spPr>
            <a:xfrm>
              <a:off x="4780440" y="293184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7" name=""/>
            <p:cNvSpPr/>
            <p:nvPr/>
          </p:nvSpPr>
          <p:spPr>
            <a:xfrm>
              <a:off x="4780440" y="293184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8"/>
                  </a:moveTo>
                  <a:lnTo>
                    <a:pt x="0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8" name=""/>
            <p:cNvSpPr/>
            <p:nvPr/>
          </p:nvSpPr>
          <p:spPr>
            <a:xfrm>
              <a:off x="4807800" y="2919240"/>
              <a:ext cx="2988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9" name=""/>
            <p:cNvSpPr/>
            <p:nvPr/>
          </p:nvSpPr>
          <p:spPr>
            <a:xfrm>
              <a:off x="4807800" y="2919240"/>
              <a:ext cx="2988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0" name=""/>
            <p:cNvSpPr/>
            <p:nvPr/>
          </p:nvSpPr>
          <p:spPr>
            <a:xfrm>
              <a:off x="4807800" y="2957400"/>
              <a:ext cx="2988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1" name=""/>
            <p:cNvSpPr/>
            <p:nvPr/>
          </p:nvSpPr>
          <p:spPr>
            <a:xfrm>
              <a:off x="4807800" y="2957400"/>
              <a:ext cx="2988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2" name=""/>
            <p:cNvSpPr/>
            <p:nvPr/>
          </p:nvSpPr>
          <p:spPr>
            <a:xfrm>
              <a:off x="4958280" y="2855880"/>
              <a:ext cx="302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3" name=""/>
            <p:cNvSpPr/>
            <p:nvPr/>
          </p:nvSpPr>
          <p:spPr>
            <a:xfrm>
              <a:off x="4958280" y="2855880"/>
              <a:ext cx="302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16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4" name=""/>
            <p:cNvSpPr/>
            <p:nvPr/>
          </p:nvSpPr>
          <p:spPr>
            <a:xfrm>
              <a:off x="5041080" y="2830320"/>
              <a:ext cx="302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5" name=""/>
            <p:cNvSpPr/>
            <p:nvPr/>
          </p:nvSpPr>
          <p:spPr>
            <a:xfrm>
              <a:off x="5041080" y="2830320"/>
              <a:ext cx="302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6" name=""/>
            <p:cNvSpPr/>
            <p:nvPr/>
          </p:nvSpPr>
          <p:spPr>
            <a:xfrm>
              <a:off x="5055120" y="280512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7" name=""/>
            <p:cNvSpPr/>
            <p:nvPr/>
          </p:nvSpPr>
          <p:spPr>
            <a:xfrm>
              <a:off x="5055120" y="280512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8" name=""/>
            <p:cNvSpPr/>
            <p:nvPr/>
          </p:nvSpPr>
          <p:spPr>
            <a:xfrm>
              <a:off x="4422960" y="2830320"/>
              <a:ext cx="179640" cy="293400"/>
            </a:xfrm>
            <a:custGeom>
              <a:avLst/>
              <a:gdLst/>
              <a:ahLst/>
              <a:rect l="l" t="t" r="r" b="b"/>
              <a:pathLst>
                <a:path w="105" h="185">
                  <a:moveTo>
                    <a:pt x="16" y="184"/>
                  </a:moveTo>
                  <a:lnTo>
                    <a:pt x="16" y="184"/>
                  </a:lnTo>
                  <a:lnTo>
                    <a:pt x="24" y="176"/>
                  </a:lnTo>
                  <a:lnTo>
                    <a:pt x="40" y="184"/>
                  </a:lnTo>
                  <a:lnTo>
                    <a:pt x="40" y="176"/>
                  </a:lnTo>
                  <a:lnTo>
                    <a:pt x="48" y="168"/>
                  </a:lnTo>
                  <a:lnTo>
                    <a:pt x="56" y="176"/>
                  </a:lnTo>
                  <a:lnTo>
                    <a:pt x="64" y="168"/>
                  </a:lnTo>
                  <a:lnTo>
                    <a:pt x="96" y="168"/>
                  </a:lnTo>
                  <a:lnTo>
                    <a:pt x="104" y="160"/>
                  </a:lnTo>
                  <a:lnTo>
                    <a:pt x="88" y="160"/>
                  </a:lnTo>
                  <a:lnTo>
                    <a:pt x="104" y="136"/>
                  </a:lnTo>
                  <a:lnTo>
                    <a:pt x="96" y="128"/>
                  </a:lnTo>
                  <a:lnTo>
                    <a:pt x="88" y="128"/>
                  </a:lnTo>
                  <a:lnTo>
                    <a:pt x="80" y="128"/>
                  </a:lnTo>
                  <a:lnTo>
                    <a:pt x="88" y="120"/>
                  </a:lnTo>
                  <a:lnTo>
                    <a:pt x="88" y="112"/>
                  </a:lnTo>
                  <a:lnTo>
                    <a:pt x="80" y="96"/>
                  </a:lnTo>
                  <a:lnTo>
                    <a:pt x="72" y="88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32" y="24"/>
                  </a:lnTo>
                  <a:lnTo>
                    <a:pt x="32" y="8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8" y="48"/>
                  </a:lnTo>
                  <a:lnTo>
                    <a:pt x="16" y="48"/>
                  </a:lnTo>
                  <a:lnTo>
                    <a:pt x="16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16" y="80"/>
                  </a:lnTo>
                  <a:lnTo>
                    <a:pt x="24" y="88"/>
                  </a:lnTo>
                  <a:lnTo>
                    <a:pt x="40" y="80"/>
                  </a:lnTo>
                  <a:lnTo>
                    <a:pt x="40" y="88"/>
                  </a:lnTo>
                  <a:lnTo>
                    <a:pt x="40" y="96"/>
                  </a:lnTo>
                  <a:lnTo>
                    <a:pt x="48" y="96"/>
                  </a:lnTo>
                  <a:lnTo>
                    <a:pt x="48" y="112"/>
                  </a:lnTo>
                  <a:lnTo>
                    <a:pt x="24" y="112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28"/>
                  </a:lnTo>
                  <a:lnTo>
                    <a:pt x="32" y="136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52"/>
                  </a:lnTo>
                  <a:lnTo>
                    <a:pt x="40" y="160"/>
                  </a:lnTo>
                  <a:lnTo>
                    <a:pt x="48" y="152"/>
                  </a:lnTo>
                  <a:lnTo>
                    <a:pt x="48" y="160"/>
                  </a:lnTo>
                  <a:lnTo>
                    <a:pt x="32" y="160"/>
                  </a:lnTo>
                  <a:lnTo>
                    <a:pt x="16" y="18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9" name=""/>
            <p:cNvSpPr/>
            <p:nvPr/>
          </p:nvSpPr>
          <p:spPr>
            <a:xfrm>
              <a:off x="4422960" y="2830320"/>
              <a:ext cx="179640" cy="293400"/>
            </a:xfrm>
            <a:custGeom>
              <a:avLst/>
              <a:gdLst/>
              <a:ahLst/>
              <a:rect l="l" t="t" r="r" b="b"/>
              <a:pathLst>
                <a:path w="105" h="185">
                  <a:moveTo>
                    <a:pt x="16" y="184"/>
                  </a:moveTo>
                  <a:lnTo>
                    <a:pt x="24" y="176"/>
                  </a:lnTo>
                  <a:lnTo>
                    <a:pt x="40" y="184"/>
                  </a:lnTo>
                  <a:lnTo>
                    <a:pt x="40" y="176"/>
                  </a:lnTo>
                  <a:lnTo>
                    <a:pt x="48" y="168"/>
                  </a:lnTo>
                  <a:lnTo>
                    <a:pt x="56" y="176"/>
                  </a:lnTo>
                  <a:lnTo>
                    <a:pt x="64" y="168"/>
                  </a:lnTo>
                  <a:lnTo>
                    <a:pt x="96" y="168"/>
                  </a:lnTo>
                  <a:lnTo>
                    <a:pt x="104" y="160"/>
                  </a:lnTo>
                  <a:lnTo>
                    <a:pt x="88" y="160"/>
                  </a:lnTo>
                  <a:lnTo>
                    <a:pt x="104" y="136"/>
                  </a:lnTo>
                  <a:lnTo>
                    <a:pt x="96" y="128"/>
                  </a:lnTo>
                  <a:lnTo>
                    <a:pt x="88" y="128"/>
                  </a:lnTo>
                  <a:lnTo>
                    <a:pt x="80" y="128"/>
                  </a:lnTo>
                  <a:lnTo>
                    <a:pt x="88" y="120"/>
                  </a:lnTo>
                  <a:lnTo>
                    <a:pt x="88" y="112"/>
                  </a:lnTo>
                  <a:lnTo>
                    <a:pt x="80" y="96"/>
                  </a:lnTo>
                  <a:lnTo>
                    <a:pt x="72" y="88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32" y="24"/>
                  </a:lnTo>
                  <a:lnTo>
                    <a:pt x="32" y="8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8" y="48"/>
                  </a:lnTo>
                  <a:lnTo>
                    <a:pt x="16" y="48"/>
                  </a:lnTo>
                  <a:lnTo>
                    <a:pt x="16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16" y="80"/>
                  </a:lnTo>
                  <a:lnTo>
                    <a:pt x="24" y="88"/>
                  </a:lnTo>
                  <a:lnTo>
                    <a:pt x="40" y="80"/>
                  </a:lnTo>
                  <a:lnTo>
                    <a:pt x="40" y="88"/>
                  </a:lnTo>
                  <a:lnTo>
                    <a:pt x="40" y="96"/>
                  </a:lnTo>
                  <a:lnTo>
                    <a:pt x="48" y="96"/>
                  </a:lnTo>
                  <a:lnTo>
                    <a:pt x="48" y="112"/>
                  </a:lnTo>
                  <a:lnTo>
                    <a:pt x="24" y="112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28"/>
                  </a:lnTo>
                  <a:lnTo>
                    <a:pt x="32" y="136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52"/>
                  </a:lnTo>
                  <a:lnTo>
                    <a:pt x="40" y="160"/>
                  </a:lnTo>
                  <a:lnTo>
                    <a:pt x="48" y="152"/>
                  </a:lnTo>
                  <a:lnTo>
                    <a:pt x="48" y="160"/>
                  </a:lnTo>
                  <a:lnTo>
                    <a:pt x="32" y="160"/>
                  </a:lnTo>
                  <a:lnTo>
                    <a:pt x="16" y="18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0" name=""/>
            <p:cNvSpPr/>
            <p:nvPr/>
          </p:nvSpPr>
          <p:spPr>
            <a:xfrm>
              <a:off x="4751640" y="3325680"/>
              <a:ext cx="15840" cy="51840"/>
            </a:xfrm>
            <a:custGeom>
              <a:avLst/>
              <a:gdLst/>
              <a:ahLst/>
              <a:rect l="l" t="t" r="r" b="b"/>
              <a:pathLst>
                <a:path w="9" h="33">
                  <a:moveTo>
                    <a:pt x="0" y="8"/>
                  </a:moveTo>
                  <a:lnTo>
                    <a:pt x="0" y="8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1" name=""/>
            <p:cNvSpPr/>
            <p:nvPr/>
          </p:nvSpPr>
          <p:spPr>
            <a:xfrm>
              <a:off x="4751640" y="3325680"/>
              <a:ext cx="15840" cy="51840"/>
            </a:xfrm>
            <a:custGeom>
              <a:avLst/>
              <a:gdLst/>
              <a:ahLst/>
              <a:rect l="l" t="t" r="r" b="b"/>
              <a:pathLst>
                <a:path w="9" h="33">
                  <a:moveTo>
                    <a:pt x="0" y="8"/>
                  </a:moveTo>
                  <a:lnTo>
                    <a:pt x="0" y="24"/>
                  </a:lnTo>
                  <a:lnTo>
                    <a:pt x="8" y="32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2" name=""/>
            <p:cNvSpPr/>
            <p:nvPr/>
          </p:nvSpPr>
          <p:spPr>
            <a:xfrm>
              <a:off x="4739040" y="3376440"/>
              <a:ext cx="42840" cy="64800"/>
            </a:xfrm>
            <a:custGeom>
              <a:avLst/>
              <a:gdLst/>
              <a:ahLst/>
              <a:rect l="l" t="t" r="r" b="b"/>
              <a:pathLst>
                <a:path w="25" h="41">
                  <a:moveTo>
                    <a:pt x="0" y="0"/>
                  </a:moveTo>
                  <a:lnTo>
                    <a:pt x="0" y="0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3" name=""/>
            <p:cNvSpPr/>
            <p:nvPr/>
          </p:nvSpPr>
          <p:spPr>
            <a:xfrm>
              <a:off x="4739040" y="3376440"/>
              <a:ext cx="42840" cy="64800"/>
            </a:xfrm>
            <a:custGeom>
              <a:avLst/>
              <a:gdLst/>
              <a:ahLst/>
              <a:rect l="l" t="t" r="r" b="b"/>
              <a:pathLst>
                <a:path w="25" h="41">
                  <a:moveTo>
                    <a:pt x="0" y="0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4" name=""/>
            <p:cNvSpPr/>
            <p:nvPr/>
          </p:nvSpPr>
          <p:spPr>
            <a:xfrm>
              <a:off x="4834440" y="3452760"/>
              <a:ext cx="716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32" y="24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5" name=""/>
            <p:cNvSpPr/>
            <p:nvPr/>
          </p:nvSpPr>
          <p:spPr>
            <a:xfrm>
              <a:off x="4834440" y="3452760"/>
              <a:ext cx="7164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0" y="0"/>
                  </a:moveTo>
                  <a:lnTo>
                    <a:pt x="0" y="8"/>
                  </a:lnTo>
                  <a:lnTo>
                    <a:pt x="32" y="24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6" name=""/>
            <p:cNvSpPr/>
            <p:nvPr/>
          </p:nvSpPr>
          <p:spPr>
            <a:xfrm>
              <a:off x="5028120" y="3452760"/>
              <a:ext cx="4320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24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7" name=""/>
            <p:cNvSpPr/>
            <p:nvPr/>
          </p:nvSpPr>
          <p:spPr>
            <a:xfrm>
              <a:off x="5028120" y="3452760"/>
              <a:ext cx="4320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8"/>
                  </a:moveTo>
                  <a:lnTo>
                    <a:pt x="8" y="8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24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8" name=""/>
            <p:cNvSpPr/>
            <p:nvPr/>
          </p:nvSpPr>
          <p:spPr>
            <a:xfrm>
              <a:off x="5082120" y="3516120"/>
              <a:ext cx="57240" cy="14040"/>
            </a:xfrm>
            <a:custGeom>
              <a:avLst/>
              <a:gdLst/>
              <a:ahLst/>
              <a:rect l="l" t="t" r="r" b="b"/>
              <a:pathLst>
                <a:path w="33" h="9">
                  <a:moveTo>
                    <a:pt x="0" y="8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9" name=""/>
            <p:cNvSpPr/>
            <p:nvPr/>
          </p:nvSpPr>
          <p:spPr>
            <a:xfrm>
              <a:off x="5082120" y="3516120"/>
              <a:ext cx="57240" cy="14040"/>
            </a:xfrm>
            <a:custGeom>
              <a:avLst/>
              <a:gdLst/>
              <a:ahLst/>
              <a:rect l="l" t="t" r="r" b="b"/>
              <a:pathLst>
                <a:path w="33" h="9">
                  <a:moveTo>
                    <a:pt x="0" y="8"/>
                  </a:moveTo>
                  <a:lnTo>
                    <a:pt x="16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0" name=""/>
            <p:cNvSpPr/>
            <p:nvPr/>
          </p:nvSpPr>
          <p:spPr>
            <a:xfrm>
              <a:off x="5261760" y="351612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32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1" name=""/>
            <p:cNvSpPr/>
            <p:nvPr/>
          </p:nvSpPr>
          <p:spPr>
            <a:xfrm>
              <a:off x="5261760" y="351612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8"/>
                  </a:moveTo>
                  <a:lnTo>
                    <a:pt x="8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32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2" name=""/>
            <p:cNvSpPr/>
            <p:nvPr/>
          </p:nvSpPr>
          <p:spPr>
            <a:xfrm>
              <a:off x="4615200" y="34020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3" name=""/>
            <p:cNvSpPr/>
            <p:nvPr/>
          </p:nvSpPr>
          <p:spPr>
            <a:xfrm>
              <a:off x="4615200" y="340200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4" name=""/>
            <p:cNvSpPr/>
            <p:nvPr/>
          </p:nvSpPr>
          <p:spPr>
            <a:xfrm flipV="1">
              <a:off x="5172840" y="3496680"/>
              <a:ext cx="12600" cy="378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5" name=""/>
            <p:cNvSpPr/>
            <p:nvPr/>
          </p:nvSpPr>
          <p:spPr>
            <a:xfrm>
              <a:off x="4202280" y="368136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6" name=""/>
            <p:cNvSpPr/>
            <p:nvPr/>
          </p:nvSpPr>
          <p:spPr>
            <a:xfrm>
              <a:off x="4202280" y="368136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7" name=""/>
            <p:cNvSpPr/>
            <p:nvPr/>
          </p:nvSpPr>
          <p:spPr>
            <a:xfrm flipV="1">
              <a:off x="4270680" y="3681000"/>
              <a:ext cx="0" cy="248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960" bIns="-219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8" name=""/>
            <p:cNvSpPr/>
            <p:nvPr/>
          </p:nvSpPr>
          <p:spPr>
            <a:xfrm>
              <a:off x="4258080" y="3681360"/>
              <a:ext cx="140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0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9" name=""/>
            <p:cNvSpPr/>
            <p:nvPr/>
          </p:nvSpPr>
          <p:spPr>
            <a:xfrm>
              <a:off x="4258080" y="3681360"/>
              <a:ext cx="140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0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0" name=""/>
            <p:cNvSpPr/>
            <p:nvPr/>
          </p:nvSpPr>
          <p:spPr>
            <a:xfrm>
              <a:off x="4751640" y="420192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1" name=""/>
            <p:cNvSpPr/>
            <p:nvPr/>
          </p:nvSpPr>
          <p:spPr>
            <a:xfrm>
              <a:off x="4751640" y="420192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2" name=""/>
            <p:cNvSpPr/>
            <p:nvPr/>
          </p:nvSpPr>
          <p:spPr>
            <a:xfrm>
              <a:off x="7022520" y="4493880"/>
              <a:ext cx="882720" cy="636480"/>
            </a:xfrm>
            <a:custGeom>
              <a:avLst/>
              <a:gdLst/>
              <a:ahLst/>
              <a:rect l="l" t="t" r="r" b="b"/>
              <a:pathLst>
                <a:path w="513" h="401">
                  <a:moveTo>
                    <a:pt x="24" y="320"/>
                  </a:moveTo>
                  <a:lnTo>
                    <a:pt x="24" y="320"/>
                  </a:lnTo>
                  <a:lnTo>
                    <a:pt x="48" y="336"/>
                  </a:lnTo>
                  <a:lnTo>
                    <a:pt x="64" y="336"/>
                  </a:lnTo>
                  <a:lnTo>
                    <a:pt x="88" y="312"/>
                  </a:lnTo>
                  <a:lnTo>
                    <a:pt x="128" y="312"/>
                  </a:lnTo>
                  <a:lnTo>
                    <a:pt x="136" y="304"/>
                  </a:lnTo>
                  <a:lnTo>
                    <a:pt x="168" y="288"/>
                  </a:lnTo>
                  <a:lnTo>
                    <a:pt x="232" y="280"/>
                  </a:lnTo>
                  <a:lnTo>
                    <a:pt x="264" y="296"/>
                  </a:lnTo>
                  <a:lnTo>
                    <a:pt x="264" y="304"/>
                  </a:lnTo>
                  <a:lnTo>
                    <a:pt x="272" y="304"/>
                  </a:lnTo>
                  <a:lnTo>
                    <a:pt x="288" y="336"/>
                  </a:lnTo>
                  <a:lnTo>
                    <a:pt x="312" y="296"/>
                  </a:lnTo>
                  <a:lnTo>
                    <a:pt x="312" y="312"/>
                  </a:lnTo>
                  <a:lnTo>
                    <a:pt x="304" y="336"/>
                  </a:lnTo>
                  <a:lnTo>
                    <a:pt x="312" y="336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12" y="344"/>
                  </a:lnTo>
                  <a:lnTo>
                    <a:pt x="328" y="344"/>
                  </a:lnTo>
                  <a:lnTo>
                    <a:pt x="336" y="360"/>
                  </a:lnTo>
                  <a:lnTo>
                    <a:pt x="336" y="368"/>
                  </a:lnTo>
                  <a:lnTo>
                    <a:pt x="344" y="376"/>
                  </a:lnTo>
                  <a:lnTo>
                    <a:pt x="360" y="384"/>
                  </a:lnTo>
                  <a:lnTo>
                    <a:pt x="376" y="384"/>
                  </a:lnTo>
                  <a:lnTo>
                    <a:pt x="384" y="392"/>
                  </a:lnTo>
                  <a:lnTo>
                    <a:pt x="400" y="376"/>
                  </a:lnTo>
                  <a:lnTo>
                    <a:pt x="400" y="384"/>
                  </a:lnTo>
                  <a:lnTo>
                    <a:pt x="408" y="384"/>
                  </a:lnTo>
                  <a:lnTo>
                    <a:pt x="408" y="392"/>
                  </a:lnTo>
                  <a:lnTo>
                    <a:pt x="424" y="400"/>
                  </a:lnTo>
                  <a:lnTo>
                    <a:pt x="440" y="376"/>
                  </a:lnTo>
                  <a:lnTo>
                    <a:pt x="464" y="376"/>
                  </a:lnTo>
                  <a:lnTo>
                    <a:pt x="472" y="344"/>
                  </a:lnTo>
                  <a:lnTo>
                    <a:pt x="504" y="272"/>
                  </a:lnTo>
                  <a:lnTo>
                    <a:pt x="512" y="240"/>
                  </a:lnTo>
                  <a:lnTo>
                    <a:pt x="504" y="200"/>
                  </a:lnTo>
                  <a:lnTo>
                    <a:pt x="488" y="176"/>
                  </a:lnTo>
                  <a:lnTo>
                    <a:pt x="480" y="168"/>
                  </a:lnTo>
                  <a:lnTo>
                    <a:pt x="472" y="152"/>
                  </a:lnTo>
                  <a:lnTo>
                    <a:pt x="464" y="144"/>
                  </a:lnTo>
                  <a:lnTo>
                    <a:pt x="464" y="152"/>
                  </a:lnTo>
                  <a:lnTo>
                    <a:pt x="448" y="128"/>
                  </a:lnTo>
                  <a:lnTo>
                    <a:pt x="424" y="104"/>
                  </a:lnTo>
                  <a:lnTo>
                    <a:pt x="416" y="80"/>
                  </a:lnTo>
                  <a:lnTo>
                    <a:pt x="408" y="72"/>
                  </a:lnTo>
                  <a:lnTo>
                    <a:pt x="408" y="56"/>
                  </a:lnTo>
                  <a:lnTo>
                    <a:pt x="400" y="48"/>
                  </a:lnTo>
                  <a:lnTo>
                    <a:pt x="384" y="48"/>
                  </a:lnTo>
                  <a:lnTo>
                    <a:pt x="376" y="0"/>
                  </a:lnTo>
                  <a:lnTo>
                    <a:pt x="368" y="0"/>
                  </a:lnTo>
                  <a:lnTo>
                    <a:pt x="360" y="16"/>
                  </a:lnTo>
                  <a:lnTo>
                    <a:pt x="360" y="56"/>
                  </a:lnTo>
                  <a:lnTo>
                    <a:pt x="352" y="88"/>
                  </a:lnTo>
                  <a:lnTo>
                    <a:pt x="336" y="88"/>
                  </a:lnTo>
                  <a:lnTo>
                    <a:pt x="304" y="64"/>
                  </a:lnTo>
                  <a:lnTo>
                    <a:pt x="296" y="64"/>
                  </a:lnTo>
                  <a:lnTo>
                    <a:pt x="296" y="56"/>
                  </a:lnTo>
                  <a:lnTo>
                    <a:pt x="280" y="56"/>
                  </a:lnTo>
                  <a:lnTo>
                    <a:pt x="288" y="32"/>
                  </a:lnTo>
                  <a:lnTo>
                    <a:pt x="296" y="32"/>
                  </a:lnTo>
                  <a:lnTo>
                    <a:pt x="304" y="16"/>
                  </a:lnTo>
                  <a:lnTo>
                    <a:pt x="296" y="16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80" y="16"/>
                  </a:lnTo>
                  <a:lnTo>
                    <a:pt x="240" y="8"/>
                  </a:lnTo>
                  <a:lnTo>
                    <a:pt x="248" y="16"/>
                  </a:lnTo>
                  <a:lnTo>
                    <a:pt x="240" y="16"/>
                  </a:lnTo>
                  <a:lnTo>
                    <a:pt x="224" y="16"/>
                  </a:lnTo>
                  <a:lnTo>
                    <a:pt x="216" y="24"/>
                  </a:lnTo>
                  <a:lnTo>
                    <a:pt x="216" y="32"/>
                  </a:lnTo>
                  <a:lnTo>
                    <a:pt x="208" y="32"/>
                  </a:lnTo>
                  <a:lnTo>
                    <a:pt x="208" y="48"/>
                  </a:lnTo>
                  <a:lnTo>
                    <a:pt x="208" y="56"/>
                  </a:lnTo>
                  <a:lnTo>
                    <a:pt x="192" y="48"/>
                  </a:lnTo>
                  <a:lnTo>
                    <a:pt x="192" y="56"/>
                  </a:lnTo>
                  <a:lnTo>
                    <a:pt x="192" y="48"/>
                  </a:lnTo>
                  <a:lnTo>
                    <a:pt x="184" y="40"/>
                  </a:lnTo>
                  <a:lnTo>
                    <a:pt x="176" y="40"/>
                  </a:lnTo>
                  <a:lnTo>
                    <a:pt x="160" y="48"/>
                  </a:lnTo>
                  <a:lnTo>
                    <a:pt x="152" y="48"/>
                  </a:lnTo>
                  <a:lnTo>
                    <a:pt x="144" y="72"/>
                  </a:lnTo>
                  <a:lnTo>
                    <a:pt x="136" y="72"/>
                  </a:lnTo>
                  <a:lnTo>
                    <a:pt x="128" y="72"/>
                  </a:lnTo>
                  <a:lnTo>
                    <a:pt x="136" y="80"/>
                  </a:lnTo>
                  <a:lnTo>
                    <a:pt x="128" y="88"/>
                  </a:lnTo>
                  <a:lnTo>
                    <a:pt x="128" y="72"/>
                  </a:lnTo>
                  <a:lnTo>
                    <a:pt x="112" y="88"/>
                  </a:lnTo>
                  <a:lnTo>
                    <a:pt x="120" y="96"/>
                  </a:lnTo>
                  <a:lnTo>
                    <a:pt x="96" y="112"/>
                  </a:lnTo>
                  <a:lnTo>
                    <a:pt x="40" y="128"/>
                  </a:lnTo>
                  <a:lnTo>
                    <a:pt x="16" y="152"/>
                  </a:lnTo>
                  <a:lnTo>
                    <a:pt x="8" y="144"/>
                  </a:lnTo>
                  <a:lnTo>
                    <a:pt x="8" y="152"/>
                  </a:lnTo>
                  <a:lnTo>
                    <a:pt x="8" y="168"/>
                  </a:lnTo>
                  <a:lnTo>
                    <a:pt x="0" y="168"/>
                  </a:lnTo>
                  <a:lnTo>
                    <a:pt x="16" y="208"/>
                  </a:lnTo>
                  <a:lnTo>
                    <a:pt x="8" y="192"/>
                  </a:lnTo>
                  <a:lnTo>
                    <a:pt x="8" y="208"/>
                  </a:lnTo>
                  <a:lnTo>
                    <a:pt x="0" y="200"/>
                  </a:lnTo>
                  <a:lnTo>
                    <a:pt x="24" y="248"/>
                  </a:lnTo>
                  <a:lnTo>
                    <a:pt x="32" y="280"/>
                  </a:lnTo>
                  <a:lnTo>
                    <a:pt x="32" y="304"/>
                  </a:lnTo>
                  <a:lnTo>
                    <a:pt x="24" y="312"/>
                  </a:lnTo>
                  <a:lnTo>
                    <a:pt x="24" y="32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3" name=""/>
            <p:cNvSpPr/>
            <p:nvPr/>
          </p:nvSpPr>
          <p:spPr>
            <a:xfrm>
              <a:off x="7022520" y="4493880"/>
              <a:ext cx="882720" cy="636480"/>
            </a:xfrm>
            <a:custGeom>
              <a:avLst/>
              <a:gdLst/>
              <a:ahLst/>
              <a:rect l="l" t="t" r="r" b="b"/>
              <a:pathLst>
                <a:path w="513" h="401">
                  <a:moveTo>
                    <a:pt x="24" y="320"/>
                  </a:moveTo>
                  <a:lnTo>
                    <a:pt x="48" y="336"/>
                  </a:lnTo>
                  <a:lnTo>
                    <a:pt x="64" y="336"/>
                  </a:lnTo>
                  <a:lnTo>
                    <a:pt x="88" y="312"/>
                  </a:lnTo>
                  <a:lnTo>
                    <a:pt x="128" y="312"/>
                  </a:lnTo>
                  <a:lnTo>
                    <a:pt x="136" y="304"/>
                  </a:lnTo>
                  <a:lnTo>
                    <a:pt x="168" y="288"/>
                  </a:lnTo>
                  <a:lnTo>
                    <a:pt x="232" y="280"/>
                  </a:lnTo>
                  <a:lnTo>
                    <a:pt x="264" y="296"/>
                  </a:lnTo>
                  <a:lnTo>
                    <a:pt x="264" y="304"/>
                  </a:lnTo>
                  <a:lnTo>
                    <a:pt x="272" y="304"/>
                  </a:lnTo>
                  <a:lnTo>
                    <a:pt x="288" y="336"/>
                  </a:lnTo>
                  <a:lnTo>
                    <a:pt x="312" y="296"/>
                  </a:lnTo>
                  <a:lnTo>
                    <a:pt x="312" y="312"/>
                  </a:lnTo>
                  <a:lnTo>
                    <a:pt x="304" y="336"/>
                  </a:lnTo>
                  <a:lnTo>
                    <a:pt x="312" y="336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12" y="344"/>
                  </a:lnTo>
                  <a:lnTo>
                    <a:pt x="328" y="344"/>
                  </a:lnTo>
                  <a:lnTo>
                    <a:pt x="336" y="360"/>
                  </a:lnTo>
                  <a:lnTo>
                    <a:pt x="336" y="368"/>
                  </a:lnTo>
                  <a:lnTo>
                    <a:pt x="344" y="376"/>
                  </a:lnTo>
                  <a:lnTo>
                    <a:pt x="360" y="384"/>
                  </a:lnTo>
                  <a:lnTo>
                    <a:pt x="376" y="384"/>
                  </a:lnTo>
                  <a:lnTo>
                    <a:pt x="384" y="392"/>
                  </a:lnTo>
                  <a:lnTo>
                    <a:pt x="400" y="376"/>
                  </a:lnTo>
                  <a:lnTo>
                    <a:pt x="400" y="384"/>
                  </a:lnTo>
                  <a:lnTo>
                    <a:pt x="408" y="384"/>
                  </a:lnTo>
                  <a:lnTo>
                    <a:pt x="408" y="392"/>
                  </a:lnTo>
                  <a:lnTo>
                    <a:pt x="424" y="400"/>
                  </a:lnTo>
                  <a:lnTo>
                    <a:pt x="440" y="376"/>
                  </a:lnTo>
                  <a:lnTo>
                    <a:pt x="464" y="376"/>
                  </a:lnTo>
                  <a:lnTo>
                    <a:pt x="472" y="344"/>
                  </a:lnTo>
                  <a:lnTo>
                    <a:pt x="504" y="272"/>
                  </a:lnTo>
                  <a:lnTo>
                    <a:pt x="512" y="240"/>
                  </a:lnTo>
                  <a:lnTo>
                    <a:pt x="504" y="200"/>
                  </a:lnTo>
                  <a:lnTo>
                    <a:pt x="488" y="176"/>
                  </a:lnTo>
                  <a:lnTo>
                    <a:pt x="480" y="168"/>
                  </a:lnTo>
                  <a:lnTo>
                    <a:pt x="472" y="152"/>
                  </a:lnTo>
                  <a:lnTo>
                    <a:pt x="464" y="144"/>
                  </a:lnTo>
                  <a:lnTo>
                    <a:pt x="464" y="152"/>
                  </a:lnTo>
                  <a:lnTo>
                    <a:pt x="448" y="128"/>
                  </a:lnTo>
                  <a:lnTo>
                    <a:pt x="424" y="104"/>
                  </a:lnTo>
                  <a:lnTo>
                    <a:pt x="416" y="80"/>
                  </a:lnTo>
                  <a:lnTo>
                    <a:pt x="408" y="72"/>
                  </a:lnTo>
                  <a:lnTo>
                    <a:pt x="408" y="56"/>
                  </a:lnTo>
                  <a:lnTo>
                    <a:pt x="400" y="48"/>
                  </a:lnTo>
                  <a:lnTo>
                    <a:pt x="384" y="48"/>
                  </a:lnTo>
                  <a:lnTo>
                    <a:pt x="376" y="0"/>
                  </a:lnTo>
                  <a:lnTo>
                    <a:pt x="368" y="0"/>
                  </a:lnTo>
                  <a:lnTo>
                    <a:pt x="360" y="16"/>
                  </a:lnTo>
                  <a:lnTo>
                    <a:pt x="360" y="56"/>
                  </a:lnTo>
                  <a:lnTo>
                    <a:pt x="352" y="88"/>
                  </a:lnTo>
                  <a:lnTo>
                    <a:pt x="336" y="88"/>
                  </a:lnTo>
                  <a:lnTo>
                    <a:pt x="304" y="64"/>
                  </a:lnTo>
                  <a:lnTo>
                    <a:pt x="296" y="64"/>
                  </a:lnTo>
                  <a:lnTo>
                    <a:pt x="296" y="56"/>
                  </a:lnTo>
                  <a:lnTo>
                    <a:pt x="280" y="56"/>
                  </a:lnTo>
                  <a:lnTo>
                    <a:pt x="288" y="32"/>
                  </a:lnTo>
                  <a:lnTo>
                    <a:pt x="296" y="32"/>
                  </a:lnTo>
                  <a:lnTo>
                    <a:pt x="304" y="16"/>
                  </a:lnTo>
                  <a:lnTo>
                    <a:pt x="296" y="16"/>
                  </a:lnTo>
                  <a:lnTo>
                    <a:pt x="288" y="24"/>
                  </a:lnTo>
                  <a:lnTo>
                    <a:pt x="288" y="16"/>
                  </a:lnTo>
                  <a:lnTo>
                    <a:pt x="280" y="16"/>
                  </a:lnTo>
                  <a:lnTo>
                    <a:pt x="240" y="8"/>
                  </a:lnTo>
                  <a:lnTo>
                    <a:pt x="248" y="16"/>
                  </a:lnTo>
                  <a:lnTo>
                    <a:pt x="240" y="16"/>
                  </a:lnTo>
                  <a:lnTo>
                    <a:pt x="224" y="16"/>
                  </a:lnTo>
                  <a:lnTo>
                    <a:pt x="216" y="24"/>
                  </a:lnTo>
                  <a:lnTo>
                    <a:pt x="216" y="32"/>
                  </a:lnTo>
                  <a:lnTo>
                    <a:pt x="208" y="32"/>
                  </a:lnTo>
                  <a:lnTo>
                    <a:pt x="208" y="48"/>
                  </a:lnTo>
                  <a:lnTo>
                    <a:pt x="208" y="56"/>
                  </a:lnTo>
                  <a:lnTo>
                    <a:pt x="192" y="48"/>
                  </a:lnTo>
                  <a:lnTo>
                    <a:pt x="192" y="56"/>
                  </a:lnTo>
                  <a:lnTo>
                    <a:pt x="192" y="48"/>
                  </a:lnTo>
                  <a:lnTo>
                    <a:pt x="184" y="40"/>
                  </a:lnTo>
                  <a:lnTo>
                    <a:pt x="176" y="40"/>
                  </a:lnTo>
                  <a:lnTo>
                    <a:pt x="160" y="48"/>
                  </a:lnTo>
                  <a:lnTo>
                    <a:pt x="152" y="48"/>
                  </a:lnTo>
                  <a:lnTo>
                    <a:pt x="144" y="72"/>
                  </a:lnTo>
                  <a:lnTo>
                    <a:pt x="136" y="72"/>
                  </a:lnTo>
                  <a:lnTo>
                    <a:pt x="128" y="72"/>
                  </a:lnTo>
                  <a:lnTo>
                    <a:pt x="136" y="80"/>
                  </a:lnTo>
                  <a:lnTo>
                    <a:pt x="128" y="88"/>
                  </a:lnTo>
                  <a:lnTo>
                    <a:pt x="128" y="72"/>
                  </a:lnTo>
                  <a:lnTo>
                    <a:pt x="112" y="88"/>
                  </a:lnTo>
                  <a:lnTo>
                    <a:pt x="120" y="96"/>
                  </a:lnTo>
                  <a:lnTo>
                    <a:pt x="96" y="112"/>
                  </a:lnTo>
                  <a:lnTo>
                    <a:pt x="40" y="128"/>
                  </a:lnTo>
                  <a:lnTo>
                    <a:pt x="16" y="152"/>
                  </a:lnTo>
                  <a:lnTo>
                    <a:pt x="8" y="144"/>
                  </a:lnTo>
                  <a:lnTo>
                    <a:pt x="8" y="152"/>
                  </a:lnTo>
                  <a:lnTo>
                    <a:pt x="8" y="168"/>
                  </a:lnTo>
                  <a:lnTo>
                    <a:pt x="0" y="168"/>
                  </a:lnTo>
                  <a:lnTo>
                    <a:pt x="16" y="208"/>
                  </a:lnTo>
                  <a:lnTo>
                    <a:pt x="8" y="192"/>
                  </a:lnTo>
                  <a:lnTo>
                    <a:pt x="8" y="208"/>
                  </a:lnTo>
                  <a:lnTo>
                    <a:pt x="0" y="200"/>
                  </a:lnTo>
                  <a:lnTo>
                    <a:pt x="24" y="248"/>
                  </a:lnTo>
                  <a:lnTo>
                    <a:pt x="32" y="280"/>
                  </a:lnTo>
                  <a:lnTo>
                    <a:pt x="32" y="304"/>
                  </a:lnTo>
                  <a:lnTo>
                    <a:pt x="24" y="312"/>
                  </a:lnTo>
                  <a:lnTo>
                    <a:pt x="24" y="32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4" name=""/>
            <p:cNvSpPr/>
            <p:nvPr/>
          </p:nvSpPr>
          <p:spPr>
            <a:xfrm>
              <a:off x="7394040" y="4506840"/>
              <a:ext cx="284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16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5" name=""/>
            <p:cNvSpPr/>
            <p:nvPr/>
          </p:nvSpPr>
          <p:spPr>
            <a:xfrm>
              <a:off x="7394040" y="4506840"/>
              <a:ext cx="284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6" name=""/>
            <p:cNvSpPr/>
            <p:nvPr/>
          </p:nvSpPr>
          <p:spPr>
            <a:xfrm>
              <a:off x="7532280" y="5040000"/>
              <a:ext cx="284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7" name=""/>
            <p:cNvSpPr/>
            <p:nvPr/>
          </p:nvSpPr>
          <p:spPr>
            <a:xfrm>
              <a:off x="7532280" y="5040000"/>
              <a:ext cx="284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8" name=""/>
            <p:cNvSpPr/>
            <p:nvPr/>
          </p:nvSpPr>
          <p:spPr>
            <a:xfrm>
              <a:off x="7709760" y="5167080"/>
              <a:ext cx="8424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0" y="0"/>
                  </a:moveTo>
                  <a:lnTo>
                    <a:pt x="0" y="0"/>
                  </a:lnTo>
                  <a:lnTo>
                    <a:pt x="8" y="40"/>
                  </a:lnTo>
                  <a:lnTo>
                    <a:pt x="24" y="48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9" name=""/>
            <p:cNvSpPr/>
            <p:nvPr/>
          </p:nvSpPr>
          <p:spPr>
            <a:xfrm>
              <a:off x="7709760" y="5167080"/>
              <a:ext cx="8424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0" y="0"/>
                  </a:moveTo>
                  <a:lnTo>
                    <a:pt x="8" y="40"/>
                  </a:lnTo>
                  <a:lnTo>
                    <a:pt x="24" y="48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0" name=""/>
            <p:cNvSpPr/>
            <p:nvPr/>
          </p:nvSpPr>
          <p:spPr>
            <a:xfrm>
              <a:off x="8314920" y="5014800"/>
              <a:ext cx="125280" cy="178920"/>
            </a:xfrm>
            <a:custGeom>
              <a:avLst/>
              <a:gdLst/>
              <a:ahLst/>
              <a:rect l="l" t="t" r="r" b="b"/>
              <a:pathLst>
                <a:path w="73" h="113">
                  <a:moveTo>
                    <a:pt x="16" y="72"/>
                  </a:moveTo>
                  <a:lnTo>
                    <a:pt x="16" y="72"/>
                  </a:lnTo>
                  <a:lnTo>
                    <a:pt x="32" y="80"/>
                  </a:lnTo>
                  <a:lnTo>
                    <a:pt x="24" y="104"/>
                  </a:lnTo>
                  <a:lnTo>
                    <a:pt x="32" y="112"/>
                  </a:lnTo>
                  <a:lnTo>
                    <a:pt x="40" y="104"/>
                  </a:lnTo>
                  <a:lnTo>
                    <a:pt x="56" y="72"/>
                  </a:lnTo>
                  <a:lnTo>
                    <a:pt x="64" y="72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64" y="40"/>
                  </a:lnTo>
                  <a:lnTo>
                    <a:pt x="56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32"/>
                  </a:lnTo>
                  <a:lnTo>
                    <a:pt x="24" y="64"/>
                  </a:lnTo>
                  <a:lnTo>
                    <a:pt x="16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1" name=""/>
            <p:cNvSpPr/>
            <p:nvPr/>
          </p:nvSpPr>
          <p:spPr>
            <a:xfrm>
              <a:off x="8314920" y="5014800"/>
              <a:ext cx="125280" cy="178920"/>
            </a:xfrm>
            <a:custGeom>
              <a:avLst/>
              <a:gdLst/>
              <a:ahLst/>
              <a:rect l="l" t="t" r="r" b="b"/>
              <a:pathLst>
                <a:path w="73" h="113">
                  <a:moveTo>
                    <a:pt x="16" y="72"/>
                  </a:moveTo>
                  <a:lnTo>
                    <a:pt x="32" y="80"/>
                  </a:lnTo>
                  <a:lnTo>
                    <a:pt x="24" y="104"/>
                  </a:lnTo>
                  <a:lnTo>
                    <a:pt x="32" y="112"/>
                  </a:lnTo>
                  <a:lnTo>
                    <a:pt x="40" y="104"/>
                  </a:lnTo>
                  <a:lnTo>
                    <a:pt x="56" y="72"/>
                  </a:lnTo>
                  <a:lnTo>
                    <a:pt x="64" y="72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64" y="40"/>
                  </a:lnTo>
                  <a:lnTo>
                    <a:pt x="56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32"/>
                  </a:lnTo>
                  <a:lnTo>
                    <a:pt x="24" y="64"/>
                  </a:lnTo>
                  <a:lnTo>
                    <a:pt x="16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2" name=""/>
            <p:cNvSpPr/>
            <p:nvPr/>
          </p:nvSpPr>
          <p:spPr>
            <a:xfrm>
              <a:off x="8178120" y="5167080"/>
              <a:ext cx="179640" cy="166320"/>
            </a:xfrm>
            <a:custGeom>
              <a:avLst/>
              <a:gdLst/>
              <a:ahLst/>
              <a:rect l="l" t="t" r="r" b="b"/>
              <a:pathLst>
                <a:path w="105" h="105">
                  <a:moveTo>
                    <a:pt x="0" y="88"/>
                  </a:moveTo>
                  <a:lnTo>
                    <a:pt x="0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48" y="96"/>
                  </a:lnTo>
                  <a:lnTo>
                    <a:pt x="56" y="80"/>
                  </a:lnTo>
                  <a:lnTo>
                    <a:pt x="64" y="64"/>
                  </a:lnTo>
                  <a:lnTo>
                    <a:pt x="80" y="48"/>
                  </a:lnTo>
                  <a:lnTo>
                    <a:pt x="88" y="48"/>
                  </a:lnTo>
                  <a:lnTo>
                    <a:pt x="80" y="40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56" y="32"/>
                  </a:lnTo>
                  <a:lnTo>
                    <a:pt x="24" y="56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3" name=""/>
            <p:cNvSpPr/>
            <p:nvPr/>
          </p:nvSpPr>
          <p:spPr>
            <a:xfrm>
              <a:off x="8178120" y="5167080"/>
              <a:ext cx="179640" cy="166320"/>
            </a:xfrm>
            <a:custGeom>
              <a:avLst/>
              <a:gdLst/>
              <a:ahLst/>
              <a:rect l="l" t="t" r="r" b="b"/>
              <a:pathLst>
                <a:path w="105" h="105">
                  <a:moveTo>
                    <a:pt x="0" y="88"/>
                  </a:moveTo>
                  <a:lnTo>
                    <a:pt x="8" y="96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48" y="96"/>
                  </a:lnTo>
                  <a:lnTo>
                    <a:pt x="56" y="80"/>
                  </a:lnTo>
                  <a:lnTo>
                    <a:pt x="64" y="64"/>
                  </a:lnTo>
                  <a:lnTo>
                    <a:pt x="80" y="48"/>
                  </a:lnTo>
                  <a:lnTo>
                    <a:pt x="88" y="48"/>
                  </a:lnTo>
                  <a:lnTo>
                    <a:pt x="80" y="40"/>
                  </a:ln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56" y="32"/>
                  </a:lnTo>
                  <a:lnTo>
                    <a:pt x="24" y="56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4" name=""/>
            <p:cNvSpPr/>
            <p:nvPr/>
          </p:nvSpPr>
          <p:spPr>
            <a:xfrm>
              <a:off x="8205120" y="5332320"/>
              <a:ext cx="158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5" name=""/>
            <p:cNvSpPr/>
            <p:nvPr/>
          </p:nvSpPr>
          <p:spPr>
            <a:xfrm>
              <a:off x="8205120" y="5332320"/>
              <a:ext cx="158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6" name=""/>
            <p:cNvSpPr/>
            <p:nvPr/>
          </p:nvSpPr>
          <p:spPr>
            <a:xfrm>
              <a:off x="6636600" y="4163760"/>
              <a:ext cx="236520" cy="230040"/>
            </a:xfrm>
            <a:custGeom>
              <a:avLst/>
              <a:gdLst/>
              <a:ahLst/>
              <a:rect l="l" t="t" r="r" b="b"/>
              <a:pathLst>
                <a:path w="137" h="145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16" y="24"/>
                  </a:lnTo>
                  <a:lnTo>
                    <a:pt x="32" y="40"/>
                  </a:lnTo>
                  <a:lnTo>
                    <a:pt x="40" y="48"/>
                  </a:lnTo>
                  <a:lnTo>
                    <a:pt x="48" y="64"/>
                  </a:lnTo>
                  <a:lnTo>
                    <a:pt x="64" y="80"/>
                  </a:lnTo>
                  <a:lnTo>
                    <a:pt x="80" y="112"/>
                  </a:lnTo>
                  <a:lnTo>
                    <a:pt x="112" y="144"/>
                  </a:lnTo>
                  <a:lnTo>
                    <a:pt x="128" y="144"/>
                  </a:lnTo>
                  <a:lnTo>
                    <a:pt x="136" y="112"/>
                  </a:lnTo>
                  <a:lnTo>
                    <a:pt x="128" y="96"/>
                  </a:lnTo>
                  <a:lnTo>
                    <a:pt x="120" y="96"/>
                  </a:lnTo>
                  <a:lnTo>
                    <a:pt x="112" y="80"/>
                  </a:lnTo>
                  <a:lnTo>
                    <a:pt x="104" y="80"/>
                  </a:lnTo>
                  <a:lnTo>
                    <a:pt x="104" y="72"/>
                  </a:lnTo>
                  <a:lnTo>
                    <a:pt x="96" y="64"/>
                  </a:lnTo>
                  <a:lnTo>
                    <a:pt x="96" y="56"/>
                  </a:lnTo>
                  <a:lnTo>
                    <a:pt x="72" y="40"/>
                  </a:lnTo>
                  <a:lnTo>
                    <a:pt x="64" y="40"/>
                  </a:lnTo>
                  <a:lnTo>
                    <a:pt x="24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7" name=""/>
            <p:cNvSpPr/>
            <p:nvPr/>
          </p:nvSpPr>
          <p:spPr>
            <a:xfrm>
              <a:off x="6636600" y="4163760"/>
              <a:ext cx="236520" cy="230040"/>
            </a:xfrm>
            <a:custGeom>
              <a:avLst/>
              <a:gdLst/>
              <a:ahLst/>
              <a:rect l="l" t="t" r="r" b="b"/>
              <a:pathLst>
                <a:path w="137" h="145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32" y="40"/>
                  </a:lnTo>
                  <a:lnTo>
                    <a:pt x="40" y="48"/>
                  </a:lnTo>
                  <a:lnTo>
                    <a:pt x="48" y="64"/>
                  </a:lnTo>
                  <a:lnTo>
                    <a:pt x="64" y="80"/>
                  </a:lnTo>
                  <a:lnTo>
                    <a:pt x="80" y="112"/>
                  </a:lnTo>
                  <a:lnTo>
                    <a:pt x="112" y="144"/>
                  </a:lnTo>
                  <a:lnTo>
                    <a:pt x="128" y="144"/>
                  </a:lnTo>
                  <a:lnTo>
                    <a:pt x="136" y="112"/>
                  </a:lnTo>
                  <a:lnTo>
                    <a:pt x="128" y="96"/>
                  </a:lnTo>
                  <a:lnTo>
                    <a:pt x="120" y="96"/>
                  </a:lnTo>
                  <a:lnTo>
                    <a:pt x="112" y="80"/>
                  </a:lnTo>
                  <a:lnTo>
                    <a:pt x="104" y="80"/>
                  </a:lnTo>
                  <a:lnTo>
                    <a:pt x="104" y="72"/>
                  </a:lnTo>
                  <a:lnTo>
                    <a:pt x="96" y="64"/>
                  </a:lnTo>
                  <a:lnTo>
                    <a:pt x="96" y="56"/>
                  </a:lnTo>
                  <a:lnTo>
                    <a:pt x="72" y="40"/>
                  </a:lnTo>
                  <a:lnTo>
                    <a:pt x="64" y="40"/>
                  </a:lnTo>
                  <a:lnTo>
                    <a:pt x="24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8" name=""/>
            <p:cNvSpPr/>
            <p:nvPr/>
          </p:nvSpPr>
          <p:spPr>
            <a:xfrm>
              <a:off x="6857280" y="4392360"/>
              <a:ext cx="193680" cy="52200"/>
            </a:xfrm>
            <a:custGeom>
              <a:avLst/>
              <a:gdLst/>
              <a:ahLst/>
              <a:rect l="l" t="t" r="r" b="b"/>
              <a:pathLst>
                <a:path w="113" h="33">
                  <a:moveTo>
                    <a:pt x="0" y="8"/>
                  </a:moveTo>
                  <a:lnTo>
                    <a:pt x="0" y="8"/>
                  </a:lnTo>
                  <a:lnTo>
                    <a:pt x="32" y="24"/>
                  </a:lnTo>
                  <a:lnTo>
                    <a:pt x="112" y="32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9" name=""/>
            <p:cNvSpPr/>
            <p:nvPr/>
          </p:nvSpPr>
          <p:spPr>
            <a:xfrm>
              <a:off x="6857280" y="4392360"/>
              <a:ext cx="193680" cy="52200"/>
            </a:xfrm>
            <a:custGeom>
              <a:avLst/>
              <a:gdLst/>
              <a:ahLst/>
              <a:rect l="l" t="t" r="r" b="b"/>
              <a:pathLst>
                <a:path w="113" h="33">
                  <a:moveTo>
                    <a:pt x="0" y="8"/>
                  </a:moveTo>
                  <a:lnTo>
                    <a:pt x="32" y="24"/>
                  </a:lnTo>
                  <a:lnTo>
                    <a:pt x="112" y="32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0" name=""/>
            <p:cNvSpPr/>
            <p:nvPr/>
          </p:nvSpPr>
          <p:spPr>
            <a:xfrm>
              <a:off x="7049520" y="4443120"/>
              <a:ext cx="30240" cy="144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1" name=""/>
            <p:cNvSpPr/>
            <p:nvPr/>
          </p:nvSpPr>
          <p:spPr>
            <a:xfrm>
              <a:off x="7049520" y="4443120"/>
              <a:ext cx="30240" cy="144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2" name=""/>
            <p:cNvSpPr/>
            <p:nvPr/>
          </p:nvSpPr>
          <p:spPr>
            <a:xfrm>
              <a:off x="7090920" y="4443120"/>
              <a:ext cx="166680" cy="14040"/>
            </a:xfrm>
            <a:custGeom>
              <a:avLst/>
              <a:gdLst/>
              <a:ahLst/>
              <a:rect l="l" t="t" r="r" b="b"/>
              <a:pathLst>
                <a:path w="97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40" y="0"/>
                  </a:lnTo>
                  <a:lnTo>
                    <a:pt x="7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56" y="0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3" name=""/>
            <p:cNvSpPr/>
            <p:nvPr/>
          </p:nvSpPr>
          <p:spPr>
            <a:xfrm>
              <a:off x="7090920" y="4443120"/>
              <a:ext cx="166680" cy="14040"/>
            </a:xfrm>
            <a:custGeom>
              <a:avLst/>
              <a:gdLst/>
              <a:ahLst/>
              <a:rect l="l" t="t" r="r" b="b"/>
              <a:pathLst>
                <a:path w="97" h="9">
                  <a:moveTo>
                    <a:pt x="0" y="8"/>
                  </a:moveTo>
                  <a:lnTo>
                    <a:pt x="8" y="8"/>
                  </a:lnTo>
                  <a:lnTo>
                    <a:pt x="40" y="0"/>
                  </a:lnTo>
                  <a:lnTo>
                    <a:pt x="7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56" y="0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4" name=""/>
            <p:cNvSpPr/>
            <p:nvPr/>
          </p:nvSpPr>
          <p:spPr>
            <a:xfrm>
              <a:off x="7276680" y="446220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5" name=""/>
            <p:cNvSpPr/>
            <p:nvPr/>
          </p:nvSpPr>
          <p:spPr>
            <a:xfrm>
              <a:off x="7305120" y="444960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6" name=""/>
            <p:cNvSpPr/>
            <p:nvPr/>
          </p:nvSpPr>
          <p:spPr>
            <a:xfrm>
              <a:off x="7146360" y="4468680"/>
              <a:ext cx="42840" cy="1404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7" name=""/>
            <p:cNvSpPr/>
            <p:nvPr/>
          </p:nvSpPr>
          <p:spPr>
            <a:xfrm>
              <a:off x="7146360" y="4468680"/>
              <a:ext cx="42840" cy="1404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0"/>
                  </a:moveTo>
                  <a:lnTo>
                    <a:pt x="16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8" name=""/>
            <p:cNvSpPr/>
            <p:nvPr/>
          </p:nvSpPr>
          <p:spPr>
            <a:xfrm>
              <a:off x="7243200" y="4443120"/>
              <a:ext cx="84240" cy="39600"/>
            </a:xfrm>
            <a:custGeom>
              <a:avLst/>
              <a:gdLst/>
              <a:ahLst/>
              <a:rect l="l" t="t" r="r" b="b"/>
              <a:pathLst>
                <a:path w="49" h="25">
                  <a:moveTo>
                    <a:pt x="0" y="24"/>
                  </a:moveTo>
                  <a:lnTo>
                    <a:pt x="0" y="24"/>
                  </a:lnTo>
                  <a:lnTo>
                    <a:pt x="16" y="24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9" name=""/>
            <p:cNvSpPr/>
            <p:nvPr/>
          </p:nvSpPr>
          <p:spPr>
            <a:xfrm>
              <a:off x="7243200" y="4443120"/>
              <a:ext cx="84240" cy="39600"/>
            </a:xfrm>
            <a:custGeom>
              <a:avLst/>
              <a:gdLst/>
              <a:ahLst/>
              <a:rect l="l" t="t" r="r" b="b"/>
              <a:pathLst>
                <a:path w="49" h="25">
                  <a:moveTo>
                    <a:pt x="0" y="24"/>
                  </a:moveTo>
                  <a:lnTo>
                    <a:pt x="16" y="24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0" name=""/>
            <p:cNvSpPr/>
            <p:nvPr/>
          </p:nvSpPr>
          <p:spPr>
            <a:xfrm>
              <a:off x="7476480" y="4379760"/>
              <a:ext cx="15840" cy="39240"/>
            </a:xfrm>
            <a:custGeom>
              <a:avLst/>
              <a:gdLst/>
              <a:ahLst/>
              <a:rect l="l" t="t" r="r" b="b"/>
              <a:pathLst>
                <a:path w="9" h="25">
                  <a:moveTo>
                    <a:pt x="0" y="24"/>
                  </a:moveTo>
                  <a:lnTo>
                    <a:pt x="0" y="24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1" name=""/>
            <p:cNvSpPr/>
            <p:nvPr/>
          </p:nvSpPr>
          <p:spPr>
            <a:xfrm>
              <a:off x="7476480" y="4379760"/>
              <a:ext cx="15840" cy="39240"/>
            </a:xfrm>
            <a:custGeom>
              <a:avLst/>
              <a:gdLst/>
              <a:ahLst/>
              <a:rect l="l" t="t" r="r" b="b"/>
              <a:pathLst>
                <a:path w="9" h="25">
                  <a:moveTo>
                    <a:pt x="0" y="24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2" name=""/>
            <p:cNvSpPr/>
            <p:nvPr/>
          </p:nvSpPr>
          <p:spPr>
            <a:xfrm>
              <a:off x="6857280" y="4303440"/>
              <a:ext cx="28800" cy="3960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3" name=""/>
            <p:cNvSpPr/>
            <p:nvPr/>
          </p:nvSpPr>
          <p:spPr>
            <a:xfrm>
              <a:off x="6857280" y="4303440"/>
              <a:ext cx="28800" cy="3960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8"/>
                  </a:moveTo>
                  <a:lnTo>
                    <a:pt x="8" y="1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4" name=""/>
            <p:cNvSpPr/>
            <p:nvPr/>
          </p:nvSpPr>
          <p:spPr>
            <a:xfrm>
              <a:off x="6898680" y="43290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5" name=""/>
            <p:cNvSpPr/>
            <p:nvPr/>
          </p:nvSpPr>
          <p:spPr>
            <a:xfrm>
              <a:off x="6898680" y="43290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6" name=""/>
            <p:cNvSpPr/>
            <p:nvPr/>
          </p:nvSpPr>
          <p:spPr>
            <a:xfrm>
              <a:off x="7146360" y="424008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56"/>
                  </a:moveTo>
                  <a:lnTo>
                    <a:pt x="0" y="56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96"/>
                  </a:lnTo>
                  <a:lnTo>
                    <a:pt x="16" y="88"/>
                  </a:lnTo>
                  <a:lnTo>
                    <a:pt x="16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8" y="80"/>
                  </a:lnTo>
                  <a:lnTo>
                    <a:pt x="48" y="96"/>
                  </a:lnTo>
                  <a:lnTo>
                    <a:pt x="56" y="88"/>
                  </a:lnTo>
                  <a:lnTo>
                    <a:pt x="56" y="80"/>
                  </a:lnTo>
                  <a:lnTo>
                    <a:pt x="40" y="64"/>
                  </a:lnTo>
                  <a:lnTo>
                    <a:pt x="48" y="64"/>
                  </a:lnTo>
                  <a:lnTo>
                    <a:pt x="32" y="48"/>
                  </a:lnTo>
                  <a:lnTo>
                    <a:pt x="48" y="32"/>
                  </a:lnTo>
                  <a:lnTo>
                    <a:pt x="56" y="32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72" y="16"/>
                  </a:lnTo>
                  <a:lnTo>
                    <a:pt x="80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7" name=""/>
            <p:cNvSpPr/>
            <p:nvPr/>
          </p:nvSpPr>
          <p:spPr>
            <a:xfrm>
              <a:off x="7146360" y="424008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56"/>
                  </a:moveTo>
                  <a:lnTo>
                    <a:pt x="0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96"/>
                  </a:lnTo>
                  <a:lnTo>
                    <a:pt x="16" y="88"/>
                  </a:lnTo>
                  <a:lnTo>
                    <a:pt x="16" y="64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8" y="80"/>
                  </a:lnTo>
                  <a:lnTo>
                    <a:pt x="48" y="96"/>
                  </a:lnTo>
                  <a:lnTo>
                    <a:pt x="56" y="88"/>
                  </a:lnTo>
                  <a:lnTo>
                    <a:pt x="56" y="80"/>
                  </a:lnTo>
                  <a:lnTo>
                    <a:pt x="40" y="64"/>
                  </a:lnTo>
                  <a:lnTo>
                    <a:pt x="48" y="64"/>
                  </a:lnTo>
                  <a:lnTo>
                    <a:pt x="32" y="48"/>
                  </a:lnTo>
                  <a:lnTo>
                    <a:pt x="48" y="32"/>
                  </a:lnTo>
                  <a:lnTo>
                    <a:pt x="56" y="32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72" y="16"/>
                  </a:lnTo>
                  <a:lnTo>
                    <a:pt x="80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8" name=""/>
            <p:cNvSpPr/>
            <p:nvPr/>
          </p:nvSpPr>
          <p:spPr>
            <a:xfrm>
              <a:off x="7325640" y="4227480"/>
              <a:ext cx="28800" cy="64440"/>
            </a:xfrm>
            <a:custGeom>
              <a:avLst/>
              <a:gdLst/>
              <a:ahLst/>
              <a:rect l="l" t="t" r="r" b="b"/>
              <a:pathLst>
                <a:path w="17" h="41">
                  <a:moveTo>
                    <a:pt x="0" y="16"/>
                  </a:moveTo>
                  <a:lnTo>
                    <a:pt x="0" y="16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9" name=""/>
            <p:cNvSpPr/>
            <p:nvPr/>
          </p:nvSpPr>
          <p:spPr>
            <a:xfrm>
              <a:off x="7325640" y="4227480"/>
              <a:ext cx="28800" cy="64440"/>
            </a:xfrm>
            <a:custGeom>
              <a:avLst/>
              <a:gdLst/>
              <a:ahLst/>
              <a:rect l="l" t="t" r="r" b="b"/>
              <a:pathLst>
                <a:path w="17" h="41">
                  <a:moveTo>
                    <a:pt x="0" y="16"/>
                  </a:moveTo>
                  <a:lnTo>
                    <a:pt x="8" y="32"/>
                  </a:lnTo>
                  <a:lnTo>
                    <a:pt x="16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0" name=""/>
            <p:cNvSpPr/>
            <p:nvPr/>
          </p:nvSpPr>
          <p:spPr>
            <a:xfrm>
              <a:off x="7297200" y="4341600"/>
              <a:ext cx="302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1" name=""/>
            <p:cNvSpPr/>
            <p:nvPr/>
          </p:nvSpPr>
          <p:spPr>
            <a:xfrm>
              <a:off x="7297200" y="4341600"/>
              <a:ext cx="302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2" name=""/>
            <p:cNvSpPr/>
            <p:nvPr/>
          </p:nvSpPr>
          <p:spPr>
            <a:xfrm>
              <a:off x="7338600" y="4329000"/>
              <a:ext cx="7128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0" y="8"/>
                  </a:moveTo>
                  <a:lnTo>
                    <a:pt x="0" y="8"/>
                  </a:lnTo>
                  <a:lnTo>
                    <a:pt x="40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3" name=""/>
            <p:cNvSpPr/>
            <p:nvPr/>
          </p:nvSpPr>
          <p:spPr>
            <a:xfrm>
              <a:off x="7338600" y="4329000"/>
              <a:ext cx="7128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0" y="8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4" name=""/>
            <p:cNvSpPr/>
            <p:nvPr/>
          </p:nvSpPr>
          <p:spPr>
            <a:xfrm>
              <a:off x="7325640" y="4303440"/>
              <a:ext cx="28800" cy="144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5" name=""/>
            <p:cNvSpPr/>
            <p:nvPr/>
          </p:nvSpPr>
          <p:spPr>
            <a:xfrm>
              <a:off x="7325640" y="4303440"/>
              <a:ext cx="28800" cy="144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6" name=""/>
            <p:cNvSpPr/>
            <p:nvPr/>
          </p:nvSpPr>
          <p:spPr>
            <a:xfrm>
              <a:off x="7503480" y="429084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7" name=""/>
            <p:cNvSpPr/>
            <p:nvPr/>
          </p:nvSpPr>
          <p:spPr>
            <a:xfrm>
              <a:off x="7503480" y="429084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8" name=""/>
            <p:cNvSpPr/>
            <p:nvPr/>
          </p:nvSpPr>
          <p:spPr>
            <a:xfrm>
              <a:off x="7173360" y="3897000"/>
              <a:ext cx="8424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0" y="32"/>
                  </a:moveTo>
                  <a:lnTo>
                    <a:pt x="0" y="32"/>
                  </a:lnTo>
                  <a:lnTo>
                    <a:pt x="0" y="48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32" y="64"/>
                  </a:lnTo>
                  <a:lnTo>
                    <a:pt x="40" y="72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24" y="64"/>
                  </a:lnTo>
                  <a:lnTo>
                    <a:pt x="16" y="48"/>
                  </a:lnTo>
                  <a:lnTo>
                    <a:pt x="32" y="24"/>
                  </a:lnTo>
                  <a:lnTo>
                    <a:pt x="24" y="16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9" name=""/>
            <p:cNvSpPr/>
            <p:nvPr/>
          </p:nvSpPr>
          <p:spPr>
            <a:xfrm>
              <a:off x="7173360" y="3897000"/>
              <a:ext cx="8424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0" y="32"/>
                  </a:moveTo>
                  <a:lnTo>
                    <a:pt x="0" y="48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32" y="64"/>
                  </a:lnTo>
                  <a:lnTo>
                    <a:pt x="40" y="72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48" y="64"/>
                  </a:lnTo>
                  <a:lnTo>
                    <a:pt x="32" y="56"/>
                  </a:lnTo>
                  <a:lnTo>
                    <a:pt x="24" y="64"/>
                  </a:lnTo>
                  <a:lnTo>
                    <a:pt x="16" y="48"/>
                  </a:lnTo>
                  <a:lnTo>
                    <a:pt x="32" y="24"/>
                  </a:lnTo>
                  <a:lnTo>
                    <a:pt x="24" y="16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0" name=""/>
            <p:cNvSpPr/>
            <p:nvPr/>
          </p:nvSpPr>
          <p:spPr>
            <a:xfrm>
              <a:off x="7104960" y="4049640"/>
              <a:ext cx="5724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40"/>
                  </a:moveTo>
                  <a:lnTo>
                    <a:pt x="0" y="40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1" name=""/>
            <p:cNvSpPr/>
            <p:nvPr/>
          </p:nvSpPr>
          <p:spPr>
            <a:xfrm>
              <a:off x="7104960" y="4049640"/>
              <a:ext cx="5724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40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2" name=""/>
            <p:cNvSpPr/>
            <p:nvPr/>
          </p:nvSpPr>
          <p:spPr>
            <a:xfrm>
              <a:off x="7173360" y="4011480"/>
              <a:ext cx="302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0"/>
                  </a:moveTo>
                  <a:lnTo>
                    <a:pt x="0" y="0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3" name=""/>
            <p:cNvSpPr/>
            <p:nvPr/>
          </p:nvSpPr>
          <p:spPr>
            <a:xfrm>
              <a:off x="7173360" y="4011480"/>
              <a:ext cx="302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0"/>
                  </a:moveTo>
                  <a:lnTo>
                    <a:pt x="16" y="16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4" name=""/>
            <p:cNvSpPr/>
            <p:nvPr/>
          </p:nvSpPr>
          <p:spPr>
            <a:xfrm>
              <a:off x="7270200" y="4024080"/>
              <a:ext cx="28440" cy="52200"/>
            </a:xfrm>
            <a:custGeom>
              <a:avLst/>
              <a:gdLst/>
              <a:ahLst/>
              <a:rect l="l" t="t" r="r" b="b"/>
              <a:pathLst>
                <a:path w="17" h="33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5" name=""/>
            <p:cNvSpPr/>
            <p:nvPr/>
          </p:nvSpPr>
          <p:spPr>
            <a:xfrm>
              <a:off x="7270200" y="4024080"/>
              <a:ext cx="28440" cy="52200"/>
            </a:xfrm>
            <a:custGeom>
              <a:avLst/>
              <a:gdLst/>
              <a:ahLst/>
              <a:rect l="l" t="t" r="r" b="b"/>
              <a:pathLst>
                <a:path w="17" h="33">
                  <a:moveTo>
                    <a:pt x="0" y="0"/>
                  </a:moveTo>
                  <a:lnTo>
                    <a:pt x="8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6" name=""/>
            <p:cNvSpPr/>
            <p:nvPr/>
          </p:nvSpPr>
          <p:spPr>
            <a:xfrm>
              <a:off x="7214760" y="4036680"/>
              <a:ext cx="5688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16"/>
                  </a:moveTo>
                  <a:lnTo>
                    <a:pt x="0" y="16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16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7" name=""/>
            <p:cNvSpPr/>
            <p:nvPr/>
          </p:nvSpPr>
          <p:spPr>
            <a:xfrm>
              <a:off x="7214760" y="4036680"/>
              <a:ext cx="56880" cy="64800"/>
            </a:xfrm>
            <a:custGeom>
              <a:avLst/>
              <a:gdLst/>
              <a:ahLst/>
              <a:rect l="l" t="t" r="r" b="b"/>
              <a:pathLst>
                <a:path w="33" h="41">
                  <a:moveTo>
                    <a:pt x="0" y="16"/>
                  </a:moveTo>
                  <a:lnTo>
                    <a:pt x="8" y="16"/>
                  </a:lnTo>
                  <a:lnTo>
                    <a:pt x="8" y="24"/>
                  </a:lnTo>
                  <a:lnTo>
                    <a:pt x="16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8" name=""/>
            <p:cNvSpPr/>
            <p:nvPr/>
          </p:nvSpPr>
          <p:spPr>
            <a:xfrm>
              <a:off x="7214760" y="4074840"/>
              <a:ext cx="98280" cy="90360"/>
            </a:xfrm>
            <a:custGeom>
              <a:avLst/>
              <a:gdLst/>
              <a:ahLst/>
              <a:rect l="l" t="t" r="r" b="b"/>
              <a:pathLst>
                <a:path w="57" h="57">
                  <a:moveTo>
                    <a:pt x="0" y="40"/>
                  </a:moveTo>
                  <a:lnTo>
                    <a:pt x="0" y="40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24" y="48"/>
                  </a:lnTo>
                  <a:lnTo>
                    <a:pt x="40" y="56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48"/>
                  </a:lnTo>
                  <a:lnTo>
                    <a:pt x="56" y="32"/>
                  </a:lnTo>
                  <a:lnTo>
                    <a:pt x="56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16" y="16"/>
                  </a:lnTo>
                  <a:lnTo>
                    <a:pt x="0" y="32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9" name=""/>
            <p:cNvSpPr/>
            <p:nvPr/>
          </p:nvSpPr>
          <p:spPr>
            <a:xfrm>
              <a:off x="7214760" y="4074840"/>
              <a:ext cx="98280" cy="90360"/>
            </a:xfrm>
            <a:custGeom>
              <a:avLst/>
              <a:gdLst/>
              <a:ahLst/>
              <a:rect l="l" t="t" r="r" b="b"/>
              <a:pathLst>
                <a:path w="57" h="57">
                  <a:moveTo>
                    <a:pt x="0" y="40"/>
                  </a:move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24" y="48"/>
                  </a:lnTo>
                  <a:lnTo>
                    <a:pt x="40" y="56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48"/>
                  </a:lnTo>
                  <a:lnTo>
                    <a:pt x="56" y="32"/>
                  </a:lnTo>
                  <a:lnTo>
                    <a:pt x="56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16" y="16"/>
                  </a:lnTo>
                  <a:lnTo>
                    <a:pt x="0" y="32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0" name=""/>
            <p:cNvSpPr/>
            <p:nvPr/>
          </p:nvSpPr>
          <p:spPr>
            <a:xfrm>
              <a:off x="7778160" y="4354200"/>
              <a:ext cx="98640" cy="52200"/>
            </a:xfrm>
            <a:custGeom>
              <a:avLst/>
              <a:gdLst/>
              <a:ahLst/>
              <a:rect l="l" t="t" r="r" b="b"/>
              <a:pathLst>
                <a:path w="57" h="33">
                  <a:moveTo>
                    <a:pt x="0" y="16"/>
                  </a:moveTo>
                  <a:lnTo>
                    <a:pt x="0" y="16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48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1" name=""/>
            <p:cNvSpPr/>
            <p:nvPr/>
          </p:nvSpPr>
          <p:spPr>
            <a:xfrm>
              <a:off x="7778160" y="4354200"/>
              <a:ext cx="98640" cy="52200"/>
            </a:xfrm>
            <a:custGeom>
              <a:avLst/>
              <a:gdLst/>
              <a:ahLst/>
              <a:rect l="l" t="t" r="r" b="b"/>
              <a:pathLst>
                <a:path w="57" h="33">
                  <a:moveTo>
                    <a:pt x="0" y="16"/>
                  </a:moveTo>
                  <a:lnTo>
                    <a:pt x="16" y="32"/>
                  </a:lnTo>
                  <a:lnTo>
                    <a:pt x="32" y="32"/>
                  </a:lnTo>
                  <a:lnTo>
                    <a:pt x="48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2" name=""/>
            <p:cNvSpPr/>
            <p:nvPr/>
          </p:nvSpPr>
          <p:spPr>
            <a:xfrm>
              <a:off x="7848000" y="43416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3" name=""/>
            <p:cNvSpPr/>
            <p:nvPr/>
          </p:nvSpPr>
          <p:spPr>
            <a:xfrm>
              <a:off x="7848000" y="43416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0"/>
                  </a:moveTo>
                  <a:lnTo>
                    <a:pt x="16" y="8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4" name=""/>
            <p:cNvSpPr/>
            <p:nvPr/>
          </p:nvSpPr>
          <p:spPr>
            <a:xfrm>
              <a:off x="7930440" y="4379760"/>
              <a:ext cx="2880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0"/>
                  </a:moveTo>
                  <a:lnTo>
                    <a:pt x="0" y="0"/>
                  </a:lnTo>
                  <a:lnTo>
                    <a:pt x="8" y="24"/>
                  </a:ln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5" name=""/>
            <p:cNvSpPr/>
            <p:nvPr/>
          </p:nvSpPr>
          <p:spPr>
            <a:xfrm>
              <a:off x="7930440" y="4379760"/>
              <a:ext cx="28800" cy="39240"/>
            </a:xfrm>
            <a:custGeom>
              <a:avLst/>
              <a:gdLst/>
              <a:ahLst/>
              <a:rect l="l" t="t" r="r" b="b"/>
              <a:pathLst>
                <a:path w="17" h="25">
                  <a:moveTo>
                    <a:pt x="0" y="0"/>
                  </a:moveTo>
                  <a:lnTo>
                    <a:pt x="8" y="24"/>
                  </a:ln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6" name=""/>
            <p:cNvSpPr/>
            <p:nvPr/>
          </p:nvSpPr>
          <p:spPr>
            <a:xfrm>
              <a:off x="8025840" y="4456080"/>
              <a:ext cx="302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7" name=""/>
            <p:cNvSpPr/>
            <p:nvPr/>
          </p:nvSpPr>
          <p:spPr>
            <a:xfrm>
              <a:off x="8025840" y="4456080"/>
              <a:ext cx="302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8" name=""/>
            <p:cNvSpPr/>
            <p:nvPr/>
          </p:nvSpPr>
          <p:spPr>
            <a:xfrm>
              <a:off x="8191080" y="457020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9" name=""/>
            <p:cNvSpPr/>
            <p:nvPr/>
          </p:nvSpPr>
          <p:spPr>
            <a:xfrm>
              <a:off x="8191080" y="457020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16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0" name=""/>
            <p:cNvSpPr/>
            <p:nvPr/>
          </p:nvSpPr>
          <p:spPr>
            <a:xfrm>
              <a:off x="8211600" y="461484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1" name=""/>
            <p:cNvSpPr/>
            <p:nvPr/>
          </p:nvSpPr>
          <p:spPr>
            <a:xfrm>
              <a:off x="8137080" y="4684680"/>
              <a:ext cx="554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0" y="0"/>
                  </a:moveTo>
                  <a:lnTo>
                    <a:pt x="0" y="0"/>
                  </a:lnTo>
                  <a:lnTo>
                    <a:pt x="8" y="16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2" name=""/>
            <p:cNvSpPr/>
            <p:nvPr/>
          </p:nvSpPr>
          <p:spPr>
            <a:xfrm>
              <a:off x="8137080" y="4684680"/>
              <a:ext cx="554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0" y="0"/>
                  </a:moveTo>
                  <a:lnTo>
                    <a:pt x="8" y="16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3" name=""/>
            <p:cNvSpPr/>
            <p:nvPr/>
          </p:nvSpPr>
          <p:spPr>
            <a:xfrm>
              <a:off x="8411760" y="462096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16"/>
                  </a:moveTo>
                  <a:lnTo>
                    <a:pt x="0" y="16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4" name=""/>
            <p:cNvSpPr/>
            <p:nvPr/>
          </p:nvSpPr>
          <p:spPr>
            <a:xfrm>
              <a:off x="8411760" y="462096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16"/>
                  </a:moveTo>
                  <a:lnTo>
                    <a:pt x="16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5" name=""/>
            <p:cNvSpPr/>
            <p:nvPr/>
          </p:nvSpPr>
          <p:spPr>
            <a:xfrm>
              <a:off x="8438760" y="4608360"/>
              <a:ext cx="2988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6" name=""/>
            <p:cNvSpPr/>
            <p:nvPr/>
          </p:nvSpPr>
          <p:spPr>
            <a:xfrm>
              <a:off x="8438760" y="4608360"/>
              <a:ext cx="2988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7" name=""/>
            <p:cNvSpPr/>
            <p:nvPr/>
          </p:nvSpPr>
          <p:spPr>
            <a:xfrm>
              <a:off x="5151960" y="4862520"/>
              <a:ext cx="5580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32" y="16"/>
                  </a:moveTo>
                  <a:lnTo>
                    <a:pt x="32" y="16"/>
                  </a:lnTo>
                  <a:lnTo>
                    <a:pt x="24" y="24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8" name=""/>
            <p:cNvSpPr/>
            <p:nvPr/>
          </p:nvSpPr>
          <p:spPr>
            <a:xfrm>
              <a:off x="5151960" y="4862520"/>
              <a:ext cx="5580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32" y="16"/>
                  </a:moveTo>
                  <a:lnTo>
                    <a:pt x="24" y="24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32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9" name=""/>
            <p:cNvSpPr/>
            <p:nvPr/>
          </p:nvSpPr>
          <p:spPr>
            <a:xfrm>
              <a:off x="7043040" y="38401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0" name=""/>
            <p:cNvSpPr/>
            <p:nvPr/>
          </p:nvSpPr>
          <p:spPr>
            <a:xfrm>
              <a:off x="4987080" y="3338280"/>
              <a:ext cx="4284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1" name=""/>
            <p:cNvSpPr/>
            <p:nvPr/>
          </p:nvSpPr>
          <p:spPr>
            <a:xfrm>
              <a:off x="4987080" y="3338280"/>
              <a:ext cx="4284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0"/>
                  </a:moveTo>
                  <a:lnTo>
                    <a:pt x="8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2" name=""/>
            <p:cNvSpPr/>
            <p:nvPr/>
          </p:nvSpPr>
          <p:spPr>
            <a:xfrm>
              <a:off x="5055120" y="3287520"/>
              <a:ext cx="139680" cy="9000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80" y="8"/>
                  </a:moveTo>
                  <a:lnTo>
                    <a:pt x="80" y="8"/>
                  </a:lnTo>
                  <a:lnTo>
                    <a:pt x="80" y="16"/>
                  </a:lnTo>
                  <a:lnTo>
                    <a:pt x="72" y="16"/>
                  </a:lnTo>
                  <a:lnTo>
                    <a:pt x="64" y="32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24" y="48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8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8"/>
                  </a:lnTo>
                  <a:lnTo>
                    <a:pt x="16" y="8"/>
                  </a:lnTo>
                  <a:lnTo>
                    <a:pt x="40" y="16"/>
                  </a:lnTo>
                  <a:lnTo>
                    <a:pt x="56" y="0"/>
                  </a:lnTo>
                  <a:lnTo>
                    <a:pt x="8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3" name=""/>
            <p:cNvSpPr/>
            <p:nvPr/>
          </p:nvSpPr>
          <p:spPr>
            <a:xfrm>
              <a:off x="5055120" y="3287520"/>
              <a:ext cx="139680" cy="9000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80" y="8"/>
                  </a:moveTo>
                  <a:lnTo>
                    <a:pt x="80" y="16"/>
                  </a:lnTo>
                  <a:lnTo>
                    <a:pt x="72" y="16"/>
                  </a:lnTo>
                  <a:lnTo>
                    <a:pt x="64" y="32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24" y="48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8" y="24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8"/>
                  </a:lnTo>
                  <a:lnTo>
                    <a:pt x="16" y="8"/>
                  </a:lnTo>
                  <a:lnTo>
                    <a:pt x="40" y="16"/>
                  </a:lnTo>
                  <a:lnTo>
                    <a:pt x="56" y="0"/>
                  </a:lnTo>
                  <a:lnTo>
                    <a:pt x="8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4" name=""/>
            <p:cNvSpPr/>
            <p:nvPr/>
          </p:nvSpPr>
          <p:spPr>
            <a:xfrm>
              <a:off x="4917240" y="3160440"/>
              <a:ext cx="139680" cy="9036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32" y="56"/>
                  </a:moveTo>
                  <a:lnTo>
                    <a:pt x="32" y="56"/>
                  </a:lnTo>
                  <a:lnTo>
                    <a:pt x="48" y="48"/>
                  </a:lnTo>
                  <a:lnTo>
                    <a:pt x="64" y="48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72" y="8"/>
                  </a:lnTo>
                  <a:lnTo>
                    <a:pt x="56" y="0"/>
                  </a:lnTo>
                  <a:lnTo>
                    <a:pt x="24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24" y="56"/>
                  </a:lnTo>
                  <a:lnTo>
                    <a:pt x="32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5" name=""/>
            <p:cNvSpPr/>
            <p:nvPr/>
          </p:nvSpPr>
          <p:spPr>
            <a:xfrm>
              <a:off x="4917240" y="3160440"/>
              <a:ext cx="139680" cy="90360"/>
            </a:xfrm>
            <a:custGeom>
              <a:avLst/>
              <a:gdLst/>
              <a:ahLst/>
              <a:rect l="l" t="t" r="r" b="b"/>
              <a:pathLst>
                <a:path w="81" h="57">
                  <a:moveTo>
                    <a:pt x="32" y="56"/>
                  </a:moveTo>
                  <a:lnTo>
                    <a:pt x="48" y="48"/>
                  </a:lnTo>
                  <a:lnTo>
                    <a:pt x="64" y="48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72" y="8"/>
                  </a:lnTo>
                  <a:lnTo>
                    <a:pt x="56" y="0"/>
                  </a:lnTo>
                  <a:lnTo>
                    <a:pt x="24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24" y="56"/>
                  </a:lnTo>
                  <a:lnTo>
                    <a:pt x="32" y="5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6" name=""/>
            <p:cNvSpPr/>
            <p:nvPr/>
          </p:nvSpPr>
          <p:spPr>
            <a:xfrm>
              <a:off x="4863240" y="321120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32" y="8"/>
                  </a:moveTo>
                  <a:lnTo>
                    <a:pt x="32" y="8"/>
                  </a:lnTo>
                  <a:lnTo>
                    <a:pt x="24" y="8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32" y="0"/>
                  </a:lnTo>
                  <a:lnTo>
                    <a:pt x="3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7" name=""/>
            <p:cNvSpPr/>
            <p:nvPr/>
          </p:nvSpPr>
          <p:spPr>
            <a:xfrm>
              <a:off x="4863240" y="321120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32" y="8"/>
                  </a:moveTo>
                  <a:lnTo>
                    <a:pt x="24" y="8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32" y="0"/>
                  </a:lnTo>
                  <a:lnTo>
                    <a:pt x="32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8" name=""/>
            <p:cNvSpPr/>
            <p:nvPr/>
          </p:nvSpPr>
          <p:spPr>
            <a:xfrm>
              <a:off x="4863240" y="3224160"/>
              <a:ext cx="125280" cy="115560"/>
            </a:xfrm>
            <a:custGeom>
              <a:avLst/>
              <a:gdLst/>
              <a:ahLst/>
              <a:rect l="l" t="t" r="r" b="b"/>
              <a:pathLst>
                <a:path w="73" h="73">
                  <a:moveTo>
                    <a:pt x="32" y="0"/>
                  </a:moveTo>
                  <a:lnTo>
                    <a:pt x="32" y="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64" y="24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32" y="32"/>
                  </a:lnTo>
                  <a:lnTo>
                    <a:pt x="48" y="56"/>
                  </a:lnTo>
                  <a:lnTo>
                    <a:pt x="64" y="64"/>
                  </a:lnTo>
                  <a:lnTo>
                    <a:pt x="56" y="72"/>
                  </a:lnTo>
                  <a:lnTo>
                    <a:pt x="40" y="56"/>
                  </a:lnTo>
                  <a:lnTo>
                    <a:pt x="32" y="56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0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9" name=""/>
            <p:cNvSpPr/>
            <p:nvPr/>
          </p:nvSpPr>
          <p:spPr>
            <a:xfrm>
              <a:off x="4863240" y="3224160"/>
              <a:ext cx="125280" cy="115560"/>
            </a:xfrm>
            <a:custGeom>
              <a:avLst/>
              <a:gdLst/>
              <a:ahLst/>
              <a:rect l="l" t="t" r="r" b="b"/>
              <a:pathLst>
                <a:path w="73" h="73">
                  <a:moveTo>
                    <a:pt x="32" y="0"/>
                  </a:moveTo>
                  <a:lnTo>
                    <a:pt x="56" y="16"/>
                  </a:lnTo>
                  <a:lnTo>
                    <a:pt x="64" y="16"/>
                  </a:lnTo>
                  <a:lnTo>
                    <a:pt x="72" y="24"/>
                  </a:lnTo>
                  <a:lnTo>
                    <a:pt x="72" y="32"/>
                  </a:lnTo>
                  <a:lnTo>
                    <a:pt x="64" y="32"/>
                  </a:lnTo>
                  <a:lnTo>
                    <a:pt x="64" y="24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32" y="32"/>
                  </a:lnTo>
                  <a:lnTo>
                    <a:pt x="48" y="56"/>
                  </a:lnTo>
                  <a:lnTo>
                    <a:pt x="64" y="64"/>
                  </a:lnTo>
                  <a:lnTo>
                    <a:pt x="56" y="72"/>
                  </a:lnTo>
                  <a:lnTo>
                    <a:pt x="40" y="56"/>
                  </a:lnTo>
                  <a:lnTo>
                    <a:pt x="32" y="56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0"/>
                  </a:lnTo>
                  <a:lnTo>
                    <a:pt x="32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0" name=""/>
            <p:cNvSpPr/>
            <p:nvPr/>
          </p:nvSpPr>
          <p:spPr>
            <a:xfrm>
              <a:off x="4904640" y="3249360"/>
              <a:ext cx="8388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40" y="48"/>
                  </a:moveTo>
                  <a:lnTo>
                    <a:pt x="40" y="48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8" y="24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40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24" y="40"/>
                  </a:lnTo>
                  <a:lnTo>
                    <a:pt x="40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1" name=""/>
            <p:cNvSpPr/>
            <p:nvPr/>
          </p:nvSpPr>
          <p:spPr>
            <a:xfrm>
              <a:off x="4904640" y="3249360"/>
              <a:ext cx="8388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40" y="48"/>
                  </a:moveTo>
                  <a:lnTo>
                    <a:pt x="32" y="4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8" y="24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40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24" y="40"/>
                  </a:lnTo>
                  <a:lnTo>
                    <a:pt x="40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2" name=""/>
            <p:cNvSpPr/>
            <p:nvPr/>
          </p:nvSpPr>
          <p:spPr>
            <a:xfrm>
              <a:off x="4958280" y="3313080"/>
              <a:ext cx="4320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16"/>
                  </a:moveTo>
                  <a:lnTo>
                    <a:pt x="0" y="1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3" name=""/>
            <p:cNvSpPr/>
            <p:nvPr/>
          </p:nvSpPr>
          <p:spPr>
            <a:xfrm>
              <a:off x="4958280" y="3313080"/>
              <a:ext cx="43200" cy="39240"/>
            </a:xfrm>
            <a:custGeom>
              <a:avLst/>
              <a:gdLst/>
              <a:ahLst/>
              <a:rect l="l" t="t" r="r" b="b"/>
              <a:pathLst>
                <a:path w="25" h="25">
                  <a:moveTo>
                    <a:pt x="0" y="16"/>
                  </a:moveTo>
                  <a:lnTo>
                    <a:pt x="16" y="24"/>
                  </a:lnTo>
                  <a:lnTo>
                    <a:pt x="16" y="16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4" name=""/>
            <p:cNvSpPr/>
            <p:nvPr/>
          </p:nvSpPr>
          <p:spPr>
            <a:xfrm>
              <a:off x="4972680" y="3236760"/>
              <a:ext cx="98640" cy="115560"/>
            </a:xfrm>
            <a:custGeom>
              <a:avLst/>
              <a:gdLst/>
              <a:ahLst/>
              <a:rect l="l" t="t" r="r" b="b"/>
              <a:pathLst>
                <a:path w="57" h="73">
                  <a:moveTo>
                    <a:pt x="8" y="24"/>
                  </a:moveTo>
                  <a:lnTo>
                    <a:pt x="8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6" y="0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5" name=""/>
            <p:cNvSpPr/>
            <p:nvPr/>
          </p:nvSpPr>
          <p:spPr>
            <a:xfrm>
              <a:off x="4972680" y="3236760"/>
              <a:ext cx="98640" cy="115560"/>
            </a:xfrm>
            <a:custGeom>
              <a:avLst/>
              <a:gdLst/>
              <a:ahLst/>
              <a:rect l="l" t="t" r="r" b="b"/>
              <a:pathLst>
                <a:path w="57" h="73">
                  <a:moveTo>
                    <a:pt x="8" y="24"/>
                  </a:moveTo>
                  <a:lnTo>
                    <a:pt x="8" y="16"/>
                  </a:lnTo>
                  <a:lnTo>
                    <a:pt x="0" y="8"/>
                  </a:lnTo>
                  <a:lnTo>
                    <a:pt x="16" y="0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32" y="64"/>
                  </a:lnTo>
                  <a:lnTo>
                    <a:pt x="24" y="72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6" name=""/>
            <p:cNvSpPr/>
            <p:nvPr/>
          </p:nvSpPr>
          <p:spPr>
            <a:xfrm>
              <a:off x="5014080" y="3338280"/>
              <a:ext cx="572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8" y="24"/>
                  </a:moveTo>
                  <a:lnTo>
                    <a:pt x="8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7" name=""/>
            <p:cNvSpPr/>
            <p:nvPr/>
          </p:nvSpPr>
          <p:spPr>
            <a:xfrm>
              <a:off x="5014080" y="3338280"/>
              <a:ext cx="572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8" y="24"/>
                  </a:moveTo>
                  <a:lnTo>
                    <a:pt x="0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8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8" name=""/>
            <p:cNvSpPr/>
            <p:nvPr/>
          </p:nvSpPr>
          <p:spPr>
            <a:xfrm>
              <a:off x="4821840" y="3084480"/>
              <a:ext cx="152640" cy="77400"/>
            </a:xfrm>
            <a:custGeom>
              <a:avLst/>
              <a:gdLst/>
              <a:ahLst/>
              <a:rect l="l" t="t" r="r" b="b"/>
              <a:pathLst>
                <a:path w="89" h="49">
                  <a:moveTo>
                    <a:pt x="88" y="32"/>
                  </a:moveTo>
                  <a:lnTo>
                    <a:pt x="88" y="32"/>
                  </a:lnTo>
                  <a:lnTo>
                    <a:pt x="72" y="16"/>
                  </a:lnTo>
                  <a:lnTo>
                    <a:pt x="64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64" y="48"/>
                  </a:lnTo>
                  <a:lnTo>
                    <a:pt x="8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9" name=""/>
            <p:cNvSpPr/>
            <p:nvPr/>
          </p:nvSpPr>
          <p:spPr>
            <a:xfrm>
              <a:off x="4821840" y="3084480"/>
              <a:ext cx="152640" cy="77400"/>
            </a:xfrm>
            <a:custGeom>
              <a:avLst/>
              <a:gdLst/>
              <a:ahLst/>
              <a:rect l="l" t="t" r="r" b="b"/>
              <a:pathLst>
                <a:path w="89" h="49">
                  <a:moveTo>
                    <a:pt x="88" y="32"/>
                  </a:moveTo>
                  <a:lnTo>
                    <a:pt x="72" y="16"/>
                  </a:lnTo>
                  <a:lnTo>
                    <a:pt x="64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64" y="48"/>
                  </a:lnTo>
                  <a:lnTo>
                    <a:pt x="8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0" name=""/>
            <p:cNvSpPr/>
            <p:nvPr/>
          </p:nvSpPr>
          <p:spPr>
            <a:xfrm>
              <a:off x="4931280" y="3135240"/>
              <a:ext cx="125640" cy="51840"/>
            </a:xfrm>
            <a:custGeom>
              <a:avLst/>
              <a:gdLst/>
              <a:ahLst/>
              <a:rect l="l" t="t" r="r" b="b"/>
              <a:pathLst>
                <a:path w="73" h="33">
                  <a:moveTo>
                    <a:pt x="0" y="16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48" y="16"/>
                  </a:lnTo>
                  <a:lnTo>
                    <a:pt x="64" y="24"/>
                  </a:lnTo>
                  <a:lnTo>
                    <a:pt x="72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1" name=""/>
            <p:cNvSpPr/>
            <p:nvPr/>
          </p:nvSpPr>
          <p:spPr>
            <a:xfrm>
              <a:off x="4931280" y="3135240"/>
              <a:ext cx="125640" cy="51840"/>
            </a:xfrm>
            <a:custGeom>
              <a:avLst/>
              <a:gdLst/>
              <a:ahLst/>
              <a:rect l="l" t="t" r="r" b="b"/>
              <a:pathLst>
                <a:path w="73" h="33">
                  <a:moveTo>
                    <a:pt x="0" y="16"/>
                  </a:moveTo>
                  <a:lnTo>
                    <a:pt x="0" y="32"/>
                  </a:lnTo>
                  <a:lnTo>
                    <a:pt x="16" y="32"/>
                  </a:lnTo>
                  <a:lnTo>
                    <a:pt x="48" y="16"/>
                  </a:lnTo>
                  <a:lnTo>
                    <a:pt x="64" y="24"/>
                  </a:lnTo>
                  <a:lnTo>
                    <a:pt x="72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2" name=""/>
            <p:cNvSpPr/>
            <p:nvPr/>
          </p:nvSpPr>
          <p:spPr>
            <a:xfrm>
              <a:off x="4848840" y="398592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3" name=""/>
            <p:cNvSpPr/>
            <p:nvPr/>
          </p:nvSpPr>
          <p:spPr>
            <a:xfrm>
              <a:off x="4848840" y="398592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16" y="24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4" name=""/>
            <p:cNvSpPr/>
            <p:nvPr/>
          </p:nvSpPr>
          <p:spPr>
            <a:xfrm>
              <a:off x="5247360" y="4265280"/>
              <a:ext cx="7128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0" y="32"/>
                  </a:moveTo>
                  <a:lnTo>
                    <a:pt x="0" y="32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8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5" name=""/>
            <p:cNvSpPr/>
            <p:nvPr/>
          </p:nvSpPr>
          <p:spPr>
            <a:xfrm>
              <a:off x="5247360" y="4265280"/>
              <a:ext cx="7128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0" y="32"/>
                  </a:moveTo>
                  <a:lnTo>
                    <a:pt x="8" y="40"/>
                  </a:lnTo>
                  <a:lnTo>
                    <a:pt x="8" y="32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8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6" name=""/>
            <p:cNvSpPr/>
            <p:nvPr/>
          </p:nvSpPr>
          <p:spPr>
            <a:xfrm>
              <a:off x="5302800" y="4468680"/>
              <a:ext cx="28800" cy="102960"/>
            </a:xfrm>
            <a:custGeom>
              <a:avLst/>
              <a:gdLst/>
              <a:ahLst/>
              <a:rect l="l" t="t" r="r" b="b"/>
              <a:pathLst>
                <a:path w="17" h="65">
                  <a:moveTo>
                    <a:pt x="0" y="32"/>
                  </a:move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24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7" name=""/>
            <p:cNvSpPr/>
            <p:nvPr/>
          </p:nvSpPr>
          <p:spPr>
            <a:xfrm>
              <a:off x="5302800" y="4468680"/>
              <a:ext cx="28800" cy="102960"/>
            </a:xfrm>
            <a:custGeom>
              <a:avLst/>
              <a:gdLst/>
              <a:ahLst/>
              <a:rect l="l" t="t" r="r" b="b"/>
              <a:pathLst>
                <a:path w="17" h="65">
                  <a:moveTo>
                    <a:pt x="0" y="32"/>
                  </a:moveTo>
                  <a:lnTo>
                    <a:pt x="8" y="48"/>
                  </a:lnTo>
                  <a:lnTo>
                    <a:pt x="16" y="64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24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8" name=""/>
            <p:cNvSpPr/>
            <p:nvPr/>
          </p:nvSpPr>
          <p:spPr>
            <a:xfrm>
              <a:off x="5193360" y="4341600"/>
              <a:ext cx="55440" cy="115560"/>
            </a:xfrm>
            <a:custGeom>
              <a:avLst/>
              <a:gdLst/>
              <a:ahLst/>
              <a:rect l="l" t="t" r="r" b="b"/>
              <a:pathLst>
                <a:path w="33" h="73">
                  <a:moveTo>
                    <a:pt x="8" y="32"/>
                  </a:move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24" y="48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9" name=""/>
            <p:cNvSpPr/>
            <p:nvPr/>
          </p:nvSpPr>
          <p:spPr>
            <a:xfrm>
              <a:off x="5193360" y="4341600"/>
              <a:ext cx="55440" cy="115560"/>
            </a:xfrm>
            <a:custGeom>
              <a:avLst/>
              <a:gdLst/>
              <a:ahLst/>
              <a:rect l="l" t="t" r="r" b="b"/>
              <a:pathLst>
                <a:path w="33" h="73">
                  <a:moveTo>
                    <a:pt x="8" y="32"/>
                  </a:moveTo>
                  <a:lnTo>
                    <a:pt x="16" y="48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24" y="48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0" name=""/>
            <p:cNvSpPr/>
            <p:nvPr/>
          </p:nvSpPr>
          <p:spPr>
            <a:xfrm>
              <a:off x="6588720" y="4030560"/>
              <a:ext cx="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1" name=""/>
            <p:cNvSpPr/>
            <p:nvPr/>
          </p:nvSpPr>
          <p:spPr>
            <a:xfrm>
              <a:off x="6657120" y="424656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2" name=""/>
            <p:cNvSpPr/>
            <p:nvPr/>
          </p:nvSpPr>
          <p:spPr>
            <a:xfrm flipV="1">
              <a:off x="7346520" y="3725280"/>
              <a:ext cx="12600" cy="378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3" name=""/>
            <p:cNvSpPr/>
            <p:nvPr/>
          </p:nvSpPr>
          <p:spPr>
            <a:xfrm flipV="1">
              <a:off x="7379640" y="3693960"/>
              <a:ext cx="0" cy="252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4" name=""/>
            <p:cNvSpPr/>
            <p:nvPr/>
          </p:nvSpPr>
          <p:spPr>
            <a:xfrm flipV="1">
              <a:off x="7730640" y="3293640"/>
              <a:ext cx="14400" cy="378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5" name=""/>
            <p:cNvSpPr/>
            <p:nvPr/>
          </p:nvSpPr>
          <p:spPr>
            <a:xfrm flipV="1">
              <a:off x="7813080" y="3243240"/>
              <a:ext cx="27000" cy="374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6" name=""/>
            <p:cNvSpPr/>
            <p:nvPr/>
          </p:nvSpPr>
          <p:spPr>
            <a:xfrm>
              <a:off x="7868520" y="323028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7" name=""/>
            <p:cNvSpPr/>
            <p:nvPr/>
          </p:nvSpPr>
          <p:spPr>
            <a:xfrm>
              <a:off x="4532760" y="27540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8" name=""/>
            <p:cNvSpPr/>
            <p:nvPr/>
          </p:nvSpPr>
          <p:spPr>
            <a:xfrm>
              <a:off x="4532760" y="2754000"/>
              <a:ext cx="158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9" name=""/>
            <p:cNvSpPr/>
            <p:nvPr/>
          </p:nvSpPr>
          <p:spPr>
            <a:xfrm>
              <a:off x="4497840" y="2823840"/>
              <a:ext cx="14040" cy="126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0" name=""/>
            <p:cNvSpPr/>
            <p:nvPr/>
          </p:nvSpPr>
          <p:spPr>
            <a:xfrm flipV="1">
              <a:off x="7414560" y="4423680"/>
              <a:ext cx="14400" cy="378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1" name=""/>
            <p:cNvSpPr/>
            <p:nvPr/>
          </p:nvSpPr>
          <p:spPr>
            <a:xfrm>
              <a:off x="7029000" y="443700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2" name=""/>
            <p:cNvSpPr/>
            <p:nvPr/>
          </p:nvSpPr>
          <p:spPr>
            <a:xfrm>
              <a:off x="7276680" y="43351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3" name=""/>
            <p:cNvSpPr/>
            <p:nvPr/>
          </p:nvSpPr>
          <p:spPr>
            <a:xfrm>
              <a:off x="7400520" y="4297320"/>
              <a:ext cx="1404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4" name=""/>
            <p:cNvSpPr/>
            <p:nvPr/>
          </p:nvSpPr>
          <p:spPr>
            <a:xfrm>
              <a:off x="7757640" y="43351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5" name=""/>
            <p:cNvSpPr/>
            <p:nvPr/>
          </p:nvSpPr>
          <p:spPr>
            <a:xfrm>
              <a:off x="7963920" y="4424040"/>
              <a:ext cx="28440" cy="126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6" name=""/>
            <p:cNvSpPr/>
            <p:nvPr/>
          </p:nvSpPr>
          <p:spPr>
            <a:xfrm>
              <a:off x="7992360" y="4449600"/>
              <a:ext cx="1296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7" name=""/>
            <p:cNvSpPr/>
            <p:nvPr/>
          </p:nvSpPr>
          <p:spPr>
            <a:xfrm>
              <a:off x="8019360" y="4449600"/>
              <a:ext cx="1440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8" name=""/>
            <p:cNvSpPr/>
            <p:nvPr/>
          </p:nvSpPr>
          <p:spPr>
            <a:xfrm>
              <a:off x="8060760" y="4462200"/>
              <a:ext cx="14400" cy="252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9" name=""/>
            <p:cNvSpPr/>
            <p:nvPr/>
          </p:nvSpPr>
          <p:spPr>
            <a:xfrm>
              <a:off x="8075160" y="4500360"/>
              <a:ext cx="2700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0" name=""/>
            <p:cNvSpPr/>
            <p:nvPr/>
          </p:nvSpPr>
          <p:spPr>
            <a:xfrm>
              <a:off x="5144040" y="345888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1" name=""/>
            <p:cNvSpPr/>
            <p:nvPr/>
          </p:nvSpPr>
          <p:spPr>
            <a:xfrm>
              <a:off x="5825160" y="32241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0" y="32"/>
                  </a:moveTo>
                  <a:lnTo>
                    <a:pt x="0" y="32"/>
                  </a:lnTo>
                  <a:lnTo>
                    <a:pt x="8" y="56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8" y="32"/>
                  </a:lnTo>
                  <a:lnTo>
                    <a:pt x="40" y="16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2" name=""/>
            <p:cNvSpPr/>
            <p:nvPr/>
          </p:nvSpPr>
          <p:spPr>
            <a:xfrm>
              <a:off x="5825160" y="32241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0" y="32"/>
                  </a:moveTo>
                  <a:lnTo>
                    <a:pt x="8" y="56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8" y="32"/>
                  </a:lnTo>
                  <a:lnTo>
                    <a:pt x="40" y="16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3" name=""/>
            <p:cNvSpPr/>
            <p:nvPr/>
          </p:nvSpPr>
          <p:spPr>
            <a:xfrm>
              <a:off x="6155280" y="3224160"/>
              <a:ext cx="139680" cy="51840"/>
            </a:xfrm>
            <a:custGeom>
              <a:avLst/>
              <a:gdLst/>
              <a:ahLst/>
              <a:rect l="l" t="t" r="r" b="b"/>
              <a:pathLst>
                <a:path w="81" h="33">
                  <a:moveTo>
                    <a:pt x="0" y="16"/>
                  </a:moveTo>
                  <a:lnTo>
                    <a:pt x="0" y="16"/>
                  </a:lnTo>
                  <a:lnTo>
                    <a:pt x="8" y="32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80" y="0"/>
                  </a:lnTo>
                  <a:lnTo>
                    <a:pt x="56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4" name=""/>
            <p:cNvSpPr/>
            <p:nvPr/>
          </p:nvSpPr>
          <p:spPr>
            <a:xfrm>
              <a:off x="6155280" y="3224160"/>
              <a:ext cx="139680" cy="51840"/>
            </a:xfrm>
            <a:custGeom>
              <a:avLst/>
              <a:gdLst/>
              <a:ahLst/>
              <a:rect l="l" t="t" r="r" b="b"/>
              <a:pathLst>
                <a:path w="81" h="33">
                  <a:moveTo>
                    <a:pt x="0" y="16"/>
                  </a:moveTo>
                  <a:lnTo>
                    <a:pt x="8" y="32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56" y="0"/>
                  </a:lnTo>
                  <a:lnTo>
                    <a:pt x="64" y="8"/>
                  </a:lnTo>
                  <a:lnTo>
                    <a:pt x="80" y="0"/>
                  </a:lnTo>
                  <a:lnTo>
                    <a:pt x="56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5" name=""/>
            <p:cNvSpPr/>
            <p:nvPr/>
          </p:nvSpPr>
          <p:spPr>
            <a:xfrm>
              <a:off x="6816240" y="293184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88"/>
                  </a:moveTo>
                  <a:lnTo>
                    <a:pt x="0" y="88"/>
                  </a:lnTo>
                  <a:lnTo>
                    <a:pt x="8" y="96"/>
                  </a:lnTo>
                  <a:lnTo>
                    <a:pt x="32" y="88"/>
                  </a:lnTo>
                  <a:lnTo>
                    <a:pt x="32" y="80"/>
                  </a:lnTo>
                  <a:lnTo>
                    <a:pt x="56" y="64"/>
                  </a:lnTo>
                  <a:lnTo>
                    <a:pt x="72" y="40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40"/>
                  </a:lnTo>
                  <a:lnTo>
                    <a:pt x="24" y="80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6" name=""/>
            <p:cNvSpPr/>
            <p:nvPr/>
          </p:nvSpPr>
          <p:spPr>
            <a:xfrm>
              <a:off x="6816240" y="293184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88"/>
                  </a:moveTo>
                  <a:lnTo>
                    <a:pt x="8" y="96"/>
                  </a:lnTo>
                  <a:lnTo>
                    <a:pt x="32" y="88"/>
                  </a:lnTo>
                  <a:lnTo>
                    <a:pt x="32" y="80"/>
                  </a:lnTo>
                  <a:lnTo>
                    <a:pt x="56" y="64"/>
                  </a:lnTo>
                  <a:lnTo>
                    <a:pt x="72" y="40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40"/>
                  </a:lnTo>
                  <a:lnTo>
                    <a:pt x="24" y="80"/>
                  </a:lnTo>
                  <a:lnTo>
                    <a:pt x="0" y="8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7" name=""/>
            <p:cNvSpPr/>
            <p:nvPr/>
          </p:nvSpPr>
          <p:spPr>
            <a:xfrm>
              <a:off x="5220360" y="270324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16"/>
                  </a:moveTo>
                  <a:lnTo>
                    <a:pt x="0" y="16"/>
                  </a:lnTo>
                  <a:lnTo>
                    <a:pt x="8" y="24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32" y="40"/>
                  </a:lnTo>
                  <a:lnTo>
                    <a:pt x="32" y="24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8" name=""/>
            <p:cNvSpPr/>
            <p:nvPr/>
          </p:nvSpPr>
          <p:spPr>
            <a:xfrm>
              <a:off x="5220360" y="270324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16"/>
                  </a:moveTo>
                  <a:lnTo>
                    <a:pt x="8" y="24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32" y="40"/>
                  </a:lnTo>
                  <a:lnTo>
                    <a:pt x="32" y="24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9" name=""/>
            <p:cNvSpPr/>
            <p:nvPr/>
          </p:nvSpPr>
          <p:spPr>
            <a:xfrm>
              <a:off x="5317200" y="2652480"/>
              <a:ext cx="4284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32"/>
                  </a:moveTo>
                  <a:lnTo>
                    <a:pt x="0" y="32"/>
                  </a:lnTo>
                  <a:lnTo>
                    <a:pt x="16" y="40"/>
                  </a:lnTo>
                  <a:lnTo>
                    <a:pt x="16" y="48"/>
                  </a:lnTo>
                  <a:lnTo>
                    <a:pt x="24" y="48"/>
                  </a:lnTo>
                  <a:lnTo>
                    <a:pt x="16" y="24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0" name=""/>
            <p:cNvSpPr/>
            <p:nvPr/>
          </p:nvSpPr>
          <p:spPr>
            <a:xfrm>
              <a:off x="5317200" y="2652480"/>
              <a:ext cx="4284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32"/>
                  </a:moveTo>
                  <a:lnTo>
                    <a:pt x="16" y="40"/>
                  </a:lnTo>
                  <a:lnTo>
                    <a:pt x="16" y="48"/>
                  </a:lnTo>
                  <a:lnTo>
                    <a:pt x="24" y="48"/>
                  </a:lnTo>
                  <a:lnTo>
                    <a:pt x="16" y="24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1" name=""/>
            <p:cNvSpPr/>
            <p:nvPr/>
          </p:nvSpPr>
          <p:spPr>
            <a:xfrm>
              <a:off x="928800" y="2207880"/>
              <a:ext cx="812520" cy="776160"/>
            </a:xfrm>
            <a:custGeom>
              <a:avLst/>
              <a:gdLst/>
              <a:ahLst/>
              <a:rect l="l" t="t" r="r" b="b"/>
              <a:pathLst>
                <a:path w="473" h="489">
                  <a:moveTo>
                    <a:pt x="472" y="472"/>
                  </a:moveTo>
                  <a:lnTo>
                    <a:pt x="472" y="472"/>
                  </a:lnTo>
                  <a:lnTo>
                    <a:pt x="472" y="448"/>
                  </a:lnTo>
                  <a:lnTo>
                    <a:pt x="448" y="432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84" y="376"/>
                  </a:lnTo>
                  <a:lnTo>
                    <a:pt x="360" y="352"/>
                  </a:lnTo>
                  <a:lnTo>
                    <a:pt x="360" y="344"/>
                  </a:lnTo>
                  <a:lnTo>
                    <a:pt x="336" y="352"/>
                  </a:lnTo>
                  <a:lnTo>
                    <a:pt x="336" y="344"/>
                  </a:lnTo>
                  <a:lnTo>
                    <a:pt x="336" y="64"/>
                  </a:lnTo>
                  <a:lnTo>
                    <a:pt x="312" y="48"/>
                  </a:lnTo>
                  <a:lnTo>
                    <a:pt x="288" y="56"/>
                  </a:lnTo>
                  <a:lnTo>
                    <a:pt x="272" y="48"/>
                  </a:lnTo>
                  <a:lnTo>
                    <a:pt x="256" y="48"/>
                  </a:lnTo>
                  <a:lnTo>
                    <a:pt x="232" y="32"/>
                  </a:lnTo>
                  <a:lnTo>
                    <a:pt x="200" y="32"/>
                  </a:lnTo>
                  <a:lnTo>
                    <a:pt x="192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24"/>
                  </a:lnTo>
                  <a:lnTo>
                    <a:pt x="88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56" y="88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72" y="176"/>
                  </a:lnTo>
                  <a:lnTo>
                    <a:pt x="72" y="184"/>
                  </a:lnTo>
                  <a:lnTo>
                    <a:pt x="48" y="184"/>
                  </a:lnTo>
                  <a:lnTo>
                    <a:pt x="48" y="168"/>
                  </a:lnTo>
                  <a:lnTo>
                    <a:pt x="40" y="168"/>
                  </a:lnTo>
                  <a:lnTo>
                    <a:pt x="8" y="184"/>
                  </a:lnTo>
                  <a:lnTo>
                    <a:pt x="0" y="200"/>
                  </a:lnTo>
                  <a:lnTo>
                    <a:pt x="16" y="208"/>
                  </a:lnTo>
                  <a:lnTo>
                    <a:pt x="16" y="216"/>
                  </a:lnTo>
                  <a:lnTo>
                    <a:pt x="16" y="224"/>
                  </a:lnTo>
                  <a:lnTo>
                    <a:pt x="32" y="232"/>
                  </a:lnTo>
                  <a:lnTo>
                    <a:pt x="48" y="232"/>
                  </a:lnTo>
                  <a:lnTo>
                    <a:pt x="64" y="232"/>
                  </a:lnTo>
                  <a:lnTo>
                    <a:pt x="80" y="224"/>
                  </a:lnTo>
                  <a:lnTo>
                    <a:pt x="80" y="232"/>
                  </a:lnTo>
                  <a:lnTo>
                    <a:pt x="88" y="248"/>
                  </a:lnTo>
                  <a:lnTo>
                    <a:pt x="80" y="264"/>
                  </a:lnTo>
                  <a:lnTo>
                    <a:pt x="64" y="264"/>
                  </a:lnTo>
                  <a:lnTo>
                    <a:pt x="56" y="272"/>
                  </a:lnTo>
                  <a:lnTo>
                    <a:pt x="48" y="272"/>
                  </a:lnTo>
                  <a:lnTo>
                    <a:pt x="40" y="272"/>
                  </a:lnTo>
                  <a:lnTo>
                    <a:pt x="24" y="312"/>
                  </a:lnTo>
                  <a:lnTo>
                    <a:pt x="48" y="360"/>
                  </a:lnTo>
                  <a:lnTo>
                    <a:pt x="56" y="360"/>
                  </a:lnTo>
                  <a:lnTo>
                    <a:pt x="72" y="352"/>
                  </a:lnTo>
                  <a:lnTo>
                    <a:pt x="72" y="368"/>
                  </a:lnTo>
                  <a:lnTo>
                    <a:pt x="72" y="376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12" y="392"/>
                  </a:lnTo>
                  <a:lnTo>
                    <a:pt x="112" y="384"/>
                  </a:lnTo>
                  <a:lnTo>
                    <a:pt x="128" y="384"/>
                  </a:lnTo>
                  <a:lnTo>
                    <a:pt x="128" y="400"/>
                  </a:lnTo>
                  <a:lnTo>
                    <a:pt x="128" y="416"/>
                  </a:lnTo>
                  <a:lnTo>
                    <a:pt x="88" y="448"/>
                  </a:lnTo>
                  <a:lnTo>
                    <a:pt x="64" y="456"/>
                  </a:lnTo>
                  <a:lnTo>
                    <a:pt x="56" y="464"/>
                  </a:lnTo>
                  <a:lnTo>
                    <a:pt x="32" y="480"/>
                  </a:lnTo>
                  <a:lnTo>
                    <a:pt x="40" y="488"/>
                  </a:lnTo>
                  <a:lnTo>
                    <a:pt x="80" y="464"/>
                  </a:lnTo>
                  <a:lnTo>
                    <a:pt x="112" y="448"/>
                  </a:lnTo>
                  <a:lnTo>
                    <a:pt x="120" y="440"/>
                  </a:lnTo>
                  <a:lnTo>
                    <a:pt x="136" y="424"/>
                  </a:lnTo>
                  <a:lnTo>
                    <a:pt x="176" y="392"/>
                  </a:lnTo>
                  <a:lnTo>
                    <a:pt x="184" y="384"/>
                  </a:lnTo>
                  <a:lnTo>
                    <a:pt x="168" y="376"/>
                  </a:lnTo>
                  <a:lnTo>
                    <a:pt x="176" y="368"/>
                  </a:lnTo>
                  <a:lnTo>
                    <a:pt x="192" y="352"/>
                  </a:lnTo>
                  <a:lnTo>
                    <a:pt x="192" y="336"/>
                  </a:lnTo>
                  <a:lnTo>
                    <a:pt x="216" y="320"/>
                  </a:lnTo>
                  <a:lnTo>
                    <a:pt x="224" y="320"/>
                  </a:lnTo>
                  <a:lnTo>
                    <a:pt x="216" y="328"/>
                  </a:lnTo>
                  <a:lnTo>
                    <a:pt x="208" y="336"/>
                  </a:lnTo>
                  <a:lnTo>
                    <a:pt x="200" y="360"/>
                  </a:lnTo>
                  <a:lnTo>
                    <a:pt x="208" y="368"/>
                  </a:lnTo>
                  <a:lnTo>
                    <a:pt x="200" y="376"/>
                  </a:lnTo>
                  <a:lnTo>
                    <a:pt x="208" y="376"/>
                  </a:lnTo>
                  <a:lnTo>
                    <a:pt x="232" y="360"/>
                  </a:lnTo>
                  <a:lnTo>
                    <a:pt x="240" y="360"/>
                  </a:lnTo>
                  <a:lnTo>
                    <a:pt x="248" y="344"/>
                  </a:lnTo>
                  <a:lnTo>
                    <a:pt x="240" y="328"/>
                  </a:lnTo>
                  <a:lnTo>
                    <a:pt x="264" y="336"/>
                  </a:lnTo>
                  <a:lnTo>
                    <a:pt x="296" y="352"/>
                  </a:lnTo>
                  <a:lnTo>
                    <a:pt x="320" y="352"/>
                  </a:lnTo>
                  <a:lnTo>
                    <a:pt x="344" y="360"/>
                  </a:lnTo>
                  <a:lnTo>
                    <a:pt x="352" y="360"/>
                  </a:lnTo>
                  <a:lnTo>
                    <a:pt x="352" y="368"/>
                  </a:lnTo>
                  <a:lnTo>
                    <a:pt x="392" y="400"/>
                  </a:lnTo>
                  <a:lnTo>
                    <a:pt x="416" y="448"/>
                  </a:lnTo>
                  <a:lnTo>
                    <a:pt x="408" y="408"/>
                  </a:lnTo>
                  <a:lnTo>
                    <a:pt x="400" y="400"/>
                  </a:lnTo>
                  <a:lnTo>
                    <a:pt x="408" y="400"/>
                  </a:lnTo>
                  <a:lnTo>
                    <a:pt x="408" y="384"/>
                  </a:lnTo>
                  <a:lnTo>
                    <a:pt x="416" y="424"/>
                  </a:lnTo>
                  <a:lnTo>
                    <a:pt x="424" y="416"/>
                  </a:lnTo>
                  <a:lnTo>
                    <a:pt x="440" y="432"/>
                  </a:lnTo>
                  <a:lnTo>
                    <a:pt x="424" y="424"/>
                  </a:lnTo>
                  <a:lnTo>
                    <a:pt x="424" y="432"/>
                  </a:lnTo>
                  <a:lnTo>
                    <a:pt x="424" y="448"/>
                  </a:lnTo>
                  <a:lnTo>
                    <a:pt x="432" y="440"/>
                  </a:lnTo>
                  <a:lnTo>
                    <a:pt x="432" y="456"/>
                  </a:lnTo>
                  <a:lnTo>
                    <a:pt x="448" y="480"/>
                  </a:lnTo>
                  <a:lnTo>
                    <a:pt x="448" y="464"/>
                  </a:lnTo>
                  <a:lnTo>
                    <a:pt x="440" y="448"/>
                  </a:lnTo>
                  <a:lnTo>
                    <a:pt x="448" y="448"/>
                  </a:lnTo>
                  <a:lnTo>
                    <a:pt x="448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72" y="4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2" name=""/>
            <p:cNvSpPr/>
            <p:nvPr/>
          </p:nvSpPr>
          <p:spPr>
            <a:xfrm>
              <a:off x="928800" y="2207880"/>
              <a:ext cx="812520" cy="776160"/>
            </a:xfrm>
            <a:custGeom>
              <a:avLst/>
              <a:gdLst/>
              <a:ahLst/>
              <a:rect l="l" t="t" r="r" b="b"/>
              <a:pathLst>
                <a:path w="473" h="489">
                  <a:moveTo>
                    <a:pt x="472" y="472"/>
                  </a:moveTo>
                  <a:lnTo>
                    <a:pt x="472" y="448"/>
                  </a:lnTo>
                  <a:lnTo>
                    <a:pt x="448" y="432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84" y="376"/>
                  </a:lnTo>
                  <a:lnTo>
                    <a:pt x="360" y="352"/>
                  </a:lnTo>
                  <a:lnTo>
                    <a:pt x="360" y="344"/>
                  </a:lnTo>
                  <a:lnTo>
                    <a:pt x="336" y="352"/>
                  </a:lnTo>
                  <a:lnTo>
                    <a:pt x="336" y="344"/>
                  </a:lnTo>
                  <a:lnTo>
                    <a:pt x="336" y="64"/>
                  </a:lnTo>
                  <a:lnTo>
                    <a:pt x="312" y="48"/>
                  </a:lnTo>
                  <a:lnTo>
                    <a:pt x="288" y="56"/>
                  </a:lnTo>
                  <a:lnTo>
                    <a:pt x="272" y="48"/>
                  </a:lnTo>
                  <a:lnTo>
                    <a:pt x="256" y="48"/>
                  </a:lnTo>
                  <a:lnTo>
                    <a:pt x="232" y="32"/>
                  </a:lnTo>
                  <a:lnTo>
                    <a:pt x="200" y="32"/>
                  </a:lnTo>
                  <a:lnTo>
                    <a:pt x="192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24"/>
                  </a:lnTo>
                  <a:lnTo>
                    <a:pt x="88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56" y="88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72" y="176"/>
                  </a:lnTo>
                  <a:lnTo>
                    <a:pt x="72" y="184"/>
                  </a:lnTo>
                  <a:lnTo>
                    <a:pt x="48" y="184"/>
                  </a:lnTo>
                  <a:lnTo>
                    <a:pt x="48" y="168"/>
                  </a:lnTo>
                  <a:lnTo>
                    <a:pt x="40" y="168"/>
                  </a:lnTo>
                  <a:lnTo>
                    <a:pt x="8" y="184"/>
                  </a:lnTo>
                  <a:lnTo>
                    <a:pt x="0" y="200"/>
                  </a:lnTo>
                  <a:lnTo>
                    <a:pt x="16" y="208"/>
                  </a:lnTo>
                  <a:lnTo>
                    <a:pt x="16" y="216"/>
                  </a:lnTo>
                  <a:lnTo>
                    <a:pt x="16" y="224"/>
                  </a:lnTo>
                  <a:lnTo>
                    <a:pt x="32" y="232"/>
                  </a:lnTo>
                  <a:lnTo>
                    <a:pt x="48" y="232"/>
                  </a:lnTo>
                  <a:lnTo>
                    <a:pt x="64" y="232"/>
                  </a:lnTo>
                  <a:lnTo>
                    <a:pt x="80" y="224"/>
                  </a:lnTo>
                  <a:lnTo>
                    <a:pt x="80" y="232"/>
                  </a:lnTo>
                  <a:lnTo>
                    <a:pt x="88" y="248"/>
                  </a:lnTo>
                  <a:lnTo>
                    <a:pt x="80" y="264"/>
                  </a:lnTo>
                  <a:lnTo>
                    <a:pt x="64" y="264"/>
                  </a:lnTo>
                  <a:lnTo>
                    <a:pt x="56" y="272"/>
                  </a:lnTo>
                  <a:lnTo>
                    <a:pt x="48" y="272"/>
                  </a:lnTo>
                  <a:lnTo>
                    <a:pt x="40" y="272"/>
                  </a:lnTo>
                  <a:lnTo>
                    <a:pt x="24" y="312"/>
                  </a:lnTo>
                  <a:lnTo>
                    <a:pt x="48" y="360"/>
                  </a:lnTo>
                  <a:lnTo>
                    <a:pt x="56" y="360"/>
                  </a:lnTo>
                  <a:lnTo>
                    <a:pt x="72" y="352"/>
                  </a:lnTo>
                  <a:lnTo>
                    <a:pt x="72" y="368"/>
                  </a:lnTo>
                  <a:lnTo>
                    <a:pt x="72" y="376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12" y="392"/>
                  </a:lnTo>
                  <a:lnTo>
                    <a:pt x="112" y="384"/>
                  </a:lnTo>
                  <a:lnTo>
                    <a:pt x="128" y="384"/>
                  </a:lnTo>
                  <a:lnTo>
                    <a:pt x="128" y="400"/>
                  </a:lnTo>
                  <a:lnTo>
                    <a:pt x="128" y="416"/>
                  </a:lnTo>
                  <a:lnTo>
                    <a:pt x="88" y="448"/>
                  </a:lnTo>
                  <a:lnTo>
                    <a:pt x="64" y="456"/>
                  </a:lnTo>
                  <a:lnTo>
                    <a:pt x="56" y="464"/>
                  </a:lnTo>
                  <a:lnTo>
                    <a:pt x="32" y="480"/>
                  </a:lnTo>
                  <a:lnTo>
                    <a:pt x="40" y="488"/>
                  </a:lnTo>
                  <a:lnTo>
                    <a:pt x="80" y="464"/>
                  </a:lnTo>
                  <a:lnTo>
                    <a:pt x="112" y="448"/>
                  </a:lnTo>
                  <a:lnTo>
                    <a:pt x="120" y="440"/>
                  </a:lnTo>
                  <a:lnTo>
                    <a:pt x="136" y="424"/>
                  </a:lnTo>
                  <a:lnTo>
                    <a:pt x="176" y="392"/>
                  </a:lnTo>
                  <a:lnTo>
                    <a:pt x="184" y="384"/>
                  </a:lnTo>
                  <a:lnTo>
                    <a:pt x="168" y="376"/>
                  </a:lnTo>
                  <a:lnTo>
                    <a:pt x="176" y="368"/>
                  </a:lnTo>
                  <a:lnTo>
                    <a:pt x="192" y="352"/>
                  </a:lnTo>
                  <a:lnTo>
                    <a:pt x="192" y="336"/>
                  </a:lnTo>
                  <a:lnTo>
                    <a:pt x="216" y="320"/>
                  </a:lnTo>
                  <a:lnTo>
                    <a:pt x="224" y="320"/>
                  </a:lnTo>
                  <a:lnTo>
                    <a:pt x="216" y="328"/>
                  </a:lnTo>
                  <a:lnTo>
                    <a:pt x="208" y="336"/>
                  </a:lnTo>
                  <a:lnTo>
                    <a:pt x="200" y="360"/>
                  </a:lnTo>
                  <a:lnTo>
                    <a:pt x="208" y="368"/>
                  </a:lnTo>
                  <a:lnTo>
                    <a:pt x="200" y="376"/>
                  </a:lnTo>
                  <a:lnTo>
                    <a:pt x="208" y="376"/>
                  </a:lnTo>
                  <a:lnTo>
                    <a:pt x="232" y="360"/>
                  </a:lnTo>
                  <a:lnTo>
                    <a:pt x="240" y="360"/>
                  </a:lnTo>
                  <a:lnTo>
                    <a:pt x="248" y="344"/>
                  </a:lnTo>
                  <a:lnTo>
                    <a:pt x="240" y="328"/>
                  </a:lnTo>
                  <a:lnTo>
                    <a:pt x="264" y="336"/>
                  </a:lnTo>
                  <a:lnTo>
                    <a:pt x="296" y="352"/>
                  </a:lnTo>
                  <a:lnTo>
                    <a:pt x="320" y="352"/>
                  </a:lnTo>
                  <a:lnTo>
                    <a:pt x="344" y="360"/>
                  </a:lnTo>
                  <a:lnTo>
                    <a:pt x="352" y="360"/>
                  </a:lnTo>
                  <a:lnTo>
                    <a:pt x="352" y="368"/>
                  </a:lnTo>
                  <a:lnTo>
                    <a:pt x="392" y="400"/>
                  </a:lnTo>
                  <a:lnTo>
                    <a:pt x="416" y="448"/>
                  </a:lnTo>
                  <a:lnTo>
                    <a:pt x="408" y="408"/>
                  </a:lnTo>
                  <a:lnTo>
                    <a:pt x="400" y="400"/>
                  </a:lnTo>
                  <a:lnTo>
                    <a:pt x="408" y="400"/>
                  </a:lnTo>
                  <a:lnTo>
                    <a:pt x="408" y="384"/>
                  </a:lnTo>
                  <a:lnTo>
                    <a:pt x="416" y="424"/>
                  </a:lnTo>
                  <a:lnTo>
                    <a:pt x="424" y="416"/>
                  </a:lnTo>
                  <a:lnTo>
                    <a:pt x="440" y="432"/>
                  </a:lnTo>
                  <a:lnTo>
                    <a:pt x="424" y="424"/>
                  </a:lnTo>
                  <a:lnTo>
                    <a:pt x="424" y="432"/>
                  </a:lnTo>
                  <a:lnTo>
                    <a:pt x="424" y="448"/>
                  </a:lnTo>
                  <a:lnTo>
                    <a:pt x="432" y="440"/>
                  </a:lnTo>
                  <a:lnTo>
                    <a:pt x="432" y="456"/>
                  </a:lnTo>
                  <a:lnTo>
                    <a:pt x="448" y="480"/>
                  </a:lnTo>
                  <a:lnTo>
                    <a:pt x="448" y="464"/>
                  </a:lnTo>
                  <a:lnTo>
                    <a:pt x="440" y="448"/>
                  </a:lnTo>
                  <a:lnTo>
                    <a:pt x="448" y="448"/>
                  </a:lnTo>
                  <a:lnTo>
                    <a:pt x="448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72" y="4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3" name=""/>
            <p:cNvSpPr/>
            <p:nvPr/>
          </p:nvSpPr>
          <p:spPr>
            <a:xfrm>
              <a:off x="1506600" y="2190600"/>
              <a:ext cx="1857240" cy="1172880"/>
            </a:xfrm>
            <a:custGeom>
              <a:avLst/>
              <a:gdLst/>
              <a:ahLst/>
              <a:rect l="l" t="t" r="r" b="b"/>
              <a:pathLst>
                <a:path w="1170" h="739">
                  <a:moveTo>
                    <a:pt x="841" y="707"/>
                  </a:moveTo>
                  <a:lnTo>
                    <a:pt x="841" y="707"/>
                  </a:lnTo>
                  <a:lnTo>
                    <a:pt x="849" y="707"/>
                  </a:lnTo>
                  <a:lnTo>
                    <a:pt x="849" y="715"/>
                  </a:lnTo>
                  <a:lnTo>
                    <a:pt x="815" y="723"/>
                  </a:lnTo>
                  <a:lnTo>
                    <a:pt x="806" y="731"/>
                  </a:lnTo>
                  <a:lnTo>
                    <a:pt x="789" y="739"/>
                  </a:lnTo>
                  <a:lnTo>
                    <a:pt x="806" y="715"/>
                  </a:lnTo>
                  <a:lnTo>
                    <a:pt x="797" y="715"/>
                  </a:lnTo>
                  <a:lnTo>
                    <a:pt x="815" y="707"/>
                  </a:lnTo>
                  <a:lnTo>
                    <a:pt x="815" y="675"/>
                  </a:lnTo>
                  <a:lnTo>
                    <a:pt x="832" y="691"/>
                  </a:lnTo>
                  <a:lnTo>
                    <a:pt x="841" y="683"/>
                  </a:lnTo>
                  <a:lnTo>
                    <a:pt x="823" y="667"/>
                  </a:lnTo>
                  <a:lnTo>
                    <a:pt x="780" y="659"/>
                  </a:lnTo>
                  <a:lnTo>
                    <a:pt x="771" y="651"/>
                  </a:lnTo>
                  <a:lnTo>
                    <a:pt x="763" y="627"/>
                  </a:lnTo>
                  <a:lnTo>
                    <a:pt x="754" y="627"/>
                  </a:lnTo>
                  <a:lnTo>
                    <a:pt x="745" y="611"/>
                  </a:lnTo>
                  <a:lnTo>
                    <a:pt x="728" y="603"/>
                  </a:lnTo>
                  <a:lnTo>
                    <a:pt x="702" y="627"/>
                  </a:lnTo>
                  <a:lnTo>
                    <a:pt x="676" y="627"/>
                  </a:lnTo>
                  <a:lnTo>
                    <a:pt x="659" y="611"/>
                  </a:lnTo>
                  <a:lnTo>
                    <a:pt x="641" y="611"/>
                  </a:lnTo>
                  <a:lnTo>
                    <a:pt x="633" y="595"/>
                  </a:lnTo>
                  <a:lnTo>
                    <a:pt x="624" y="603"/>
                  </a:lnTo>
                  <a:lnTo>
                    <a:pt x="251" y="603"/>
                  </a:lnTo>
                  <a:lnTo>
                    <a:pt x="243" y="603"/>
                  </a:lnTo>
                  <a:lnTo>
                    <a:pt x="243" y="595"/>
                  </a:lnTo>
                  <a:lnTo>
                    <a:pt x="234" y="595"/>
                  </a:lnTo>
                  <a:lnTo>
                    <a:pt x="208" y="579"/>
                  </a:lnTo>
                  <a:lnTo>
                    <a:pt x="182" y="563"/>
                  </a:lnTo>
                  <a:lnTo>
                    <a:pt x="173" y="539"/>
                  </a:lnTo>
                  <a:lnTo>
                    <a:pt x="165" y="531"/>
                  </a:lnTo>
                  <a:lnTo>
                    <a:pt x="139" y="507"/>
                  </a:lnTo>
                  <a:lnTo>
                    <a:pt x="147" y="499"/>
                  </a:lnTo>
                  <a:lnTo>
                    <a:pt x="147" y="483"/>
                  </a:lnTo>
                  <a:lnTo>
                    <a:pt x="147" y="459"/>
                  </a:lnTo>
                  <a:lnTo>
                    <a:pt x="121" y="443"/>
                  </a:lnTo>
                  <a:lnTo>
                    <a:pt x="95" y="395"/>
                  </a:lnTo>
                  <a:lnTo>
                    <a:pt x="87" y="395"/>
                  </a:lnTo>
                  <a:lnTo>
                    <a:pt x="78" y="371"/>
                  </a:lnTo>
                  <a:lnTo>
                    <a:pt x="61" y="379"/>
                  </a:lnTo>
                  <a:lnTo>
                    <a:pt x="52" y="387"/>
                  </a:lnTo>
                  <a:lnTo>
                    <a:pt x="26" y="363"/>
                  </a:lnTo>
                  <a:lnTo>
                    <a:pt x="26" y="355"/>
                  </a:lnTo>
                  <a:lnTo>
                    <a:pt x="0" y="363"/>
                  </a:lnTo>
                  <a:lnTo>
                    <a:pt x="0" y="355"/>
                  </a:lnTo>
                  <a:lnTo>
                    <a:pt x="0" y="75"/>
                  </a:lnTo>
                  <a:lnTo>
                    <a:pt x="17" y="75"/>
                  </a:lnTo>
                  <a:lnTo>
                    <a:pt x="69" y="107"/>
                  </a:lnTo>
                  <a:lnTo>
                    <a:pt x="69" y="91"/>
                  </a:lnTo>
                  <a:lnTo>
                    <a:pt x="78" y="83"/>
                  </a:lnTo>
                  <a:lnTo>
                    <a:pt x="95" y="75"/>
                  </a:lnTo>
                  <a:lnTo>
                    <a:pt x="104" y="83"/>
                  </a:lnTo>
                  <a:lnTo>
                    <a:pt x="156" y="51"/>
                  </a:lnTo>
                  <a:lnTo>
                    <a:pt x="156" y="67"/>
                  </a:lnTo>
                  <a:lnTo>
                    <a:pt x="173" y="67"/>
                  </a:lnTo>
                  <a:lnTo>
                    <a:pt x="182" y="43"/>
                  </a:lnTo>
                  <a:lnTo>
                    <a:pt x="199" y="59"/>
                  </a:lnTo>
                  <a:lnTo>
                    <a:pt x="199" y="75"/>
                  </a:lnTo>
                  <a:lnTo>
                    <a:pt x="217" y="83"/>
                  </a:lnTo>
                  <a:lnTo>
                    <a:pt x="225" y="67"/>
                  </a:lnTo>
                  <a:lnTo>
                    <a:pt x="225" y="83"/>
                  </a:lnTo>
                  <a:lnTo>
                    <a:pt x="243" y="83"/>
                  </a:lnTo>
                  <a:lnTo>
                    <a:pt x="243" y="67"/>
                  </a:lnTo>
                  <a:lnTo>
                    <a:pt x="269" y="67"/>
                  </a:lnTo>
                  <a:lnTo>
                    <a:pt x="286" y="83"/>
                  </a:lnTo>
                  <a:lnTo>
                    <a:pt x="303" y="91"/>
                  </a:lnTo>
                  <a:lnTo>
                    <a:pt x="321" y="99"/>
                  </a:lnTo>
                  <a:lnTo>
                    <a:pt x="338" y="99"/>
                  </a:lnTo>
                  <a:lnTo>
                    <a:pt x="364" y="107"/>
                  </a:lnTo>
                  <a:lnTo>
                    <a:pt x="364" y="123"/>
                  </a:lnTo>
                  <a:lnTo>
                    <a:pt x="355" y="131"/>
                  </a:lnTo>
                  <a:lnTo>
                    <a:pt x="355" y="139"/>
                  </a:lnTo>
                  <a:lnTo>
                    <a:pt x="381" y="147"/>
                  </a:lnTo>
                  <a:lnTo>
                    <a:pt x="425" y="131"/>
                  </a:lnTo>
                  <a:lnTo>
                    <a:pt x="451" y="147"/>
                  </a:lnTo>
                  <a:lnTo>
                    <a:pt x="451" y="131"/>
                  </a:lnTo>
                  <a:lnTo>
                    <a:pt x="442" y="123"/>
                  </a:lnTo>
                  <a:lnTo>
                    <a:pt x="451" y="115"/>
                  </a:lnTo>
                  <a:lnTo>
                    <a:pt x="485" y="99"/>
                  </a:lnTo>
                  <a:lnTo>
                    <a:pt x="494" y="123"/>
                  </a:lnTo>
                  <a:lnTo>
                    <a:pt x="537" y="139"/>
                  </a:lnTo>
                  <a:lnTo>
                    <a:pt x="563" y="147"/>
                  </a:lnTo>
                  <a:lnTo>
                    <a:pt x="581" y="147"/>
                  </a:lnTo>
                  <a:lnTo>
                    <a:pt x="581" y="123"/>
                  </a:lnTo>
                  <a:lnTo>
                    <a:pt x="589" y="115"/>
                  </a:lnTo>
                  <a:lnTo>
                    <a:pt x="563" y="99"/>
                  </a:lnTo>
                  <a:lnTo>
                    <a:pt x="581" y="91"/>
                  </a:lnTo>
                  <a:lnTo>
                    <a:pt x="589" y="67"/>
                  </a:lnTo>
                  <a:lnTo>
                    <a:pt x="607" y="91"/>
                  </a:lnTo>
                  <a:lnTo>
                    <a:pt x="624" y="107"/>
                  </a:lnTo>
                  <a:lnTo>
                    <a:pt x="607" y="123"/>
                  </a:lnTo>
                  <a:lnTo>
                    <a:pt x="607" y="139"/>
                  </a:lnTo>
                  <a:lnTo>
                    <a:pt x="615" y="147"/>
                  </a:lnTo>
                  <a:lnTo>
                    <a:pt x="624" y="131"/>
                  </a:lnTo>
                  <a:lnTo>
                    <a:pt x="641" y="115"/>
                  </a:lnTo>
                  <a:lnTo>
                    <a:pt x="633" y="99"/>
                  </a:lnTo>
                  <a:lnTo>
                    <a:pt x="641" y="83"/>
                  </a:lnTo>
                  <a:lnTo>
                    <a:pt x="624" y="67"/>
                  </a:lnTo>
                  <a:lnTo>
                    <a:pt x="607" y="51"/>
                  </a:lnTo>
                  <a:lnTo>
                    <a:pt x="615" y="3"/>
                  </a:lnTo>
                  <a:lnTo>
                    <a:pt x="642" y="0"/>
                  </a:lnTo>
                  <a:lnTo>
                    <a:pt x="676" y="59"/>
                  </a:lnTo>
                  <a:lnTo>
                    <a:pt x="667" y="75"/>
                  </a:lnTo>
                  <a:lnTo>
                    <a:pt x="676" y="83"/>
                  </a:lnTo>
                  <a:lnTo>
                    <a:pt x="702" y="115"/>
                  </a:lnTo>
                  <a:lnTo>
                    <a:pt x="711" y="91"/>
                  </a:lnTo>
                  <a:lnTo>
                    <a:pt x="728" y="107"/>
                  </a:lnTo>
                  <a:lnTo>
                    <a:pt x="719" y="139"/>
                  </a:lnTo>
                  <a:lnTo>
                    <a:pt x="737" y="155"/>
                  </a:lnTo>
                  <a:lnTo>
                    <a:pt x="745" y="155"/>
                  </a:lnTo>
                  <a:lnTo>
                    <a:pt x="745" y="139"/>
                  </a:lnTo>
                  <a:lnTo>
                    <a:pt x="763" y="131"/>
                  </a:lnTo>
                  <a:lnTo>
                    <a:pt x="763" y="67"/>
                  </a:lnTo>
                  <a:lnTo>
                    <a:pt x="780" y="67"/>
                  </a:lnTo>
                  <a:lnTo>
                    <a:pt x="797" y="75"/>
                  </a:lnTo>
                  <a:lnTo>
                    <a:pt x="797" y="91"/>
                  </a:lnTo>
                  <a:lnTo>
                    <a:pt x="815" y="91"/>
                  </a:lnTo>
                  <a:lnTo>
                    <a:pt x="815" y="115"/>
                  </a:lnTo>
                  <a:lnTo>
                    <a:pt x="797" y="123"/>
                  </a:lnTo>
                  <a:lnTo>
                    <a:pt x="797" y="139"/>
                  </a:lnTo>
                  <a:lnTo>
                    <a:pt x="815" y="147"/>
                  </a:lnTo>
                  <a:lnTo>
                    <a:pt x="815" y="163"/>
                  </a:lnTo>
                  <a:lnTo>
                    <a:pt x="780" y="195"/>
                  </a:lnTo>
                  <a:lnTo>
                    <a:pt x="763" y="187"/>
                  </a:lnTo>
                  <a:lnTo>
                    <a:pt x="763" y="179"/>
                  </a:lnTo>
                  <a:lnTo>
                    <a:pt x="745" y="179"/>
                  </a:lnTo>
                  <a:lnTo>
                    <a:pt x="754" y="195"/>
                  </a:lnTo>
                  <a:lnTo>
                    <a:pt x="737" y="211"/>
                  </a:lnTo>
                  <a:lnTo>
                    <a:pt x="737" y="227"/>
                  </a:lnTo>
                  <a:lnTo>
                    <a:pt x="719" y="259"/>
                  </a:lnTo>
                  <a:lnTo>
                    <a:pt x="702" y="259"/>
                  </a:lnTo>
                  <a:lnTo>
                    <a:pt x="685" y="275"/>
                  </a:lnTo>
                  <a:lnTo>
                    <a:pt x="693" y="291"/>
                  </a:lnTo>
                  <a:lnTo>
                    <a:pt x="667" y="299"/>
                  </a:lnTo>
                  <a:lnTo>
                    <a:pt x="667" y="315"/>
                  </a:lnTo>
                  <a:lnTo>
                    <a:pt x="659" y="315"/>
                  </a:lnTo>
                  <a:lnTo>
                    <a:pt x="650" y="323"/>
                  </a:lnTo>
                  <a:lnTo>
                    <a:pt x="633" y="363"/>
                  </a:lnTo>
                  <a:lnTo>
                    <a:pt x="633" y="387"/>
                  </a:lnTo>
                  <a:lnTo>
                    <a:pt x="641" y="395"/>
                  </a:lnTo>
                  <a:lnTo>
                    <a:pt x="659" y="395"/>
                  </a:lnTo>
                  <a:lnTo>
                    <a:pt x="667" y="443"/>
                  </a:lnTo>
                  <a:lnTo>
                    <a:pt x="685" y="435"/>
                  </a:lnTo>
                  <a:lnTo>
                    <a:pt x="711" y="443"/>
                  </a:lnTo>
                  <a:lnTo>
                    <a:pt x="728" y="459"/>
                  </a:lnTo>
                  <a:lnTo>
                    <a:pt x="763" y="475"/>
                  </a:lnTo>
                  <a:lnTo>
                    <a:pt x="797" y="475"/>
                  </a:lnTo>
                  <a:lnTo>
                    <a:pt x="806" y="483"/>
                  </a:lnTo>
                  <a:lnTo>
                    <a:pt x="806" y="531"/>
                  </a:lnTo>
                  <a:lnTo>
                    <a:pt x="841" y="563"/>
                  </a:lnTo>
                  <a:lnTo>
                    <a:pt x="858" y="547"/>
                  </a:lnTo>
                  <a:lnTo>
                    <a:pt x="841" y="491"/>
                  </a:lnTo>
                  <a:lnTo>
                    <a:pt x="858" y="483"/>
                  </a:lnTo>
                  <a:lnTo>
                    <a:pt x="875" y="459"/>
                  </a:lnTo>
                  <a:lnTo>
                    <a:pt x="867" y="411"/>
                  </a:lnTo>
                  <a:lnTo>
                    <a:pt x="849" y="395"/>
                  </a:lnTo>
                  <a:lnTo>
                    <a:pt x="858" y="387"/>
                  </a:lnTo>
                  <a:lnTo>
                    <a:pt x="867" y="387"/>
                  </a:lnTo>
                  <a:lnTo>
                    <a:pt x="867" y="379"/>
                  </a:lnTo>
                  <a:lnTo>
                    <a:pt x="867" y="355"/>
                  </a:lnTo>
                  <a:lnTo>
                    <a:pt x="858" y="347"/>
                  </a:lnTo>
                  <a:lnTo>
                    <a:pt x="867" y="323"/>
                  </a:lnTo>
                  <a:lnTo>
                    <a:pt x="858" y="315"/>
                  </a:lnTo>
                  <a:lnTo>
                    <a:pt x="858" y="307"/>
                  </a:lnTo>
                  <a:lnTo>
                    <a:pt x="867" y="299"/>
                  </a:lnTo>
                  <a:lnTo>
                    <a:pt x="893" y="307"/>
                  </a:lnTo>
                  <a:lnTo>
                    <a:pt x="919" y="299"/>
                  </a:lnTo>
                  <a:lnTo>
                    <a:pt x="953" y="323"/>
                  </a:lnTo>
                  <a:lnTo>
                    <a:pt x="945" y="331"/>
                  </a:lnTo>
                  <a:lnTo>
                    <a:pt x="953" y="339"/>
                  </a:lnTo>
                  <a:lnTo>
                    <a:pt x="979" y="339"/>
                  </a:lnTo>
                  <a:lnTo>
                    <a:pt x="979" y="387"/>
                  </a:lnTo>
                  <a:lnTo>
                    <a:pt x="1005" y="411"/>
                  </a:lnTo>
                  <a:lnTo>
                    <a:pt x="1014" y="403"/>
                  </a:lnTo>
                  <a:lnTo>
                    <a:pt x="1031" y="387"/>
                  </a:lnTo>
                  <a:lnTo>
                    <a:pt x="1040" y="379"/>
                  </a:lnTo>
                  <a:lnTo>
                    <a:pt x="1031" y="371"/>
                  </a:lnTo>
                  <a:lnTo>
                    <a:pt x="1040" y="355"/>
                  </a:lnTo>
                  <a:lnTo>
                    <a:pt x="1092" y="435"/>
                  </a:lnTo>
                  <a:lnTo>
                    <a:pt x="1083" y="443"/>
                  </a:lnTo>
                  <a:lnTo>
                    <a:pt x="1083" y="459"/>
                  </a:lnTo>
                  <a:lnTo>
                    <a:pt x="1101" y="467"/>
                  </a:lnTo>
                  <a:lnTo>
                    <a:pt x="1101" y="475"/>
                  </a:lnTo>
                  <a:lnTo>
                    <a:pt x="1118" y="483"/>
                  </a:lnTo>
                  <a:lnTo>
                    <a:pt x="1127" y="483"/>
                  </a:lnTo>
                  <a:lnTo>
                    <a:pt x="1144" y="491"/>
                  </a:lnTo>
                  <a:lnTo>
                    <a:pt x="1127" y="499"/>
                  </a:lnTo>
                  <a:lnTo>
                    <a:pt x="1144" y="499"/>
                  </a:lnTo>
                  <a:lnTo>
                    <a:pt x="1144" y="515"/>
                  </a:lnTo>
                  <a:lnTo>
                    <a:pt x="1153" y="515"/>
                  </a:lnTo>
                  <a:lnTo>
                    <a:pt x="1161" y="523"/>
                  </a:lnTo>
                  <a:lnTo>
                    <a:pt x="1161" y="531"/>
                  </a:lnTo>
                  <a:lnTo>
                    <a:pt x="1170" y="547"/>
                  </a:lnTo>
                  <a:lnTo>
                    <a:pt x="1153" y="555"/>
                  </a:lnTo>
                  <a:lnTo>
                    <a:pt x="1127" y="563"/>
                  </a:lnTo>
                  <a:lnTo>
                    <a:pt x="1109" y="587"/>
                  </a:lnTo>
                  <a:lnTo>
                    <a:pt x="1083" y="587"/>
                  </a:lnTo>
                  <a:lnTo>
                    <a:pt x="1057" y="579"/>
                  </a:lnTo>
                  <a:lnTo>
                    <a:pt x="1014" y="587"/>
                  </a:lnTo>
                  <a:lnTo>
                    <a:pt x="1005" y="603"/>
                  </a:lnTo>
                  <a:lnTo>
                    <a:pt x="997" y="603"/>
                  </a:lnTo>
                  <a:lnTo>
                    <a:pt x="979" y="611"/>
                  </a:lnTo>
                  <a:lnTo>
                    <a:pt x="953" y="643"/>
                  </a:lnTo>
                  <a:lnTo>
                    <a:pt x="962" y="643"/>
                  </a:lnTo>
                  <a:lnTo>
                    <a:pt x="988" y="619"/>
                  </a:lnTo>
                  <a:lnTo>
                    <a:pt x="1014" y="603"/>
                  </a:lnTo>
                  <a:lnTo>
                    <a:pt x="1040" y="603"/>
                  </a:lnTo>
                  <a:lnTo>
                    <a:pt x="1049" y="603"/>
                  </a:lnTo>
                  <a:lnTo>
                    <a:pt x="1049" y="619"/>
                  </a:lnTo>
                  <a:lnTo>
                    <a:pt x="1031" y="627"/>
                  </a:lnTo>
                  <a:lnTo>
                    <a:pt x="1023" y="627"/>
                  </a:lnTo>
                  <a:lnTo>
                    <a:pt x="1031" y="635"/>
                  </a:lnTo>
                  <a:lnTo>
                    <a:pt x="1040" y="627"/>
                  </a:lnTo>
                  <a:lnTo>
                    <a:pt x="1040" y="651"/>
                  </a:lnTo>
                  <a:lnTo>
                    <a:pt x="1049" y="659"/>
                  </a:lnTo>
                  <a:lnTo>
                    <a:pt x="1066" y="667"/>
                  </a:lnTo>
                  <a:lnTo>
                    <a:pt x="1083" y="667"/>
                  </a:lnTo>
                  <a:lnTo>
                    <a:pt x="1083" y="659"/>
                  </a:lnTo>
                  <a:lnTo>
                    <a:pt x="1101" y="643"/>
                  </a:lnTo>
                  <a:lnTo>
                    <a:pt x="1101" y="659"/>
                  </a:lnTo>
                  <a:lnTo>
                    <a:pt x="1109" y="659"/>
                  </a:lnTo>
                  <a:lnTo>
                    <a:pt x="1092" y="667"/>
                  </a:lnTo>
                  <a:lnTo>
                    <a:pt x="1092" y="675"/>
                  </a:lnTo>
                  <a:lnTo>
                    <a:pt x="1049" y="691"/>
                  </a:lnTo>
                  <a:lnTo>
                    <a:pt x="1031" y="707"/>
                  </a:lnTo>
                  <a:lnTo>
                    <a:pt x="1023" y="691"/>
                  </a:lnTo>
                  <a:lnTo>
                    <a:pt x="1049" y="675"/>
                  </a:lnTo>
                  <a:lnTo>
                    <a:pt x="1040" y="675"/>
                  </a:lnTo>
                  <a:lnTo>
                    <a:pt x="1040" y="667"/>
                  </a:lnTo>
                  <a:lnTo>
                    <a:pt x="1023" y="675"/>
                  </a:lnTo>
                  <a:lnTo>
                    <a:pt x="1014" y="675"/>
                  </a:lnTo>
                  <a:lnTo>
                    <a:pt x="1005" y="667"/>
                  </a:lnTo>
                  <a:lnTo>
                    <a:pt x="997" y="643"/>
                  </a:lnTo>
                  <a:lnTo>
                    <a:pt x="997" y="635"/>
                  </a:lnTo>
                  <a:lnTo>
                    <a:pt x="988" y="643"/>
                  </a:lnTo>
                  <a:lnTo>
                    <a:pt x="979" y="635"/>
                  </a:lnTo>
                  <a:lnTo>
                    <a:pt x="962" y="675"/>
                  </a:lnTo>
                  <a:lnTo>
                    <a:pt x="945" y="683"/>
                  </a:lnTo>
                  <a:lnTo>
                    <a:pt x="901" y="683"/>
                  </a:lnTo>
                  <a:lnTo>
                    <a:pt x="884" y="691"/>
                  </a:lnTo>
                  <a:lnTo>
                    <a:pt x="875" y="699"/>
                  </a:lnTo>
                  <a:lnTo>
                    <a:pt x="841" y="707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4" name=""/>
            <p:cNvSpPr/>
            <p:nvPr/>
          </p:nvSpPr>
          <p:spPr>
            <a:xfrm>
              <a:off x="2922840" y="4633920"/>
              <a:ext cx="181080" cy="928080"/>
            </a:xfrm>
            <a:custGeom>
              <a:avLst/>
              <a:gdLst/>
              <a:ahLst/>
              <a:rect l="l" t="t" r="r" b="b"/>
              <a:pathLst>
                <a:path w="105" h="585">
                  <a:moveTo>
                    <a:pt x="64" y="8"/>
                  </a:moveTo>
                  <a:lnTo>
                    <a:pt x="64" y="8"/>
                  </a:lnTo>
                  <a:lnTo>
                    <a:pt x="80" y="0"/>
                  </a:lnTo>
                  <a:lnTo>
                    <a:pt x="88" y="24"/>
                  </a:lnTo>
                  <a:lnTo>
                    <a:pt x="88" y="32"/>
                  </a:lnTo>
                  <a:lnTo>
                    <a:pt x="96" y="72"/>
                  </a:lnTo>
                  <a:lnTo>
                    <a:pt x="104" y="72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96" y="120"/>
                  </a:lnTo>
                  <a:lnTo>
                    <a:pt x="80" y="144"/>
                  </a:lnTo>
                  <a:lnTo>
                    <a:pt x="64" y="192"/>
                  </a:lnTo>
                  <a:lnTo>
                    <a:pt x="72" y="224"/>
                  </a:lnTo>
                  <a:lnTo>
                    <a:pt x="64" y="248"/>
                  </a:lnTo>
                  <a:lnTo>
                    <a:pt x="64" y="264"/>
                  </a:lnTo>
                  <a:lnTo>
                    <a:pt x="56" y="272"/>
                  </a:lnTo>
                  <a:lnTo>
                    <a:pt x="56" y="304"/>
                  </a:lnTo>
                  <a:lnTo>
                    <a:pt x="48" y="320"/>
                  </a:lnTo>
                  <a:lnTo>
                    <a:pt x="48" y="352"/>
                  </a:lnTo>
                  <a:lnTo>
                    <a:pt x="48" y="368"/>
                  </a:lnTo>
                  <a:lnTo>
                    <a:pt x="48" y="400"/>
                  </a:lnTo>
                  <a:lnTo>
                    <a:pt x="56" y="400"/>
                  </a:lnTo>
                  <a:lnTo>
                    <a:pt x="56" y="408"/>
                  </a:lnTo>
                  <a:lnTo>
                    <a:pt x="48" y="408"/>
                  </a:lnTo>
                  <a:lnTo>
                    <a:pt x="56" y="408"/>
                  </a:lnTo>
                  <a:lnTo>
                    <a:pt x="48" y="440"/>
                  </a:lnTo>
                  <a:lnTo>
                    <a:pt x="40" y="456"/>
                  </a:lnTo>
                  <a:lnTo>
                    <a:pt x="40" y="472"/>
                  </a:lnTo>
                  <a:lnTo>
                    <a:pt x="32" y="496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12"/>
                  </a:lnTo>
                  <a:lnTo>
                    <a:pt x="40" y="536"/>
                  </a:lnTo>
                  <a:lnTo>
                    <a:pt x="48" y="544"/>
                  </a:lnTo>
                  <a:lnTo>
                    <a:pt x="72" y="544"/>
                  </a:lnTo>
                  <a:lnTo>
                    <a:pt x="88" y="544"/>
                  </a:lnTo>
                  <a:lnTo>
                    <a:pt x="88" y="552"/>
                  </a:lnTo>
                  <a:lnTo>
                    <a:pt x="80" y="544"/>
                  </a:lnTo>
                  <a:lnTo>
                    <a:pt x="80" y="552"/>
                  </a:lnTo>
                  <a:lnTo>
                    <a:pt x="64" y="560"/>
                  </a:lnTo>
                  <a:lnTo>
                    <a:pt x="64" y="576"/>
                  </a:lnTo>
                  <a:lnTo>
                    <a:pt x="56" y="584"/>
                  </a:lnTo>
                  <a:lnTo>
                    <a:pt x="48" y="568"/>
                  </a:lnTo>
                  <a:lnTo>
                    <a:pt x="56" y="568"/>
                  </a:lnTo>
                  <a:lnTo>
                    <a:pt x="56" y="560"/>
                  </a:lnTo>
                  <a:lnTo>
                    <a:pt x="40" y="568"/>
                  </a:lnTo>
                  <a:lnTo>
                    <a:pt x="32" y="560"/>
                  </a:lnTo>
                  <a:lnTo>
                    <a:pt x="32" y="552"/>
                  </a:lnTo>
                  <a:lnTo>
                    <a:pt x="24" y="552"/>
                  </a:lnTo>
                  <a:lnTo>
                    <a:pt x="16" y="544"/>
                  </a:lnTo>
                  <a:lnTo>
                    <a:pt x="16" y="552"/>
                  </a:lnTo>
                  <a:lnTo>
                    <a:pt x="8" y="544"/>
                  </a:lnTo>
                  <a:lnTo>
                    <a:pt x="8" y="536"/>
                  </a:lnTo>
                  <a:lnTo>
                    <a:pt x="16" y="536"/>
                  </a:lnTo>
                  <a:lnTo>
                    <a:pt x="16" y="528"/>
                  </a:lnTo>
                  <a:lnTo>
                    <a:pt x="16" y="520"/>
                  </a:lnTo>
                  <a:lnTo>
                    <a:pt x="16" y="528"/>
                  </a:lnTo>
                  <a:lnTo>
                    <a:pt x="8" y="536"/>
                  </a:lnTo>
                  <a:lnTo>
                    <a:pt x="8" y="512"/>
                  </a:lnTo>
                  <a:lnTo>
                    <a:pt x="16" y="520"/>
                  </a:lnTo>
                  <a:lnTo>
                    <a:pt x="16" y="504"/>
                  </a:lnTo>
                  <a:lnTo>
                    <a:pt x="8" y="520"/>
                  </a:lnTo>
                  <a:lnTo>
                    <a:pt x="8" y="504"/>
                  </a:lnTo>
                  <a:lnTo>
                    <a:pt x="0" y="496"/>
                  </a:lnTo>
                  <a:lnTo>
                    <a:pt x="0" y="488"/>
                  </a:lnTo>
                  <a:lnTo>
                    <a:pt x="8" y="464"/>
                  </a:lnTo>
                  <a:lnTo>
                    <a:pt x="8" y="456"/>
                  </a:lnTo>
                  <a:lnTo>
                    <a:pt x="16" y="472"/>
                  </a:lnTo>
                  <a:lnTo>
                    <a:pt x="24" y="440"/>
                  </a:lnTo>
                  <a:lnTo>
                    <a:pt x="8" y="440"/>
                  </a:lnTo>
                  <a:lnTo>
                    <a:pt x="0" y="440"/>
                  </a:lnTo>
                  <a:lnTo>
                    <a:pt x="16" y="432"/>
                  </a:lnTo>
                  <a:lnTo>
                    <a:pt x="8" y="424"/>
                  </a:lnTo>
                  <a:lnTo>
                    <a:pt x="16" y="424"/>
                  </a:lnTo>
                  <a:lnTo>
                    <a:pt x="16" y="400"/>
                  </a:lnTo>
                  <a:lnTo>
                    <a:pt x="24" y="392"/>
                  </a:lnTo>
                  <a:lnTo>
                    <a:pt x="32" y="392"/>
                  </a:lnTo>
                  <a:lnTo>
                    <a:pt x="24" y="408"/>
                  </a:lnTo>
                  <a:lnTo>
                    <a:pt x="24" y="416"/>
                  </a:lnTo>
                  <a:lnTo>
                    <a:pt x="40" y="360"/>
                  </a:lnTo>
                  <a:lnTo>
                    <a:pt x="40" y="352"/>
                  </a:lnTo>
                  <a:lnTo>
                    <a:pt x="32" y="352"/>
                  </a:lnTo>
                  <a:lnTo>
                    <a:pt x="24" y="344"/>
                  </a:lnTo>
                  <a:lnTo>
                    <a:pt x="24" y="320"/>
                  </a:lnTo>
                  <a:lnTo>
                    <a:pt x="32" y="312"/>
                  </a:lnTo>
                  <a:lnTo>
                    <a:pt x="24" y="288"/>
                  </a:lnTo>
                  <a:lnTo>
                    <a:pt x="32" y="280"/>
                  </a:lnTo>
                  <a:lnTo>
                    <a:pt x="56" y="208"/>
                  </a:lnTo>
                  <a:lnTo>
                    <a:pt x="48" y="184"/>
                  </a:lnTo>
                  <a:lnTo>
                    <a:pt x="56" y="168"/>
                  </a:lnTo>
                  <a:lnTo>
                    <a:pt x="56" y="152"/>
                  </a:lnTo>
                  <a:lnTo>
                    <a:pt x="64" y="120"/>
                  </a:lnTo>
                  <a:lnTo>
                    <a:pt x="64" y="72"/>
                  </a:lnTo>
                  <a:lnTo>
                    <a:pt x="72" y="48"/>
                  </a:lnTo>
                  <a:lnTo>
                    <a:pt x="6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5" name=""/>
            <p:cNvSpPr/>
            <p:nvPr/>
          </p:nvSpPr>
          <p:spPr>
            <a:xfrm>
              <a:off x="2922840" y="4633920"/>
              <a:ext cx="181080" cy="928080"/>
            </a:xfrm>
            <a:custGeom>
              <a:avLst/>
              <a:gdLst/>
              <a:ahLst/>
              <a:rect l="l" t="t" r="r" b="b"/>
              <a:pathLst>
                <a:path w="105" h="585">
                  <a:moveTo>
                    <a:pt x="64" y="8"/>
                  </a:moveTo>
                  <a:lnTo>
                    <a:pt x="80" y="0"/>
                  </a:lnTo>
                  <a:lnTo>
                    <a:pt x="88" y="24"/>
                  </a:lnTo>
                  <a:lnTo>
                    <a:pt x="88" y="32"/>
                  </a:lnTo>
                  <a:lnTo>
                    <a:pt x="96" y="72"/>
                  </a:lnTo>
                  <a:lnTo>
                    <a:pt x="104" y="72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96" y="120"/>
                  </a:lnTo>
                  <a:lnTo>
                    <a:pt x="80" y="144"/>
                  </a:lnTo>
                  <a:lnTo>
                    <a:pt x="64" y="192"/>
                  </a:lnTo>
                  <a:lnTo>
                    <a:pt x="72" y="224"/>
                  </a:lnTo>
                  <a:lnTo>
                    <a:pt x="64" y="248"/>
                  </a:lnTo>
                  <a:lnTo>
                    <a:pt x="64" y="264"/>
                  </a:lnTo>
                  <a:lnTo>
                    <a:pt x="56" y="272"/>
                  </a:lnTo>
                  <a:lnTo>
                    <a:pt x="56" y="304"/>
                  </a:lnTo>
                  <a:lnTo>
                    <a:pt x="48" y="320"/>
                  </a:lnTo>
                  <a:lnTo>
                    <a:pt x="48" y="352"/>
                  </a:lnTo>
                  <a:lnTo>
                    <a:pt x="48" y="368"/>
                  </a:lnTo>
                  <a:lnTo>
                    <a:pt x="48" y="400"/>
                  </a:lnTo>
                  <a:lnTo>
                    <a:pt x="56" y="400"/>
                  </a:lnTo>
                  <a:lnTo>
                    <a:pt x="56" y="408"/>
                  </a:lnTo>
                  <a:lnTo>
                    <a:pt x="48" y="408"/>
                  </a:lnTo>
                  <a:lnTo>
                    <a:pt x="56" y="408"/>
                  </a:lnTo>
                  <a:lnTo>
                    <a:pt x="48" y="440"/>
                  </a:lnTo>
                  <a:lnTo>
                    <a:pt x="40" y="456"/>
                  </a:lnTo>
                  <a:lnTo>
                    <a:pt x="40" y="472"/>
                  </a:lnTo>
                  <a:lnTo>
                    <a:pt x="32" y="496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12"/>
                  </a:lnTo>
                  <a:lnTo>
                    <a:pt x="40" y="536"/>
                  </a:lnTo>
                  <a:lnTo>
                    <a:pt x="48" y="544"/>
                  </a:lnTo>
                  <a:lnTo>
                    <a:pt x="72" y="544"/>
                  </a:lnTo>
                  <a:lnTo>
                    <a:pt x="88" y="544"/>
                  </a:lnTo>
                  <a:lnTo>
                    <a:pt x="88" y="552"/>
                  </a:lnTo>
                  <a:lnTo>
                    <a:pt x="80" y="544"/>
                  </a:lnTo>
                  <a:lnTo>
                    <a:pt x="80" y="552"/>
                  </a:lnTo>
                  <a:lnTo>
                    <a:pt x="64" y="560"/>
                  </a:lnTo>
                  <a:lnTo>
                    <a:pt x="64" y="576"/>
                  </a:lnTo>
                  <a:lnTo>
                    <a:pt x="56" y="584"/>
                  </a:lnTo>
                  <a:lnTo>
                    <a:pt x="48" y="568"/>
                  </a:lnTo>
                  <a:lnTo>
                    <a:pt x="56" y="568"/>
                  </a:lnTo>
                  <a:lnTo>
                    <a:pt x="56" y="560"/>
                  </a:lnTo>
                  <a:lnTo>
                    <a:pt x="40" y="568"/>
                  </a:lnTo>
                  <a:lnTo>
                    <a:pt x="32" y="560"/>
                  </a:lnTo>
                  <a:lnTo>
                    <a:pt x="32" y="552"/>
                  </a:lnTo>
                  <a:lnTo>
                    <a:pt x="24" y="552"/>
                  </a:lnTo>
                  <a:lnTo>
                    <a:pt x="16" y="544"/>
                  </a:lnTo>
                  <a:lnTo>
                    <a:pt x="16" y="552"/>
                  </a:lnTo>
                  <a:lnTo>
                    <a:pt x="8" y="544"/>
                  </a:lnTo>
                  <a:lnTo>
                    <a:pt x="8" y="536"/>
                  </a:lnTo>
                  <a:lnTo>
                    <a:pt x="16" y="536"/>
                  </a:lnTo>
                  <a:lnTo>
                    <a:pt x="16" y="528"/>
                  </a:lnTo>
                  <a:lnTo>
                    <a:pt x="16" y="520"/>
                  </a:lnTo>
                  <a:lnTo>
                    <a:pt x="16" y="528"/>
                  </a:lnTo>
                  <a:lnTo>
                    <a:pt x="8" y="536"/>
                  </a:lnTo>
                  <a:lnTo>
                    <a:pt x="8" y="512"/>
                  </a:lnTo>
                  <a:lnTo>
                    <a:pt x="16" y="520"/>
                  </a:lnTo>
                  <a:lnTo>
                    <a:pt x="16" y="504"/>
                  </a:lnTo>
                  <a:lnTo>
                    <a:pt x="8" y="520"/>
                  </a:lnTo>
                  <a:lnTo>
                    <a:pt x="8" y="504"/>
                  </a:lnTo>
                  <a:lnTo>
                    <a:pt x="0" y="496"/>
                  </a:lnTo>
                  <a:lnTo>
                    <a:pt x="0" y="488"/>
                  </a:lnTo>
                  <a:lnTo>
                    <a:pt x="8" y="464"/>
                  </a:lnTo>
                  <a:lnTo>
                    <a:pt x="8" y="456"/>
                  </a:lnTo>
                  <a:lnTo>
                    <a:pt x="16" y="472"/>
                  </a:lnTo>
                  <a:lnTo>
                    <a:pt x="24" y="440"/>
                  </a:lnTo>
                  <a:lnTo>
                    <a:pt x="8" y="440"/>
                  </a:lnTo>
                  <a:lnTo>
                    <a:pt x="0" y="440"/>
                  </a:lnTo>
                  <a:lnTo>
                    <a:pt x="16" y="432"/>
                  </a:lnTo>
                  <a:lnTo>
                    <a:pt x="8" y="424"/>
                  </a:lnTo>
                  <a:lnTo>
                    <a:pt x="16" y="424"/>
                  </a:lnTo>
                  <a:lnTo>
                    <a:pt x="16" y="400"/>
                  </a:lnTo>
                  <a:lnTo>
                    <a:pt x="24" y="392"/>
                  </a:lnTo>
                  <a:lnTo>
                    <a:pt x="32" y="392"/>
                  </a:lnTo>
                  <a:lnTo>
                    <a:pt x="24" y="408"/>
                  </a:lnTo>
                  <a:lnTo>
                    <a:pt x="24" y="416"/>
                  </a:lnTo>
                  <a:lnTo>
                    <a:pt x="40" y="360"/>
                  </a:lnTo>
                  <a:lnTo>
                    <a:pt x="40" y="352"/>
                  </a:lnTo>
                  <a:lnTo>
                    <a:pt x="32" y="352"/>
                  </a:lnTo>
                  <a:lnTo>
                    <a:pt x="24" y="344"/>
                  </a:lnTo>
                  <a:lnTo>
                    <a:pt x="24" y="320"/>
                  </a:lnTo>
                  <a:lnTo>
                    <a:pt x="32" y="312"/>
                  </a:lnTo>
                  <a:lnTo>
                    <a:pt x="24" y="288"/>
                  </a:lnTo>
                  <a:lnTo>
                    <a:pt x="32" y="280"/>
                  </a:lnTo>
                  <a:lnTo>
                    <a:pt x="56" y="208"/>
                  </a:lnTo>
                  <a:lnTo>
                    <a:pt x="48" y="184"/>
                  </a:lnTo>
                  <a:lnTo>
                    <a:pt x="56" y="168"/>
                  </a:lnTo>
                  <a:lnTo>
                    <a:pt x="56" y="152"/>
                  </a:lnTo>
                  <a:lnTo>
                    <a:pt x="64" y="120"/>
                  </a:lnTo>
                  <a:lnTo>
                    <a:pt x="64" y="72"/>
                  </a:lnTo>
                  <a:lnTo>
                    <a:pt x="72" y="48"/>
                  </a:lnTo>
                  <a:lnTo>
                    <a:pt x="6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6" name=""/>
            <p:cNvSpPr/>
            <p:nvPr/>
          </p:nvSpPr>
          <p:spPr>
            <a:xfrm>
              <a:off x="1863720" y="3135240"/>
              <a:ext cx="1254240" cy="623520"/>
            </a:xfrm>
            <a:custGeom>
              <a:avLst/>
              <a:gdLst/>
              <a:ahLst/>
              <a:rect l="l" t="t" r="r" b="b"/>
              <a:pathLst>
                <a:path w="729" h="393">
                  <a:moveTo>
                    <a:pt x="24" y="8"/>
                  </a:moveTo>
                  <a:lnTo>
                    <a:pt x="24" y="8"/>
                  </a:lnTo>
                  <a:lnTo>
                    <a:pt x="368" y="8"/>
                  </a:lnTo>
                  <a:lnTo>
                    <a:pt x="376" y="0"/>
                  </a:lnTo>
                  <a:lnTo>
                    <a:pt x="384" y="16"/>
                  </a:lnTo>
                  <a:lnTo>
                    <a:pt x="400" y="16"/>
                  </a:lnTo>
                  <a:lnTo>
                    <a:pt x="416" y="32"/>
                  </a:lnTo>
                  <a:lnTo>
                    <a:pt x="440" y="32"/>
                  </a:lnTo>
                  <a:lnTo>
                    <a:pt x="408" y="56"/>
                  </a:lnTo>
                  <a:lnTo>
                    <a:pt x="424" y="48"/>
                  </a:lnTo>
                  <a:lnTo>
                    <a:pt x="432" y="56"/>
                  </a:lnTo>
                  <a:lnTo>
                    <a:pt x="456" y="48"/>
                  </a:lnTo>
                  <a:lnTo>
                    <a:pt x="456" y="56"/>
                  </a:lnTo>
                  <a:lnTo>
                    <a:pt x="464" y="48"/>
                  </a:lnTo>
                  <a:lnTo>
                    <a:pt x="472" y="56"/>
                  </a:lnTo>
                  <a:lnTo>
                    <a:pt x="496" y="56"/>
                  </a:lnTo>
                  <a:lnTo>
                    <a:pt x="504" y="56"/>
                  </a:lnTo>
                  <a:lnTo>
                    <a:pt x="512" y="64"/>
                  </a:lnTo>
                  <a:lnTo>
                    <a:pt x="512" y="72"/>
                  </a:lnTo>
                  <a:lnTo>
                    <a:pt x="472" y="72"/>
                  </a:lnTo>
                  <a:lnTo>
                    <a:pt x="464" y="96"/>
                  </a:lnTo>
                  <a:lnTo>
                    <a:pt x="472" y="88"/>
                  </a:lnTo>
                  <a:lnTo>
                    <a:pt x="464" y="120"/>
                  </a:lnTo>
                  <a:lnTo>
                    <a:pt x="464" y="136"/>
                  </a:lnTo>
                  <a:lnTo>
                    <a:pt x="464" y="144"/>
                  </a:lnTo>
                  <a:lnTo>
                    <a:pt x="472" y="144"/>
                  </a:lnTo>
                  <a:lnTo>
                    <a:pt x="480" y="136"/>
                  </a:lnTo>
                  <a:lnTo>
                    <a:pt x="480" y="104"/>
                  </a:lnTo>
                  <a:lnTo>
                    <a:pt x="488" y="88"/>
                  </a:lnTo>
                  <a:lnTo>
                    <a:pt x="496" y="80"/>
                  </a:lnTo>
                  <a:lnTo>
                    <a:pt x="496" y="72"/>
                  </a:lnTo>
                  <a:lnTo>
                    <a:pt x="520" y="80"/>
                  </a:lnTo>
                  <a:lnTo>
                    <a:pt x="520" y="96"/>
                  </a:lnTo>
                  <a:lnTo>
                    <a:pt x="512" y="112"/>
                  </a:lnTo>
                  <a:lnTo>
                    <a:pt x="528" y="104"/>
                  </a:lnTo>
                  <a:lnTo>
                    <a:pt x="528" y="120"/>
                  </a:lnTo>
                  <a:lnTo>
                    <a:pt x="536" y="120"/>
                  </a:lnTo>
                  <a:lnTo>
                    <a:pt x="520" y="144"/>
                  </a:lnTo>
                  <a:lnTo>
                    <a:pt x="528" y="144"/>
                  </a:lnTo>
                  <a:lnTo>
                    <a:pt x="544" y="144"/>
                  </a:lnTo>
                  <a:lnTo>
                    <a:pt x="576" y="120"/>
                  </a:lnTo>
                  <a:lnTo>
                    <a:pt x="576" y="112"/>
                  </a:lnTo>
                  <a:lnTo>
                    <a:pt x="608" y="112"/>
                  </a:lnTo>
                  <a:lnTo>
                    <a:pt x="608" y="96"/>
                  </a:lnTo>
                  <a:lnTo>
                    <a:pt x="624" y="88"/>
                  </a:lnTo>
                  <a:lnTo>
                    <a:pt x="664" y="88"/>
                  </a:lnTo>
                  <a:lnTo>
                    <a:pt x="680" y="80"/>
                  </a:lnTo>
                  <a:lnTo>
                    <a:pt x="696" y="40"/>
                  </a:lnTo>
                  <a:lnTo>
                    <a:pt x="704" y="48"/>
                  </a:lnTo>
                  <a:lnTo>
                    <a:pt x="712" y="40"/>
                  </a:lnTo>
                  <a:lnTo>
                    <a:pt x="712" y="48"/>
                  </a:lnTo>
                  <a:lnTo>
                    <a:pt x="720" y="72"/>
                  </a:lnTo>
                  <a:lnTo>
                    <a:pt x="728" y="80"/>
                  </a:lnTo>
                  <a:lnTo>
                    <a:pt x="728" y="88"/>
                  </a:lnTo>
                  <a:lnTo>
                    <a:pt x="720" y="96"/>
                  </a:lnTo>
                  <a:lnTo>
                    <a:pt x="704" y="96"/>
                  </a:lnTo>
                  <a:lnTo>
                    <a:pt x="696" y="104"/>
                  </a:lnTo>
                  <a:lnTo>
                    <a:pt x="688" y="112"/>
                  </a:lnTo>
                  <a:lnTo>
                    <a:pt x="672" y="128"/>
                  </a:lnTo>
                  <a:lnTo>
                    <a:pt x="680" y="144"/>
                  </a:lnTo>
                  <a:lnTo>
                    <a:pt x="688" y="144"/>
                  </a:lnTo>
                  <a:lnTo>
                    <a:pt x="688" y="136"/>
                  </a:lnTo>
                  <a:lnTo>
                    <a:pt x="688" y="144"/>
                  </a:lnTo>
                  <a:lnTo>
                    <a:pt x="672" y="144"/>
                  </a:lnTo>
                  <a:lnTo>
                    <a:pt x="648" y="152"/>
                  </a:lnTo>
                  <a:lnTo>
                    <a:pt x="640" y="160"/>
                  </a:lnTo>
                  <a:lnTo>
                    <a:pt x="632" y="184"/>
                  </a:lnTo>
                  <a:lnTo>
                    <a:pt x="624" y="184"/>
                  </a:lnTo>
                  <a:lnTo>
                    <a:pt x="616" y="176"/>
                  </a:lnTo>
                  <a:lnTo>
                    <a:pt x="624" y="192"/>
                  </a:lnTo>
                  <a:lnTo>
                    <a:pt x="616" y="216"/>
                  </a:lnTo>
                  <a:lnTo>
                    <a:pt x="616" y="200"/>
                  </a:lnTo>
                  <a:lnTo>
                    <a:pt x="608" y="192"/>
                  </a:lnTo>
                  <a:lnTo>
                    <a:pt x="616" y="176"/>
                  </a:lnTo>
                  <a:lnTo>
                    <a:pt x="608" y="184"/>
                  </a:lnTo>
                  <a:lnTo>
                    <a:pt x="608" y="200"/>
                  </a:lnTo>
                  <a:lnTo>
                    <a:pt x="600" y="200"/>
                  </a:lnTo>
                  <a:lnTo>
                    <a:pt x="608" y="200"/>
                  </a:lnTo>
                  <a:lnTo>
                    <a:pt x="608" y="216"/>
                  </a:lnTo>
                  <a:lnTo>
                    <a:pt x="616" y="240"/>
                  </a:lnTo>
                  <a:lnTo>
                    <a:pt x="608" y="256"/>
                  </a:lnTo>
                  <a:lnTo>
                    <a:pt x="576" y="272"/>
                  </a:lnTo>
                  <a:lnTo>
                    <a:pt x="552" y="296"/>
                  </a:lnTo>
                  <a:lnTo>
                    <a:pt x="544" y="312"/>
                  </a:lnTo>
                  <a:lnTo>
                    <a:pt x="560" y="368"/>
                  </a:lnTo>
                  <a:lnTo>
                    <a:pt x="560" y="392"/>
                  </a:lnTo>
                  <a:lnTo>
                    <a:pt x="552" y="392"/>
                  </a:lnTo>
                  <a:lnTo>
                    <a:pt x="544" y="384"/>
                  </a:lnTo>
                  <a:lnTo>
                    <a:pt x="528" y="368"/>
                  </a:lnTo>
                  <a:lnTo>
                    <a:pt x="528" y="336"/>
                  </a:lnTo>
                  <a:lnTo>
                    <a:pt x="512" y="320"/>
                  </a:lnTo>
                  <a:lnTo>
                    <a:pt x="496" y="328"/>
                  </a:lnTo>
                  <a:lnTo>
                    <a:pt x="496" y="320"/>
                  </a:lnTo>
                  <a:lnTo>
                    <a:pt x="480" y="320"/>
                  </a:lnTo>
                  <a:lnTo>
                    <a:pt x="464" y="320"/>
                  </a:lnTo>
                  <a:lnTo>
                    <a:pt x="464" y="312"/>
                  </a:lnTo>
                  <a:lnTo>
                    <a:pt x="440" y="320"/>
                  </a:lnTo>
                  <a:lnTo>
                    <a:pt x="432" y="320"/>
                  </a:lnTo>
                  <a:lnTo>
                    <a:pt x="448" y="320"/>
                  </a:lnTo>
                  <a:lnTo>
                    <a:pt x="440" y="328"/>
                  </a:lnTo>
                  <a:lnTo>
                    <a:pt x="448" y="336"/>
                  </a:lnTo>
                  <a:lnTo>
                    <a:pt x="440" y="336"/>
                  </a:lnTo>
                  <a:lnTo>
                    <a:pt x="424" y="336"/>
                  </a:lnTo>
                  <a:lnTo>
                    <a:pt x="416" y="328"/>
                  </a:lnTo>
                  <a:lnTo>
                    <a:pt x="408" y="328"/>
                  </a:lnTo>
                  <a:lnTo>
                    <a:pt x="392" y="328"/>
                  </a:lnTo>
                  <a:lnTo>
                    <a:pt x="376" y="336"/>
                  </a:lnTo>
                  <a:lnTo>
                    <a:pt x="376" y="328"/>
                  </a:lnTo>
                  <a:lnTo>
                    <a:pt x="368" y="328"/>
                  </a:lnTo>
                  <a:lnTo>
                    <a:pt x="376" y="336"/>
                  </a:lnTo>
                  <a:lnTo>
                    <a:pt x="344" y="360"/>
                  </a:lnTo>
                  <a:lnTo>
                    <a:pt x="344" y="384"/>
                  </a:lnTo>
                  <a:lnTo>
                    <a:pt x="320" y="376"/>
                  </a:lnTo>
                  <a:lnTo>
                    <a:pt x="288" y="328"/>
                  </a:lnTo>
                  <a:lnTo>
                    <a:pt x="280" y="328"/>
                  </a:lnTo>
                  <a:lnTo>
                    <a:pt x="272" y="336"/>
                  </a:lnTo>
                  <a:lnTo>
                    <a:pt x="264" y="336"/>
                  </a:lnTo>
                  <a:lnTo>
                    <a:pt x="248" y="328"/>
                  </a:lnTo>
                  <a:lnTo>
                    <a:pt x="248" y="312"/>
                  </a:lnTo>
                  <a:lnTo>
                    <a:pt x="232" y="296"/>
                  </a:lnTo>
                  <a:lnTo>
                    <a:pt x="168" y="304"/>
                  </a:lnTo>
                  <a:lnTo>
                    <a:pt x="120" y="288"/>
                  </a:lnTo>
                  <a:lnTo>
                    <a:pt x="96" y="288"/>
                  </a:lnTo>
                  <a:lnTo>
                    <a:pt x="88" y="272"/>
                  </a:lnTo>
                  <a:lnTo>
                    <a:pt x="80" y="272"/>
                  </a:lnTo>
                  <a:lnTo>
                    <a:pt x="80" y="264"/>
                  </a:lnTo>
                  <a:lnTo>
                    <a:pt x="48" y="256"/>
                  </a:lnTo>
                  <a:lnTo>
                    <a:pt x="48" y="248"/>
                  </a:lnTo>
                  <a:lnTo>
                    <a:pt x="32" y="232"/>
                  </a:lnTo>
                  <a:lnTo>
                    <a:pt x="32" y="216"/>
                  </a:lnTo>
                  <a:lnTo>
                    <a:pt x="24" y="216"/>
                  </a:lnTo>
                  <a:lnTo>
                    <a:pt x="24" y="208"/>
                  </a:lnTo>
                  <a:lnTo>
                    <a:pt x="32" y="208"/>
                  </a:lnTo>
                  <a:lnTo>
                    <a:pt x="32" y="200"/>
                  </a:lnTo>
                  <a:lnTo>
                    <a:pt x="16" y="200"/>
                  </a:lnTo>
                  <a:lnTo>
                    <a:pt x="24" y="200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0" y="168"/>
                  </a:lnTo>
                  <a:lnTo>
                    <a:pt x="8" y="144"/>
                  </a:lnTo>
                  <a:lnTo>
                    <a:pt x="0" y="12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16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7" name=""/>
            <p:cNvSpPr/>
            <p:nvPr/>
          </p:nvSpPr>
          <p:spPr>
            <a:xfrm>
              <a:off x="1863720" y="3135240"/>
              <a:ext cx="1254240" cy="623520"/>
            </a:xfrm>
            <a:custGeom>
              <a:avLst/>
              <a:gdLst/>
              <a:ahLst/>
              <a:rect l="l" t="t" r="r" b="b"/>
              <a:pathLst>
                <a:path w="729" h="393">
                  <a:moveTo>
                    <a:pt x="24" y="8"/>
                  </a:moveTo>
                  <a:lnTo>
                    <a:pt x="368" y="8"/>
                  </a:lnTo>
                  <a:lnTo>
                    <a:pt x="376" y="0"/>
                  </a:lnTo>
                  <a:lnTo>
                    <a:pt x="384" y="16"/>
                  </a:lnTo>
                  <a:lnTo>
                    <a:pt x="400" y="16"/>
                  </a:lnTo>
                  <a:lnTo>
                    <a:pt x="416" y="32"/>
                  </a:lnTo>
                  <a:lnTo>
                    <a:pt x="440" y="32"/>
                  </a:lnTo>
                  <a:lnTo>
                    <a:pt x="408" y="56"/>
                  </a:lnTo>
                  <a:lnTo>
                    <a:pt x="424" y="48"/>
                  </a:lnTo>
                  <a:lnTo>
                    <a:pt x="432" y="56"/>
                  </a:lnTo>
                  <a:lnTo>
                    <a:pt x="456" y="48"/>
                  </a:lnTo>
                  <a:lnTo>
                    <a:pt x="456" y="56"/>
                  </a:lnTo>
                  <a:lnTo>
                    <a:pt x="464" y="48"/>
                  </a:lnTo>
                  <a:lnTo>
                    <a:pt x="472" y="56"/>
                  </a:lnTo>
                  <a:lnTo>
                    <a:pt x="496" y="56"/>
                  </a:lnTo>
                  <a:lnTo>
                    <a:pt x="504" y="56"/>
                  </a:lnTo>
                  <a:lnTo>
                    <a:pt x="512" y="64"/>
                  </a:lnTo>
                  <a:lnTo>
                    <a:pt x="512" y="72"/>
                  </a:lnTo>
                  <a:lnTo>
                    <a:pt x="472" y="72"/>
                  </a:lnTo>
                  <a:lnTo>
                    <a:pt x="464" y="96"/>
                  </a:lnTo>
                  <a:lnTo>
                    <a:pt x="472" y="88"/>
                  </a:lnTo>
                  <a:lnTo>
                    <a:pt x="464" y="120"/>
                  </a:lnTo>
                  <a:lnTo>
                    <a:pt x="464" y="136"/>
                  </a:lnTo>
                  <a:lnTo>
                    <a:pt x="464" y="144"/>
                  </a:lnTo>
                  <a:lnTo>
                    <a:pt x="472" y="144"/>
                  </a:lnTo>
                  <a:lnTo>
                    <a:pt x="480" y="136"/>
                  </a:lnTo>
                  <a:lnTo>
                    <a:pt x="480" y="104"/>
                  </a:lnTo>
                  <a:lnTo>
                    <a:pt x="488" y="88"/>
                  </a:lnTo>
                  <a:lnTo>
                    <a:pt x="496" y="80"/>
                  </a:lnTo>
                  <a:lnTo>
                    <a:pt x="496" y="72"/>
                  </a:lnTo>
                  <a:lnTo>
                    <a:pt x="520" y="80"/>
                  </a:lnTo>
                  <a:lnTo>
                    <a:pt x="520" y="96"/>
                  </a:lnTo>
                  <a:lnTo>
                    <a:pt x="512" y="112"/>
                  </a:lnTo>
                  <a:lnTo>
                    <a:pt x="528" y="104"/>
                  </a:lnTo>
                  <a:lnTo>
                    <a:pt x="528" y="120"/>
                  </a:lnTo>
                  <a:lnTo>
                    <a:pt x="536" y="120"/>
                  </a:lnTo>
                  <a:lnTo>
                    <a:pt x="520" y="144"/>
                  </a:lnTo>
                  <a:lnTo>
                    <a:pt x="528" y="144"/>
                  </a:lnTo>
                  <a:lnTo>
                    <a:pt x="544" y="144"/>
                  </a:lnTo>
                  <a:lnTo>
                    <a:pt x="576" y="120"/>
                  </a:lnTo>
                  <a:lnTo>
                    <a:pt x="576" y="112"/>
                  </a:lnTo>
                  <a:lnTo>
                    <a:pt x="608" y="112"/>
                  </a:lnTo>
                  <a:lnTo>
                    <a:pt x="608" y="96"/>
                  </a:lnTo>
                  <a:lnTo>
                    <a:pt x="624" y="88"/>
                  </a:lnTo>
                  <a:lnTo>
                    <a:pt x="664" y="88"/>
                  </a:lnTo>
                  <a:lnTo>
                    <a:pt x="680" y="80"/>
                  </a:lnTo>
                  <a:lnTo>
                    <a:pt x="696" y="40"/>
                  </a:lnTo>
                  <a:lnTo>
                    <a:pt x="704" y="48"/>
                  </a:lnTo>
                  <a:lnTo>
                    <a:pt x="712" y="40"/>
                  </a:lnTo>
                  <a:lnTo>
                    <a:pt x="712" y="48"/>
                  </a:lnTo>
                  <a:lnTo>
                    <a:pt x="720" y="72"/>
                  </a:lnTo>
                  <a:lnTo>
                    <a:pt x="728" y="80"/>
                  </a:lnTo>
                  <a:lnTo>
                    <a:pt x="728" y="88"/>
                  </a:lnTo>
                  <a:lnTo>
                    <a:pt x="720" y="96"/>
                  </a:lnTo>
                  <a:lnTo>
                    <a:pt x="704" y="96"/>
                  </a:lnTo>
                  <a:lnTo>
                    <a:pt x="696" y="104"/>
                  </a:lnTo>
                  <a:lnTo>
                    <a:pt x="688" y="112"/>
                  </a:lnTo>
                  <a:lnTo>
                    <a:pt x="672" y="128"/>
                  </a:lnTo>
                  <a:lnTo>
                    <a:pt x="680" y="144"/>
                  </a:lnTo>
                  <a:lnTo>
                    <a:pt x="688" y="144"/>
                  </a:lnTo>
                  <a:lnTo>
                    <a:pt x="688" y="136"/>
                  </a:lnTo>
                  <a:lnTo>
                    <a:pt x="688" y="144"/>
                  </a:lnTo>
                  <a:lnTo>
                    <a:pt x="672" y="144"/>
                  </a:lnTo>
                  <a:lnTo>
                    <a:pt x="648" y="152"/>
                  </a:lnTo>
                  <a:lnTo>
                    <a:pt x="640" y="160"/>
                  </a:lnTo>
                  <a:lnTo>
                    <a:pt x="632" y="184"/>
                  </a:lnTo>
                  <a:lnTo>
                    <a:pt x="624" y="184"/>
                  </a:lnTo>
                  <a:lnTo>
                    <a:pt x="616" y="176"/>
                  </a:lnTo>
                  <a:lnTo>
                    <a:pt x="624" y="192"/>
                  </a:lnTo>
                  <a:lnTo>
                    <a:pt x="616" y="216"/>
                  </a:lnTo>
                  <a:lnTo>
                    <a:pt x="616" y="200"/>
                  </a:lnTo>
                  <a:lnTo>
                    <a:pt x="608" y="192"/>
                  </a:lnTo>
                  <a:lnTo>
                    <a:pt x="616" y="176"/>
                  </a:lnTo>
                  <a:lnTo>
                    <a:pt x="608" y="184"/>
                  </a:lnTo>
                  <a:lnTo>
                    <a:pt x="608" y="200"/>
                  </a:lnTo>
                  <a:lnTo>
                    <a:pt x="600" y="200"/>
                  </a:lnTo>
                  <a:lnTo>
                    <a:pt x="608" y="200"/>
                  </a:lnTo>
                  <a:lnTo>
                    <a:pt x="608" y="216"/>
                  </a:lnTo>
                  <a:lnTo>
                    <a:pt x="616" y="240"/>
                  </a:lnTo>
                  <a:lnTo>
                    <a:pt x="608" y="256"/>
                  </a:lnTo>
                  <a:lnTo>
                    <a:pt x="576" y="272"/>
                  </a:lnTo>
                  <a:lnTo>
                    <a:pt x="552" y="296"/>
                  </a:lnTo>
                  <a:lnTo>
                    <a:pt x="544" y="312"/>
                  </a:lnTo>
                  <a:lnTo>
                    <a:pt x="560" y="368"/>
                  </a:lnTo>
                  <a:lnTo>
                    <a:pt x="560" y="392"/>
                  </a:lnTo>
                  <a:lnTo>
                    <a:pt x="552" y="392"/>
                  </a:lnTo>
                  <a:lnTo>
                    <a:pt x="544" y="384"/>
                  </a:lnTo>
                  <a:lnTo>
                    <a:pt x="528" y="368"/>
                  </a:lnTo>
                  <a:lnTo>
                    <a:pt x="528" y="336"/>
                  </a:lnTo>
                  <a:lnTo>
                    <a:pt x="512" y="320"/>
                  </a:lnTo>
                  <a:lnTo>
                    <a:pt x="496" y="328"/>
                  </a:lnTo>
                  <a:lnTo>
                    <a:pt x="496" y="320"/>
                  </a:lnTo>
                  <a:lnTo>
                    <a:pt x="480" y="320"/>
                  </a:lnTo>
                  <a:lnTo>
                    <a:pt x="464" y="320"/>
                  </a:lnTo>
                  <a:lnTo>
                    <a:pt x="464" y="312"/>
                  </a:lnTo>
                  <a:lnTo>
                    <a:pt x="440" y="320"/>
                  </a:lnTo>
                  <a:lnTo>
                    <a:pt x="432" y="320"/>
                  </a:lnTo>
                  <a:lnTo>
                    <a:pt x="448" y="320"/>
                  </a:lnTo>
                  <a:lnTo>
                    <a:pt x="440" y="328"/>
                  </a:lnTo>
                  <a:lnTo>
                    <a:pt x="448" y="336"/>
                  </a:lnTo>
                  <a:lnTo>
                    <a:pt x="440" y="336"/>
                  </a:lnTo>
                  <a:lnTo>
                    <a:pt x="424" y="336"/>
                  </a:lnTo>
                  <a:lnTo>
                    <a:pt x="416" y="328"/>
                  </a:lnTo>
                  <a:lnTo>
                    <a:pt x="408" y="328"/>
                  </a:lnTo>
                  <a:lnTo>
                    <a:pt x="392" y="328"/>
                  </a:lnTo>
                  <a:lnTo>
                    <a:pt x="376" y="336"/>
                  </a:lnTo>
                  <a:lnTo>
                    <a:pt x="376" y="328"/>
                  </a:lnTo>
                  <a:lnTo>
                    <a:pt x="368" y="328"/>
                  </a:lnTo>
                  <a:lnTo>
                    <a:pt x="376" y="336"/>
                  </a:lnTo>
                  <a:lnTo>
                    <a:pt x="344" y="360"/>
                  </a:lnTo>
                  <a:lnTo>
                    <a:pt x="344" y="384"/>
                  </a:lnTo>
                  <a:lnTo>
                    <a:pt x="320" y="376"/>
                  </a:lnTo>
                  <a:lnTo>
                    <a:pt x="288" y="328"/>
                  </a:lnTo>
                  <a:lnTo>
                    <a:pt x="280" y="328"/>
                  </a:lnTo>
                  <a:lnTo>
                    <a:pt x="272" y="336"/>
                  </a:lnTo>
                  <a:lnTo>
                    <a:pt x="264" y="336"/>
                  </a:lnTo>
                  <a:lnTo>
                    <a:pt x="248" y="328"/>
                  </a:lnTo>
                  <a:lnTo>
                    <a:pt x="248" y="312"/>
                  </a:lnTo>
                  <a:lnTo>
                    <a:pt x="232" y="296"/>
                  </a:lnTo>
                  <a:lnTo>
                    <a:pt x="168" y="304"/>
                  </a:lnTo>
                  <a:lnTo>
                    <a:pt x="120" y="288"/>
                  </a:lnTo>
                  <a:lnTo>
                    <a:pt x="96" y="288"/>
                  </a:lnTo>
                  <a:lnTo>
                    <a:pt x="88" y="272"/>
                  </a:lnTo>
                  <a:lnTo>
                    <a:pt x="80" y="272"/>
                  </a:lnTo>
                  <a:lnTo>
                    <a:pt x="80" y="264"/>
                  </a:lnTo>
                  <a:lnTo>
                    <a:pt x="48" y="256"/>
                  </a:lnTo>
                  <a:lnTo>
                    <a:pt x="48" y="248"/>
                  </a:lnTo>
                  <a:lnTo>
                    <a:pt x="32" y="232"/>
                  </a:lnTo>
                  <a:lnTo>
                    <a:pt x="32" y="216"/>
                  </a:lnTo>
                  <a:lnTo>
                    <a:pt x="24" y="216"/>
                  </a:lnTo>
                  <a:lnTo>
                    <a:pt x="24" y="208"/>
                  </a:lnTo>
                  <a:lnTo>
                    <a:pt x="32" y="208"/>
                  </a:lnTo>
                  <a:lnTo>
                    <a:pt x="32" y="200"/>
                  </a:lnTo>
                  <a:lnTo>
                    <a:pt x="16" y="200"/>
                  </a:lnTo>
                  <a:lnTo>
                    <a:pt x="24" y="200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0" y="168"/>
                  </a:lnTo>
                  <a:lnTo>
                    <a:pt x="8" y="144"/>
                  </a:lnTo>
                  <a:lnTo>
                    <a:pt x="0" y="12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16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8" name=""/>
            <p:cNvSpPr/>
            <p:nvPr/>
          </p:nvSpPr>
          <p:spPr>
            <a:xfrm>
              <a:off x="2028960" y="3592440"/>
              <a:ext cx="647640" cy="394920"/>
            </a:xfrm>
            <a:custGeom>
              <a:avLst/>
              <a:gdLst/>
              <a:ahLst/>
              <a:rect l="l" t="t" r="r" b="b"/>
              <a:pathLst>
                <a:path w="377" h="249">
                  <a:moveTo>
                    <a:pt x="248" y="96"/>
                  </a:moveTo>
                  <a:lnTo>
                    <a:pt x="248" y="96"/>
                  </a:lnTo>
                  <a:lnTo>
                    <a:pt x="240" y="112"/>
                  </a:lnTo>
                  <a:lnTo>
                    <a:pt x="240" y="144"/>
                  </a:lnTo>
                  <a:lnTo>
                    <a:pt x="248" y="152"/>
                  </a:lnTo>
                  <a:lnTo>
                    <a:pt x="248" y="160"/>
                  </a:lnTo>
                  <a:lnTo>
                    <a:pt x="264" y="192"/>
                  </a:lnTo>
                  <a:lnTo>
                    <a:pt x="288" y="200"/>
                  </a:lnTo>
                  <a:lnTo>
                    <a:pt x="312" y="192"/>
                  </a:lnTo>
                  <a:lnTo>
                    <a:pt x="328" y="192"/>
                  </a:lnTo>
                  <a:lnTo>
                    <a:pt x="320" y="192"/>
                  </a:lnTo>
                  <a:lnTo>
                    <a:pt x="328" y="184"/>
                  </a:lnTo>
                  <a:lnTo>
                    <a:pt x="336" y="160"/>
                  </a:lnTo>
                  <a:lnTo>
                    <a:pt x="344" y="160"/>
                  </a:lnTo>
                  <a:lnTo>
                    <a:pt x="368" y="152"/>
                  </a:lnTo>
                  <a:lnTo>
                    <a:pt x="376" y="160"/>
                  </a:lnTo>
                  <a:lnTo>
                    <a:pt x="368" y="192"/>
                  </a:lnTo>
                  <a:lnTo>
                    <a:pt x="368" y="200"/>
                  </a:lnTo>
                  <a:lnTo>
                    <a:pt x="360" y="192"/>
                  </a:lnTo>
                  <a:lnTo>
                    <a:pt x="352" y="200"/>
                  </a:lnTo>
                  <a:lnTo>
                    <a:pt x="328" y="200"/>
                  </a:lnTo>
                  <a:lnTo>
                    <a:pt x="320" y="208"/>
                  </a:lnTo>
                  <a:lnTo>
                    <a:pt x="336" y="224"/>
                  </a:lnTo>
                  <a:lnTo>
                    <a:pt x="320" y="224"/>
                  </a:lnTo>
                  <a:lnTo>
                    <a:pt x="312" y="248"/>
                  </a:lnTo>
                  <a:lnTo>
                    <a:pt x="288" y="224"/>
                  </a:lnTo>
                  <a:lnTo>
                    <a:pt x="272" y="224"/>
                  </a:lnTo>
                  <a:lnTo>
                    <a:pt x="264" y="232"/>
                  </a:lnTo>
                  <a:lnTo>
                    <a:pt x="240" y="224"/>
                  </a:lnTo>
                  <a:lnTo>
                    <a:pt x="200" y="208"/>
                  </a:lnTo>
                  <a:lnTo>
                    <a:pt x="192" y="200"/>
                  </a:lnTo>
                  <a:lnTo>
                    <a:pt x="168" y="200"/>
                  </a:lnTo>
                  <a:lnTo>
                    <a:pt x="152" y="184"/>
                  </a:lnTo>
                  <a:lnTo>
                    <a:pt x="144" y="168"/>
                  </a:lnTo>
                  <a:lnTo>
                    <a:pt x="152" y="160"/>
                  </a:lnTo>
                  <a:lnTo>
                    <a:pt x="144" y="144"/>
                  </a:lnTo>
                  <a:lnTo>
                    <a:pt x="112" y="104"/>
                  </a:lnTo>
                  <a:lnTo>
                    <a:pt x="96" y="96"/>
                  </a:lnTo>
                  <a:lnTo>
                    <a:pt x="96" y="88"/>
                  </a:lnTo>
                  <a:lnTo>
                    <a:pt x="80" y="72"/>
                  </a:lnTo>
                  <a:lnTo>
                    <a:pt x="80" y="64"/>
                  </a:lnTo>
                  <a:lnTo>
                    <a:pt x="72" y="64"/>
                  </a:lnTo>
                  <a:lnTo>
                    <a:pt x="64" y="48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24" y="8"/>
                  </a:lnTo>
                  <a:lnTo>
                    <a:pt x="32" y="32"/>
                  </a:lnTo>
                  <a:lnTo>
                    <a:pt x="72" y="88"/>
                  </a:lnTo>
                  <a:lnTo>
                    <a:pt x="80" y="120"/>
                  </a:lnTo>
                  <a:lnTo>
                    <a:pt x="88" y="120"/>
                  </a:lnTo>
                  <a:lnTo>
                    <a:pt x="96" y="128"/>
                  </a:lnTo>
                  <a:lnTo>
                    <a:pt x="88" y="136"/>
                  </a:lnTo>
                  <a:lnTo>
                    <a:pt x="80" y="128"/>
                  </a:lnTo>
                  <a:lnTo>
                    <a:pt x="56" y="112"/>
                  </a:lnTo>
                  <a:lnTo>
                    <a:pt x="64" y="104"/>
                  </a:lnTo>
                  <a:lnTo>
                    <a:pt x="56" y="88"/>
                  </a:lnTo>
                  <a:lnTo>
                    <a:pt x="32" y="80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40" y="56"/>
                  </a:lnTo>
                  <a:lnTo>
                    <a:pt x="16" y="40"/>
                  </a:lnTo>
                  <a:lnTo>
                    <a:pt x="0" y="0"/>
                  </a:lnTo>
                  <a:lnTo>
                    <a:pt x="24" y="0"/>
                  </a:lnTo>
                  <a:lnTo>
                    <a:pt x="72" y="16"/>
                  </a:lnTo>
                  <a:lnTo>
                    <a:pt x="136" y="8"/>
                  </a:lnTo>
                  <a:lnTo>
                    <a:pt x="152" y="24"/>
                  </a:lnTo>
                  <a:lnTo>
                    <a:pt x="152" y="40"/>
                  </a:lnTo>
                  <a:lnTo>
                    <a:pt x="168" y="48"/>
                  </a:lnTo>
                  <a:lnTo>
                    <a:pt x="176" y="48"/>
                  </a:lnTo>
                  <a:lnTo>
                    <a:pt x="184" y="40"/>
                  </a:lnTo>
                  <a:lnTo>
                    <a:pt x="192" y="40"/>
                  </a:lnTo>
                  <a:lnTo>
                    <a:pt x="224" y="88"/>
                  </a:lnTo>
                  <a:lnTo>
                    <a:pt x="248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9" name=""/>
            <p:cNvSpPr/>
            <p:nvPr/>
          </p:nvSpPr>
          <p:spPr>
            <a:xfrm>
              <a:off x="2028960" y="3592440"/>
              <a:ext cx="647640" cy="394920"/>
            </a:xfrm>
            <a:custGeom>
              <a:avLst/>
              <a:gdLst/>
              <a:ahLst/>
              <a:rect l="l" t="t" r="r" b="b"/>
              <a:pathLst>
                <a:path w="377" h="249">
                  <a:moveTo>
                    <a:pt x="248" y="96"/>
                  </a:moveTo>
                  <a:lnTo>
                    <a:pt x="240" y="112"/>
                  </a:lnTo>
                  <a:lnTo>
                    <a:pt x="240" y="144"/>
                  </a:lnTo>
                  <a:lnTo>
                    <a:pt x="248" y="152"/>
                  </a:lnTo>
                  <a:lnTo>
                    <a:pt x="248" y="160"/>
                  </a:lnTo>
                  <a:lnTo>
                    <a:pt x="264" y="192"/>
                  </a:lnTo>
                  <a:lnTo>
                    <a:pt x="288" y="200"/>
                  </a:lnTo>
                  <a:lnTo>
                    <a:pt x="312" y="192"/>
                  </a:lnTo>
                  <a:lnTo>
                    <a:pt x="328" y="192"/>
                  </a:lnTo>
                  <a:lnTo>
                    <a:pt x="320" y="192"/>
                  </a:lnTo>
                  <a:lnTo>
                    <a:pt x="328" y="184"/>
                  </a:lnTo>
                  <a:lnTo>
                    <a:pt x="336" y="160"/>
                  </a:lnTo>
                  <a:lnTo>
                    <a:pt x="344" y="160"/>
                  </a:lnTo>
                  <a:lnTo>
                    <a:pt x="368" y="152"/>
                  </a:lnTo>
                  <a:lnTo>
                    <a:pt x="376" y="160"/>
                  </a:lnTo>
                  <a:lnTo>
                    <a:pt x="368" y="192"/>
                  </a:lnTo>
                  <a:lnTo>
                    <a:pt x="368" y="200"/>
                  </a:lnTo>
                  <a:lnTo>
                    <a:pt x="360" y="192"/>
                  </a:lnTo>
                  <a:lnTo>
                    <a:pt x="352" y="200"/>
                  </a:lnTo>
                  <a:lnTo>
                    <a:pt x="328" y="200"/>
                  </a:lnTo>
                  <a:lnTo>
                    <a:pt x="320" y="208"/>
                  </a:lnTo>
                  <a:lnTo>
                    <a:pt x="336" y="224"/>
                  </a:lnTo>
                  <a:lnTo>
                    <a:pt x="320" y="224"/>
                  </a:lnTo>
                  <a:lnTo>
                    <a:pt x="312" y="248"/>
                  </a:lnTo>
                  <a:lnTo>
                    <a:pt x="288" y="224"/>
                  </a:lnTo>
                  <a:lnTo>
                    <a:pt x="272" y="224"/>
                  </a:lnTo>
                  <a:lnTo>
                    <a:pt x="264" y="232"/>
                  </a:lnTo>
                  <a:lnTo>
                    <a:pt x="240" y="224"/>
                  </a:lnTo>
                  <a:lnTo>
                    <a:pt x="200" y="208"/>
                  </a:lnTo>
                  <a:lnTo>
                    <a:pt x="192" y="200"/>
                  </a:lnTo>
                  <a:lnTo>
                    <a:pt x="168" y="200"/>
                  </a:lnTo>
                  <a:lnTo>
                    <a:pt x="152" y="184"/>
                  </a:lnTo>
                  <a:lnTo>
                    <a:pt x="144" y="168"/>
                  </a:lnTo>
                  <a:lnTo>
                    <a:pt x="152" y="160"/>
                  </a:lnTo>
                  <a:lnTo>
                    <a:pt x="144" y="144"/>
                  </a:lnTo>
                  <a:lnTo>
                    <a:pt x="112" y="104"/>
                  </a:lnTo>
                  <a:lnTo>
                    <a:pt x="96" y="96"/>
                  </a:lnTo>
                  <a:lnTo>
                    <a:pt x="96" y="88"/>
                  </a:lnTo>
                  <a:lnTo>
                    <a:pt x="80" y="72"/>
                  </a:lnTo>
                  <a:lnTo>
                    <a:pt x="80" y="64"/>
                  </a:lnTo>
                  <a:lnTo>
                    <a:pt x="72" y="64"/>
                  </a:lnTo>
                  <a:lnTo>
                    <a:pt x="64" y="48"/>
                  </a:lnTo>
                  <a:lnTo>
                    <a:pt x="48" y="16"/>
                  </a:lnTo>
                  <a:lnTo>
                    <a:pt x="40" y="16"/>
                  </a:lnTo>
                  <a:lnTo>
                    <a:pt x="24" y="8"/>
                  </a:lnTo>
                  <a:lnTo>
                    <a:pt x="32" y="32"/>
                  </a:lnTo>
                  <a:lnTo>
                    <a:pt x="72" y="88"/>
                  </a:lnTo>
                  <a:lnTo>
                    <a:pt x="80" y="120"/>
                  </a:lnTo>
                  <a:lnTo>
                    <a:pt x="88" y="120"/>
                  </a:lnTo>
                  <a:lnTo>
                    <a:pt x="96" y="128"/>
                  </a:lnTo>
                  <a:lnTo>
                    <a:pt x="88" y="136"/>
                  </a:lnTo>
                  <a:lnTo>
                    <a:pt x="80" y="128"/>
                  </a:lnTo>
                  <a:lnTo>
                    <a:pt x="56" y="112"/>
                  </a:lnTo>
                  <a:lnTo>
                    <a:pt x="64" y="104"/>
                  </a:lnTo>
                  <a:lnTo>
                    <a:pt x="56" y="88"/>
                  </a:lnTo>
                  <a:lnTo>
                    <a:pt x="32" y="80"/>
                  </a:lnTo>
                  <a:lnTo>
                    <a:pt x="24" y="64"/>
                  </a:lnTo>
                  <a:lnTo>
                    <a:pt x="32" y="72"/>
                  </a:lnTo>
                  <a:lnTo>
                    <a:pt x="40" y="56"/>
                  </a:lnTo>
                  <a:lnTo>
                    <a:pt x="16" y="40"/>
                  </a:lnTo>
                  <a:lnTo>
                    <a:pt x="0" y="0"/>
                  </a:lnTo>
                  <a:lnTo>
                    <a:pt x="24" y="0"/>
                  </a:lnTo>
                  <a:lnTo>
                    <a:pt x="72" y="16"/>
                  </a:lnTo>
                  <a:lnTo>
                    <a:pt x="136" y="8"/>
                  </a:lnTo>
                  <a:lnTo>
                    <a:pt x="152" y="24"/>
                  </a:lnTo>
                  <a:lnTo>
                    <a:pt x="152" y="40"/>
                  </a:lnTo>
                  <a:lnTo>
                    <a:pt x="168" y="48"/>
                  </a:lnTo>
                  <a:lnTo>
                    <a:pt x="176" y="48"/>
                  </a:lnTo>
                  <a:lnTo>
                    <a:pt x="184" y="40"/>
                  </a:lnTo>
                  <a:lnTo>
                    <a:pt x="192" y="40"/>
                  </a:lnTo>
                  <a:lnTo>
                    <a:pt x="224" y="88"/>
                  </a:lnTo>
                  <a:lnTo>
                    <a:pt x="248" y="9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0" name=""/>
            <p:cNvSpPr/>
            <p:nvPr/>
          </p:nvSpPr>
          <p:spPr>
            <a:xfrm>
              <a:off x="2633760" y="3897000"/>
              <a:ext cx="15840" cy="52200"/>
            </a:xfrm>
            <a:custGeom>
              <a:avLst/>
              <a:gdLst/>
              <a:ahLst/>
              <a:rect l="l" t="t" r="r" b="b"/>
              <a:pathLst>
                <a:path w="9" h="33">
                  <a:moveTo>
                    <a:pt x="0" y="32"/>
                  </a:moveTo>
                  <a:lnTo>
                    <a:pt x="0" y="32"/>
                  </a:lnTo>
                  <a:lnTo>
                    <a:pt x="8" y="32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1" name=""/>
            <p:cNvSpPr/>
            <p:nvPr/>
          </p:nvSpPr>
          <p:spPr>
            <a:xfrm>
              <a:off x="2633760" y="3897000"/>
              <a:ext cx="15840" cy="52200"/>
            </a:xfrm>
            <a:custGeom>
              <a:avLst/>
              <a:gdLst/>
              <a:ahLst/>
              <a:rect l="l" t="t" r="r" b="b"/>
              <a:pathLst>
                <a:path w="9" h="33">
                  <a:moveTo>
                    <a:pt x="0" y="32"/>
                  </a:moveTo>
                  <a:lnTo>
                    <a:pt x="8" y="32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2" name=""/>
            <p:cNvSpPr/>
            <p:nvPr/>
          </p:nvSpPr>
          <p:spPr>
            <a:xfrm>
              <a:off x="2565360" y="39099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40" y="24"/>
                  </a:moveTo>
                  <a:lnTo>
                    <a:pt x="40" y="24"/>
                  </a:lnTo>
                  <a:lnTo>
                    <a:pt x="48" y="32"/>
                  </a:lnTo>
                  <a:lnTo>
                    <a:pt x="32" y="48"/>
                  </a:lnTo>
                  <a:lnTo>
                    <a:pt x="24" y="56"/>
                  </a:lnTo>
                  <a:lnTo>
                    <a:pt x="0" y="48"/>
                  </a:lnTo>
                  <a:lnTo>
                    <a:pt x="8" y="24"/>
                  </a:lnTo>
                  <a:lnTo>
                    <a:pt x="24" y="24"/>
                  </a:lnTo>
                  <a:lnTo>
                    <a:pt x="8" y="8"/>
                  </a:lnTo>
                  <a:lnTo>
                    <a:pt x="16" y="0"/>
                  </a:lnTo>
                  <a:lnTo>
                    <a:pt x="40" y="0"/>
                  </a:lnTo>
                  <a:lnTo>
                    <a:pt x="4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3" name=""/>
            <p:cNvSpPr/>
            <p:nvPr/>
          </p:nvSpPr>
          <p:spPr>
            <a:xfrm>
              <a:off x="2565360" y="390996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40" y="24"/>
                  </a:moveTo>
                  <a:lnTo>
                    <a:pt x="48" y="32"/>
                  </a:lnTo>
                  <a:lnTo>
                    <a:pt x="32" y="48"/>
                  </a:lnTo>
                  <a:lnTo>
                    <a:pt x="24" y="56"/>
                  </a:lnTo>
                  <a:lnTo>
                    <a:pt x="0" y="48"/>
                  </a:lnTo>
                  <a:lnTo>
                    <a:pt x="8" y="24"/>
                  </a:lnTo>
                  <a:lnTo>
                    <a:pt x="24" y="24"/>
                  </a:lnTo>
                  <a:lnTo>
                    <a:pt x="8" y="8"/>
                  </a:lnTo>
                  <a:lnTo>
                    <a:pt x="16" y="0"/>
                  </a:lnTo>
                  <a:lnTo>
                    <a:pt x="40" y="0"/>
                  </a:lnTo>
                  <a:lnTo>
                    <a:pt x="4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4" name=""/>
            <p:cNvSpPr/>
            <p:nvPr/>
          </p:nvSpPr>
          <p:spPr>
            <a:xfrm>
              <a:off x="2620800" y="3960720"/>
              <a:ext cx="138240" cy="51840"/>
            </a:xfrm>
            <a:custGeom>
              <a:avLst/>
              <a:gdLst/>
              <a:ahLst/>
              <a:rect l="l" t="t" r="r" b="b"/>
              <a:pathLst>
                <a:path w="81" h="33">
                  <a:moveTo>
                    <a:pt x="16" y="0"/>
                  </a:moveTo>
                  <a:lnTo>
                    <a:pt x="16" y="0"/>
                  </a:lnTo>
                  <a:lnTo>
                    <a:pt x="56" y="0"/>
                  </a:lnTo>
                  <a:lnTo>
                    <a:pt x="80" y="8"/>
                  </a:lnTo>
                  <a:lnTo>
                    <a:pt x="64" y="16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24" y="24"/>
                  </a:lnTo>
                  <a:lnTo>
                    <a:pt x="0" y="16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5" name=""/>
            <p:cNvSpPr/>
            <p:nvPr/>
          </p:nvSpPr>
          <p:spPr>
            <a:xfrm>
              <a:off x="2620800" y="3960720"/>
              <a:ext cx="138240" cy="51840"/>
            </a:xfrm>
            <a:custGeom>
              <a:avLst/>
              <a:gdLst/>
              <a:ahLst/>
              <a:rect l="l" t="t" r="r" b="b"/>
              <a:pathLst>
                <a:path w="81" h="33">
                  <a:moveTo>
                    <a:pt x="16" y="0"/>
                  </a:moveTo>
                  <a:lnTo>
                    <a:pt x="56" y="0"/>
                  </a:lnTo>
                  <a:lnTo>
                    <a:pt x="80" y="8"/>
                  </a:lnTo>
                  <a:lnTo>
                    <a:pt x="64" y="16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24" y="24"/>
                  </a:lnTo>
                  <a:lnTo>
                    <a:pt x="0" y="16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6" name=""/>
            <p:cNvSpPr/>
            <p:nvPr/>
          </p:nvSpPr>
          <p:spPr>
            <a:xfrm>
              <a:off x="2606760" y="398592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8" y="0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7" name=""/>
            <p:cNvSpPr/>
            <p:nvPr/>
          </p:nvSpPr>
          <p:spPr>
            <a:xfrm>
              <a:off x="2606760" y="3985920"/>
              <a:ext cx="5688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8" y="0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8" name=""/>
            <p:cNvSpPr/>
            <p:nvPr/>
          </p:nvSpPr>
          <p:spPr>
            <a:xfrm>
              <a:off x="2674800" y="397332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48" y="0"/>
                  </a:moveTo>
                  <a:lnTo>
                    <a:pt x="48" y="0"/>
                  </a:lnTo>
                  <a:lnTo>
                    <a:pt x="48" y="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16" y="48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32" y="8"/>
                  </a:lnTo>
                  <a:lnTo>
                    <a:pt x="4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9" name=""/>
            <p:cNvSpPr/>
            <p:nvPr/>
          </p:nvSpPr>
          <p:spPr>
            <a:xfrm>
              <a:off x="2674800" y="3973320"/>
              <a:ext cx="84240" cy="90000"/>
            </a:xfrm>
            <a:custGeom>
              <a:avLst/>
              <a:gdLst/>
              <a:ahLst/>
              <a:rect l="l" t="t" r="r" b="b"/>
              <a:pathLst>
                <a:path w="49" h="57">
                  <a:moveTo>
                    <a:pt x="48" y="0"/>
                  </a:moveTo>
                  <a:lnTo>
                    <a:pt x="48" y="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16" y="48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32" y="8"/>
                  </a:lnTo>
                  <a:lnTo>
                    <a:pt x="4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0" name=""/>
            <p:cNvSpPr/>
            <p:nvPr/>
          </p:nvSpPr>
          <p:spPr>
            <a:xfrm>
              <a:off x="2703600" y="4049640"/>
              <a:ext cx="6984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40" y="40"/>
                  </a:moveTo>
                  <a:lnTo>
                    <a:pt x="40" y="40"/>
                  </a:lnTo>
                  <a:lnTo>
                    <a:pt x="40" y="24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16"/>
                  </a:lnTo>
                  <a:lnTo>
                    <a:pt x="24" y="32"/>
                  </a:lnTo>
                  <a:lnTo>
                    <a:pt x="4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1" name=""/>
            <p:cNvSpPr/>
            <p:nvPr/>
          </p:nvSpPr>
          <p:spPr>
            <a:xfrm>
              <a:off x="2703600" y="4049640"/>
              <a:ext cx="6984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40" y="40"/>
                  </a:moveTo>
                  <a:lnTo>
                    <a:pt x="40" y="24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16"/>
                  </a:lnTo>
                  <a:lnTo>
                    <a:pt x="24" y="32"/>
                  </a:lnTo>
                  <a:lnTo>
                    <a:pt x="4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2" name=""/>
            <p:cNvSpPr/>
            <p:nvPr/>
          </p:nvSpPr>
          <p:spPr>
            <a:xfrm>
              <a:off x="2771640" y="4087800"/>
              <a:ext cx="69840" cy="51840"/>
            </a:xfrm>
            <a:custGeom>
              <a:avLst/>
              <a:gdLst/>
              <a:ahLst/>
              <a:rect l="l" t="t" r="r" b="b"/>
              <a:pathLst>
                <a:path w="41" h="33">
                  <a:moveTo>
                    <a:pt x="0" y="16"/>
                  </a:moveTo>
                  <a:lnTo>
                    <a:pt x="0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3" name=""/>
            <p:cNvSpPr/>
            <p:nvPr/>
          </p:nvSpPr>
          <p:spPr>
            <a:xfrm>
              <a:off x="2771640" y="4087800"/>
              <a:ext cx="69840" cy="51840"/>
            </a:xfrm>
            <a:custGeom>
              <a:avLst/>
              <a:gdLst/>
              <a:ahLst/>
              <a:rect l="l" t="t" r="r" b="b"/>
              <a:pathLst>
                <a:path w="41" h="33">
                  <a:moveTo>
                    <a:pt x="0" y="16"/>
                  </a:moveTo>
                  <a:lnTo>
                    <a:pt x="24" y="24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4" name=""/>
            <p:cNvSpPr/>
            <p:nvPr/>
          </p:nvSpPr>
          <p:spPr>
            <a:xfrm>
              <a:off x="2840040" y="4087800"/>
              <a:ext cx="572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24" y="8"/>
                  </a:moveTo>
                  <a:lnTo>
                    <a:pt x="24" y="8"/>
                  </a:lnTo>
                  <a:lnTo>
                    <a:pt x="32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5" name=""/>
            <p:cNvSpPr/>
            <p:nvPr/>
          </p:nvSpPr>
          <p:spPr>
            <a:xfrm>
              <a:off x="2840040" y="4087800"/>
              <a:ext cx="57240" cy="51840"/>
            </a:xfrm>
            <a:custGeom>
              <a:avLst/>
              <a:gdLst/>
              <a:ahLst/>
              <a:rect l="l" t="t" r="r" b="b"/>
              <a:pathLst>
                <a:path w="33" h="33">
                  <a:moveTo>
                    <a:pt x="24" y="8"/>
                  </a:moveTo>
                  <a:lnTo>
                    <a:pt x="32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6" name=""/>
            <p:cNvSpPr/>
            <p:nvPr/>
          </p:nvSpPr>
          <p:spPr>
            <a:xfrm>
              <a:off x="2827440" y="4087800"/>
              <a:ext cx="140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8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7" name=""/>
            <p:cNvSpPr/>
            <p:nvPr/>
          </p:nvSpPr>
          <p:spPr>
            <a:xfrm>
              <a:off x="2827440" y="4087800"/>
              <a:ext cx="1404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8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8" name=""/>
            <p:cNvSpPr/>
            <p:nvPr/>
          </p:nvSpPr>
          <p:spPr>
            <a:xfrm>
              <a:off x="3005280" y="3871800"/>
              <a:ext cx="84240" cy="51840"/>
            </a:xfrm>
            <a:custGeom>
              <a:avLst/>
              <a:gdLst/>
              <a:ahLst/>
              <a:rect l="l" t="t" r="r" b="b"/>
              <a:pathLst>
                <a:path w="49" h="33">
                  <a:moveTo>
                    <a:pt x="0" y="24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9" name=""/>
            <p:cNvSpPr/>
            <p:nvPr/>
          </p:nvSpPr>
          <p:spPr>
            <a:xfrm>
              <a:off x="3005280" y="3871800"/>
              <a:ext cx="84240" cy="51840"/>
            </a:xfrm>
            <a:custGeom>
              <a:avLst/>
              <a:gdLst/>
              <a:ahLst/>
              <a:rect l="l" t="t" r="r" b="b"/>
              <a:pathLst>
                <a:path w="49" h="33">
                  <a:moveTo>
                    <a:pt x="0" y="24"/>
                  </a:moveTo>
                  <a:lnTo>
                    <a:pt x="0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0" name=""/>
            <p:cNvSpPr/>
            <p:nvPr/>
          </p:nvSpPr>
          <p:spPr>
            <a:xfrm>
              <a:off x="2951640" y="3871800"/>
              <a:ext cx="554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32" y="24"/>
                  </a:moveTo>
                  <a:lnTo>
                    <a:pt x="32" y="24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24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32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1" name=""/>
            <p:cNvSpPr/>
            <p:nvPr/>
          </p:nvSpPr>
          <p:spPr>
            <a:xfrm>
              <a:off x="2951640" y="3871800"/>
              <a:ext cx="55440" cy="3924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32" y="24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24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32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2" name=""/>
            <p:cNvSpPr/>
            <p:nvPr/>
          </p:nvSpPr>
          <p:spPr>
            <a:xfrm>
              <a:off x="2854440" y="4024080"/>
              <a:ext cx="249120" cy="331560"/>
            </a:xfrm>
            <a:custGeom>
              <a:avLst/>
              <a:gdLst/>
              <a:ahLst/>
              <a:rect l="l" t="t" r="r" b="b"/>
              <a:pathLst>
                <a:path w="145" h="209">
                  <a:moveTo>
                    <a:pt x="112" y="208"/>
                  </a:moveTo>
                  <a:lnTo>
                    <a:pt x="112" y="208"/>
                  </a:lnTo>
                  <a:lnTo>
                    <a:pt x="120" y="176"/>
                  </a:lnTo>
                  <a:lnTo>
                    <a:pt x="112" y="152"/>
                  </a:lnTo>
                  <a:lnTo>
                    <a:pt x="120" y="152"/>
                  </a:lnTo>
                  <a:lnTo>
                    <a:pt x="112" y="144"/>
                  </a:lnTo>
                  <a:lnTo>
                    <a:pt x="112" y="136"/>
                  </a:lnTo>
                  <a:lnTo>
                    <a:pt x="144" y="136"/>
                  </a:lnTo>
                  <a:lnTo>
                    <a:pt x="144" y="120"/>
                  </a:lnTo>
                  <a:lnTo>
                    <a:pt x="136" y="104"/>
                  </a:lnTo>
                  <a:lnTo>
                    <a:pt x="144" y="80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80" y="24"/>
                  </a:lnTo>
                  <a:lnTo>
                    <a:pt x="88" y="1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16"/>
                  </a:lnTo>
                  <a:lnTo>
                    <a:pt x="48" y="24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16" y="80"/>
                  </a:lnTo>
                  <a:lnTo>
                    <a:pt x="16" y="112"/>
                  </a:lnTo>
                  <a:lnTo>
                    <a:pt x="24" y="112"/>
                  </a:lnTo>
                  <a:lnTo>
                    <a:pt x="16" y="128"/>
                  </a:lnTo>
                  <a:lnTo>
                    <a:pt x="8" y="128"/>
                  </a:lnTo>
                  <a:lnTo>
                    <a:pt x="8" y="136"/>
                  </a:lnTo>
                  <a:lnTo>
                    <a:pt x="0" y="136"/>
                  </a:lnTo>
                  <a:lnTo>
                    <a:pt x="0" y="144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64" y="176"/>
                  </a:lnTo>
                  <a:lnTo>
                    <a:pt x="72" y="192"/>
                  </a:lnTo>
                  <a:lnTo>
                    <a:pt x="104" y="184"/>
                  </a:lnTo>
                  <a:lnTo>
                    <a:pt x="112" y="192"/>
                  </a:lnTo>
                  <a:lnTo>
                    <a:pt x="112" y="200"/>
                  </a:lnTo>
                  <a:lnTo>
                    <a:pt x="104" y="200"/>
                  </a:lnTo>
                  <a:lnTo>
                    <a:pt x="112" y="20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3" name=""/>
            <p:cNvSpPr/>
            <p:nvPr/>
          </p:nvSpPr>
          <p:spPr>
            <a:xfrm>
              <a:off x="2854440" y="4024080"/>
              <a:ext cx="249120" cy="331560"/>
            </a:xfrm>
            <a:custGeom>
              <a:avLst/>
              <a:gdLst/>
              <a:ahLst/>
              <a:rect l="l" t="t" r="r" b="b"/>
              <a:pathLst>
                <a:path w="145" h="209">
                  <a:moveTo>
                    <a:pt x="112" y="208"/>
                  </a:moveTo>
                  <a:lnTo>
                    <a:pt x="120" y="176"/>
                  </a:lnTo>
                  <a:lnTo>
                    <a:pt x="112" y="152"/>
                  </a:lnTo>
                  <a:lnTo>
                    <a:pt x="120" y="152"/>
                  </a:lnTo>
                  <a:lnTo>
                    <a:pt x="112" y="144"/>
                  </a:lnTo>
                  <a:lnTo>
                    <a:pt x="112" y="136"/>
                  </a:lnTo>
                  <a:lnTo>
                    <a:pt x="144" y="136"/>
                  </a:lnTo>
                  <a:lnTo>
                    <a:pt x="144" y="120"/>
                  </a:lnTo>
                  <a:lnTo>
                    <a:pt x="136" y="104"/>
                  </a:lnTo>
                  <a:lnTo>
                    <a:pt x="144" y="80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80" y="24"/>
                  </a:lnTo>
                  <a:lnTo>
                    <a:pt x="88" y="1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16"/>
                  </a:lnTo>
                  <a:lnTo>
                    <a:pt x="48" y="24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16" y="80"/>
                  </a:lnTo>
                  <a:lnTo>
                    <a:pt x="16" y="112"/>
                  </a:lnTo>
                  <a:lnTo>
                    <a:pt x="24" y="112"/>
                  </a:lnTo>
                  <a:lnTo>
                    <a:pt x="16" y="128"/>
                  </a:lnTo>
                  <a:lnTo>
                    <a:pt x="8" y="128"/>
                  </a:lnTo>
                  <a:lnTo>
                    <a:pt x="8" y="136"/>
                  </a:lnTo>
                  <a:lnTo>
                    <a:pt x="0" y="136"/>
                  </a:lnTo>
                  <a:lnTo>
                    <a:pt x="0" y="144"/>
                  </a:lnTo>
                  <a:lnTo>
                    <a:pt x="24" y="16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64" y="176"/>
                  </a:lnTo>
                  <a:lnTo>
                    <a:pt x="72" y="192"/>
                  </a:lnTo>
                  <a:lnTo>
                    <a:pt x="104" y="184"/>
                  </a:lnTo>
                  <a:lnTo>
                    <a:pt x="112" y="192"/>
                  </a:lnTo>
                  <a:lnTo>
                    <a:pt x="112" y="200"/>
                  </a:lnTo>
                  <a:lnTo>
                    <a:pt x="104" y="200"/>
                  </a:lnTo>
                  <a:lnTo>
                    <a:pt x="112" y="20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4" name=""/>
            <p:cNvSpPr/>
            <p:nvPr/>
          </p:nvSpPr>
          <p:spPr>
            <a:xfrm>
              <a:off x="2813040" y="4252680"/>
              <a:ext cx="125280" cy="128160"/>
            </a:xfrm>
            <a:custGeom>
              <a:avLst/>
              <a:gdLst/>
              <a:ahLst/>
              <a:rect l="l" t="t" r="r" b="b"/>
              <a:pathLst>
                <a:path w="73" h="81">
                  <a:moveTo>
                    <a:pt x="72" y="16"/>
                  </a:moveTo>
                  <a:lnTo>
                    <a:pt x="72" y="16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16" y="48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0"/>
                  </a:lnTo>
                  <a:lnTo>
                    <a:pt x="40" y="56"/>
                  </a:lnTo>
                  <a:lnTo>
                    <a:pt x="56" y="48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72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5" name=""/>
            <p:cNvSpPr/>
            <p:nvPr/>
          </p:nvSpPr>
          <p:spPr>
            <a:xfrm>
              <a:off x="2813040" y="4252680"/>
              <a:ext cx="125280" cy="128160"/>
            </a:xfrm>
            <a:custGeom>
              <a:avLst/>
              <a:gdLst/>
              <a:ahLst/>
              <a:rect l="l" t="t" r="r" b="b"/>
              <a:pathLst>
                <a:path w="73" h="81">
                  <a:moveTo>
                    <a:pt x="72" y="16"/>
                  </a:moveTo>
                  <a:lnTo>
                    <a:pt x="64" y="8"/>
                  </a:lnTo>
                  <a:lnTo>
                    <a:pt x="48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16" y="48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0"/>
                  </a:lnTo>
                  <a:lnTo>
                    <a:pt x="40" y="56"/>
                  </a:lnTo>
                  <a:lnTo>
                    <a:pt x="56" y="48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72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6" name=""/>
            <p:cNvSpPr/>
            <p:nvPr/>
          </p:nvSpPr>
          <p:spPr>
            <a:xfrm>
              <a:off x="2798640" y="4278240"/>
              <a:ext cx="277920" cy="369360"/>
            </a:xfrm>
            <a:custGeom>
              <a:avLst/>
              <a:gdLst/>
              <a:ahLst/>
              <a:rect l="l" t="t" r="r" b="b"/>
              <a:pathLst>
                <a:path w="161" h="233">
                  <a:moveTo>
                    <a:pt x="152" y="136"/>
                  </a:moveTo>
                  <a:lnTo>
                    <a:pt x="152" y="136"/>
                  </a:lnTo>
                  <a:lnTo>
                    <a:pt x="136" y="136"/>
                  </a:lnTo>
                  <a:lnTo>
                    <a:pt x="136" y="120"/>
                  </a:lnTo>
                  <a:lnTo>
                    <a:pt x="120" y="128"/>
                  </a:lnTo>
                  <a:lnTo>
                    <a:pt x="104" y="120"/>
                  </a:lnTo>
                  <a:lnTo>
                    <a:pt x="96" y="96"/>
                  </a:lnTo>
                  <a:lnTo>
                    <a:pt x="112" y="64"/>
                  </a:lnTo>
                  <a:lnTo>
                    <a:pt x="144" y="48"/>
                  </a:lnTo>
                  <a:lnTo>
                    <a:pt x="136" y="40"/>
                  </a:lnTo>
                  <a:lnTo>
                    <a:pt x="144" y="40"/>
                  </a:lnTo>
                  <a:lnTo>
                    <a:pt x="144" y="32"/>
                  </a:lnTo>
                  <a:lnTo>
                    <a:pt x="136" y="24"/>
                  </a:lnTo>
                  <a:lnTo>
                    <a:pt x="104" y="32"/>
                  </a:lnTo>
                  <a:lnTo>
                    <a:pt x="96" y="16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72" y="24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24" y="64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8" y="72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32" y="104"/>
                  </a:lnTo>
                  <a:lnTo>
                    <a:pt x="72" y="184"/>
                  </a:lnTo>
                  <a:lnTo>
                    <a:pt x="136" y="232"/>
                  </a:lnTo>
                  <a:lnTo>
                    <a:pt x="152" y="224"/>
                  </a:lnTo>
                  <a:lnTo>
                    <a:pt x="160" y="208"/>
                  </a:lnTo>
                  <a:lnTo>
                    <a:pt x="152" y="200"/>
                  </a:lnTo>
                  <a:lnTo>
                    <a:pt x="160" y="152"/>
                  </a:lnTo>
                  <a:lnTo>
                    <a:pt x="152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7" name=""/>
            <p:cNvSpPr/>
            <p:nvPr/>
          </p:nvSpPr>
          <p:spPr>
            <a:xfrm>
              <a:off x="2798640" y="4278240"/>
              <a:ext cx="277920" cy="369360"/>
            </a:xfrm>
            <a:custGeom>
              <a:avLst/>
              <a:gdLst/>
              <a:ahLst/>
              <a:rect l="l" t="t" r="r" b="b"/>
              <a:pathLst>
                <a:path w="161" h="233">
                  <a:moveTo>
                    <a:pt x="152" y="136"/>
                  </a:moveTo>
                  <a:lnTo>
                    <a:pt x="136" y="136"/>
                  </a:lnTo>
                  <a:lnTo>
                    <a:pt x="136" y="120"/>
                  </a:lnTo>
                  <a:lnTo>
                    <a:pt x="120" y="128"/>
                  </a:lnTo>
                  <a:lnTo>
                    <a:pt x="104" y="120"/>
                  </a:lnTo>
                  <a:lnTo>
                    <a:pt x="96" y="96"/>
                  </a:lnTo>
                  <a:lnTo>
                    <a:pt x="112" y="64"/>
                  </a:lnTo>
                  <a:lnTo>
                    <a:pt x="144" y="48"/>
                  </a:lnTo>
                  <a:lnTo>
                    <a:pt x="136" y="40"/>
                  </a:lnTo>
                  <a:lnTo>
                    <a:pt x="144" y="40"/>
                  </a:lnTo>
                  <a:lnTo>
                    <a:pt x="144" y="32"/>
                  </a:lnTo>
                  <a:lnTo>
                    <a:pt x="136" y="24"/>
                  </a:lnTo>
                  <a:lnTo>
                    <a:pt x="104" y="32"/>
                  </a:lnTo>
                  <a:lnTo>
                    <a:pt x="96" y="16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72" y="24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24" y="64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8" y="72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32" y="104"/>
                  </a:lnTo>
                  <a:lnTo>
                    <a:pt x="72" y="184"/>
                  </a:lnTo>
                  <a:lnTo>
                    <a:pt x="136" y="232"/>
                  </a:lnTo>
                  <a:lnTo>
                    <a:pt x="152" y="224"/>
                  </a:lnTo>
                  <a:lnTo>
                    <a:pt x="160" y="208"/>
                  </a:lnTo>
                  <a:lnTo>
                    <a:pt x="152" y="200"/>
                  </a:lnTo>
                  <a:lnTo>
                    <a:pt x="160" y="152"/>
                  </a:lnTo>
                  <a:lnTo>
                    <a:pt x="152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8" name=""/>
            <p:cNvSpPr/>
            <p:nvPr/>
          </p:nvSpPr>
          <p:spPr>
            <a:xfrm>
              <a:off x="3061080" y="4468680"/>
              <a:ext cx="249120" cy="280440"/>
            </a:xfrm>
            <a:custGeom>
              <a:avLst/>
              <a:gdLst/>
              <a:ahLst/>
              <a:rect l="l" t="t" r="r" b="b"/>
              <a:pathLst>
                <a:path w="145" h="177">
                  <a:moveTo>
                    <a:pt x="144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20" y="88"/>
                  </a:lnTo>
                  <a:lnTo>
                    <a:pt x="112" y="72"/>
                  </a:lnTo>
                  <a:lnTo>
                    <a:pt x="112" y="64"/>
                  </a:lnTo>
                  <a:lnTo>
                    <a:pt x="104" y="48"/>
                  </a:lnTo>
                  <a:lnTo>
                    <a:pt x="56" y="32"/>
                  </a:lnTo>
                  <a:lnTo>
                    <a:pt x="48" y="24"/>
                  </a:lnTo>
                  <a:lnTo>
                    <a:pt x="48" y="0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0" y="104"/>
                  </a:lnTo>
                  <a:lnTo>
                    <a:pt x="8" y="128"/>
                  </a:lnTo>
                  <a:lnTo>
                    <a:pt x="8" y="136"/>
                  </a:lnTo>
                  <a:lnTo>
                    <a:pt x="16" y="176"/>
                  </a:lnTo>
                  <a:lnTo>
                    <a:pt x="24" y="176"/>
                  </a:lnTo>
                  <a:lnTo>
                    <a:pt x="40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8"/>
                  </a:lnTo>
                  <a:lnTo>
                    <a:pt x="96" y="128"/>
                  </a:lnTo>
                  <a:lnTo>
                    <a:pt x="128" y="128"/>
                  </a:lnTo>
                  <a:lnTo>
                    <a:pt x="144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9" name=""/>
            <p:cNvSpPr/>
            <p:nvPr/>
          </p:nvSpPr>
          <p:spPr>
            <a:xfrm>
              <a:off x="3061080" y="4468680"/>
              <a:ext cx="249120" cy="280440"/>
            </a:xfrm>
            <a:custGeom>
              <a:avLst/>
              <a:gdLst/>
              <a:ahLst/>
              <a:rect l="l" t="t" r="r" b="b"/>
              <a:pathLst>
                <a:path w="145" h="177">
                  <a:moveTo>
                    <a:pt x="144" y="136"/>
                  </a:moveTo>
                  <a:lnTo>
                    <a:pt x="144" y="112"/>
                  </a:lnTo>
                  <a:lnTo>
                    <a:pt x="136" y="96"/>
                  </a:lnTo>
                  <a:lnTo>
                    <a:pt x="136" y="88"/>
                  </a:lnTo>
                  <a:lnTo>
                    <a:pt x="120" y="88"/>
                  </a:lnTo>
                  <a:lnTo>
                    <a:pt x="112" y="72"/>
                  </a:lnTo>
                  <a:lnTo>
                    <a:pt x="112" y="64"/>
                  </a:lnTo>
                  <a:lnTo>
                    <a:pt x="104" y="48"/>
                  </a:lnTo>
                  <a:lnTo>
                    <a:pt x="56" y="32"/>
                  </a:lnTo>
                  <a:lnTo>
                    <a:pt x="48" y="24"/>
                  </a:lnTo>
                  <a:lnTo>
                    <a:pt x="48" y="0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0" y="104"/>
                  </a:lnTo>
                  <a:lnTo>
                    <a:pt x="8" y="128"/>
                  </a:lnTo>
                  <a:lnTo>
                    <a:pt x="8" y="136"/>
                  </a:lnTo>
                  <a:lnTo>
                    <a:pt x="16" y="176"/>
                  </a:lnTo>
                  <a:lnTo>
                    <a:pt x="24" y="176"/>
                  </a:lnTo>
                  <a:lnTo>
                    <a:pt x="40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8"/>
                  </a:lnTo>
                  <a:lnTo>
                    <a:pt x="96" y="128"/>
                  </a:lnTo>
                  <a:lnTo>
                    <a:pt x="128" y="128"/>
                  </a:lnTo>
                  <a:lnTo>
                    <a:pt x="144" y="13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0" name=""/>
            <p:cNvSpPr/>
            <p:nvPr/>
          </p:nvSpPr>
          <p:spPr>
            <a:xfrm>
              <a:off x="3211920" y="4671720"/>
              <a:ext cx="180720" cy="179280"/>
            </a:xfrm>
            <a:custGeom>
              <a:avLst/>
              <a:gdLst/>
              <a:ahLst/>
              <a:rect l="l" t="t" r="r" b="b"/>
              <a:pathLst>
                <a:path w="105" h="113">
                  <a:moveTo>
                    <a:pt x="96" y="80"/>
                  </a:moveTo>
                  <a:lnTo>
                    <a:pt x="96" y="80"/>
                  </a:lnTo>
                  <a:lnTo>
                    <a:pt x="104" y="64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80" y="40"/>
                  </a:lnTo>
                  <a:lnTo>
                    <a:pt x="56" y="32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40" y="64"/>
                  </a:lnTo>
                  <a:lnTo>
                    <a:pt x="56" y="80"/>
                  </a:lnTo>
                  <a:lnTo>
                    <a:pt x="56" y="88"/>
                  </a:lnTo>
                  <a:lnTo>
                    <a:pt x="48" y="104"/>
                  </a:lnTo>
                  <a:lnTo>
                    <a:pt x="72" y="112"/>
                  </a:lnTo>
                  <a:lnTo>
                    <a:pt x="80" y="104"/>
                  </a:lnTo>
                  <a:lnTo>
                    <a:pt x="96" y="96"/>
                  </a:lnTo>
                  <a:lnTo>
                    <a:pt x="96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1" name=""/>
            <p:cNvSpPr/>
            <p:nvPr/>
          </p:nvSpPr>
          <p:spPr>
            <a:xfrm>
              <a:off x="3211920" y="4671720"/>
              <a:ext cx="180720" cy="179280"/>
            </a:xfrm>
            <a:custGeom>
              <a:avLst/>
              <a:gdLst/>
              <a:ahLst/>
              <a:rect l="l" t="t" r="r" b="b"/>
              <a:pathLst>
                <a:path w="105" h="113">
                  <a:moveTo>
                    <a:pt x="96" y="80"/>
                  </a:moveTo>
                  <a:lnTo>
                    <a:pt x="104" y="64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80" y="40"/>
                  </a:lnTo>
                  <a:lnTo>
                    <a:pt x="56" y="32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8" y="0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40" y="64"/>
                  </a:lnTo>
                  <a:lnTo>
                    <a:pt x="56" y="80"/>
                  </a:lnTo>
                  <a:lnTo>
                    <a:pt x="56" y="88"/>
                  </a:lnTo>
                  <a:lnTo>
                    <a:pt x="48" y="104"/>
                  </a:lnTo>
                  <a:lnTo>
                    <a:pt x="72" y="112"/>
                  </a:lnTo>
                  <a:lnTo>
                    <a:pt x="80" y="104"/>
                  </a:lnTo>
                  <a:lnTo>
                    <a:pt x="96" y="96"/>
                  </a:lnTo>
                  <a:lnTo>
                    <a:pt x="96" y="8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2" name=""/>
            <p:cNvSpPr/>
            <p:nvPr/>
          </p:nvSpPr>
          <p:spPr>
            <a:xfrm>
              <a:off x="2964240" y="5510160"/>
              <a:ext cx="112680" cy="102600"/>
            </a:xfrm>
            <a:custGeom>
              <a:avLst/>
              <a:gdLst/>
              <a:ahLst/>
              <a:rect l="l" t="t" r="r" b="b"/>
              <a:pathLst>
                <a:path w="65" h="65">
                  <a:moveTo>
                    <a:pt x="64" y="48"/>
                  </a:moveTo>
                  <a:lnTo>
                    <a:pt x="64" y="48"/>
                  </a:lnTo>
                  <a:lnTo>
                    <a:pt x="64" y="0"/>
                  </a:lnTo>
                  <a:lnTo>
                    <a:pt x="48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56" y="24"/>
                  </a:lnTo>
                  <a:lnTo>
                    <a:pt x="48" y="24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64"/>
                  </a:lnTo>
                  <a:lnTo>
                    <a:pt x="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3" name=""/>
            <p:cNvSpPr/>
            <p:nvPr/>
          </p:nvSpPr>
          <p:spPr>
            <a:xfrm>
              <a:off x="2964240" y="5510160"/>
              <a:ext cx="112680" cy="102600"/>
            </a:xfrm>
            <a:custGeom>
              <a:avLst/>
              <a:gdLst/>
              <a:ahLst/>
              <a:rect l="l" t="t" r="r" b="b"/>
              <a:pathLst>
                <a:path w="65" h="65">
                  <a:moveTo>
                    <a:pt x="64" y="48"/>
                  </a:moveTo>
                  <a:lnTo>
                    <a:pt x="64" y="0"/>
                  </a:lnTo>
                  <a:lnTo>
                    <a:pt x="48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56" y="24"/>
                  </a:lnTo>
                  <a:lnTo>
                    <a:pt x="48" y="24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64"/>
                  </a:lnTo>
                  <a:lnTo>
                    <a:pt x="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4" name=""/>
            <p:cNvSpPr/>
            <p:nvPr/>
          </p:nvSpPr>
          <p:spPr>
            <a:xfrm>
              <a:off x="3075480" y="5510160"/>
              <a:ext cx="8388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0" y="48"/>
                  </a:moveTo>
                  <a:lnTo>
                    <a:pt x="0" y="48"/>
                  </a:lnTo>
                  <a:lnTo>
                    <a:pt x="0" y="0"/>
                  </a:lnTo>
                  <a:lnTo>
                    <a:pt x="8" y="24"/>
                  </a:lnTo>
                  <a:lnTo>
                    <a:pt x="32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16" y="64"/>
                  </a:lnTo>
                  <a:lnTo>
                    <a:pt x="8" y="72"/>
                  </a:lnTo>
                  <a:lnTo>
                    <a:pt x="0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5" name=""/>
            <p:cNvSpPr/>
            <p:nvPr/>
          </p:nvSpPr>
          <p:spPr>
            <a:xfrm>
              <a:off x="3075480" y="5510160"/>
              <a:ext cx="83880" cy="115560"/>
            </a:xfrm>
            <a:custGeom>
              <a:avLst/>
              <a:gdLst/>
              <a:ahLst/>
              <a:rect l="l" t="t" r="r" b="b"/>
              <a:pathLst>
                <a:path w="49" h="73">
                  <a:moveTo>
                    <a:pt x="0" y="48"/>
                  </a:moveTo>
                  <a:lnTo>
                    <a:pt x="0" y="0"/>
                  </a:lnTo>
                  <a:lnTo>
                    <a:pt x="8" y="24"/>
                  </a:lnTo>
                  <a:lnTo>
                    <a:pt x="32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16" y="64"/>
                  </a:lnTo>
                  <a:lnTo>
                    <a:pt x="8" y="72"/>
                  </a:lnTo>
                  <a:lnTo>
                    <a:pt x="0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6" name=""/>
            <p:cNvSpPr/>
            <p:nvPr/>
          </p:nvSpPr>
          <p:spPr>
            <a:xfrm>
              <a:off x="2978640" y="4722480"/>
              <a:ext cx="428400" cy="788760"/>
            </a:xfrm>
            <a:custGeom>
              <a:avLst/>
              <a:gdLst/>
              <a:ahLst/>
              <a:rect l="l" t="t" r="r" b="b"/>
              <a:pathLst>
                <a:path w="249" h="497">
                  <a:moveTo>
                    <a:pt x="184" y="176"/>
                  </a:moveTo>
                  <a:lnTo>
                    <a:pt x="184" y="176"/>
                  </a:lnTo>
                  <a:lnTo>
                    <a:pt x="200" y="120"/>
                  </a:lnTo>
                  <a:lnTo>
                    <a:pt x="232" y="80"/>
                  </a:lnTo>
                  <a:lnTo>
                    <a:pt x="248" y="72"/>
                  </a:lnTo>
                  <a:lnTo>
                    <a:pt x="240" y="48"/>
                  </a:lnTo>
                  <a:lnTo>
                    <a:pt x="232" y="48"/>
                  </a:lnTo>
                  <a:lnTo>
                    <a:pt x="232" y="64"/>
                  </a:lnTo>
                  <a:lnTo>
                    <a:pt x="216" y="72"/>
                  </a:lnTo>
                  <a:lnTo>
                    <a:pt x="208" y="80"/>
                  </a:lnTo>
                  <a:lnTo>
                    <a:pt x="184" y="72"/>
                  </a:lnTo>
                  <a:lnTo>
                    <a:pt x="192" y="56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52" y="32"/>
                  </a:lnTo>
                  <a:lnTo>
                    <a:pt x="136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0"/>
                  </a:lnTo>
                  <a:lnTo>
                    <a:pt x="72" y="16"/>
                  </a:lnTo>
                  <a:lnTo>
                    <a:pt x="72" y="32"/>
                  </a:lnTo>
                  <a:lnTo>
                    <a:pt x="56" y="40"/>
                  </a:lnTo>
                  <a:lnTo>
                    <a:pt x="64" y="64"/>
                  </a:lnTo>
                  <a:lnTo>
                    <a:pt x="48" y="88"/>
                  </a:lnTo>
                  <a:lnTo>
                    <a:pt x="32" y="136"/>
                  </a:lnTo>
                  <a:lnTo>
                    <a:pt x="40" y="168"/>
                  </a:lnTo>
                  <a:lnTo>
                    <a:pt x="32" y="192"/>
                  </a:lnTo>
                  <a:lnTo>
                    <a:pt x="32" y="208"/>
                  </a:lnTo>
                  <a:lnTo>
                    <a:pt x="24" y="216"/>
                  </a:lnTo>
                  <a:lnTo>
                    <a:pt x="24" y="248"/>
                  </a:lnTo>
                  <a:lnTo>
                    <a:pt x="16" y="264"/>
                  </a:lnTo>
                  <a:lnTo>
                    <a:pt x="16" y="296"/>
                  </a:lnTo>
                  <a:lnTo>
                    <a:pt x="16" y="312"/>
                  </a:lnTo>
                  <a:lnTo>
                    <a:pt x="16" y="344"/>
                  </a:lnTo>
                  <a:lnTo>
                    <a:pt x="24" y="344"/>
                  </a:lnTo>
                  <a:lnTo>
                    <a:pt x="24" y="352"/>
                  </a:lnTo>
                  <a:lnTo>
                    <a:pt x="16" y="352"/>
                  </a:lnTo>
                  <a:lnTo>
                    <a:pt x="24" y="352"/>
                  </a:lnTo>
                  <a:lnTo>
                    <a:pt x="16" y="384"/>
                  </a:lnTo>
                  <a:lnTo>
                    <a:pt x="8" y="400"/>
                  </a:lnTo>
                  <a:lnTo>
                    <a:pt x="8" y="416"/>
                  </a:lnTo>
                  <a:lnTo>
                    <a:pt x="0" y="440"/>
                  </a:lnTo>
                  <a:lnTo>
                    <a:pt x="0" y="456"/>
                  </a:lnTo>
                  <a:lnTo>
                    <a:pt x="0" y="464"/>
                  </a:lnTo>
                  <a:lnTo>
                    <a:pt x="8" y="456"/>
                  </a:lnTo>
                  <a:lnTo>
                    <a:pt x="8" y="480"/>
                  </a:lnTo>
                  <a:lnTo>
                    <a:pt x="16" y="488"/>
                  </a:lnTo>
                  <a:lnTo>
                    <a:pt x="40" y="488"/>
                  </a:lnTo>
                  <a:lnTo>
                    <a:pt x="56" y="488"/>
                  </a:lnTo>
                  <a:lnTo>
                    <a:pt x="56" y="496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24"/>
                  </a:lnTo>
                  <a:lnTo>
                    <a:pt x="96" y="408"/>
                  </a:lnTo>
                  <a:lnTo>
                    <a:pt x="96" y="392"/>
                  </a:lnTo>
                  <a:lnTo>
                    <a:pt x="88" y="392"/>
                  </a:lnTo>
                  <a:lnTo>
                    <a:pt x="72" y="376"/>
                  </a:lnTo>
                  <a:lnTo>
                    <a:pt x="72" y="368"/>
                  </a:lnTo>
                  <a:lnTo>
                    <a:pt x="80" y="360"/>
                  </a:lnTo>
                  <a:lnTo>
                    <a:pt x="96" y="352"/>
                  </a:lnTo>
                  <a:lnTo>
                    <a:pt x="96" y="344"/>
                  </a:lnTo>
                  <a:lnTo>
                    <a:pt x="104" y="344"/>
                  </a:lnTo>
                  <a:lnTo>
                    <a:pt x="104" y="328"/>
                  </a:lnTo>
                  <a:lnTo>
                    <a:pt x="112" y="320"/>
                  </a:lnTo>
                  <a:lnTo>
                    <a:pt x="104" y="312"/>
                  </a:lnTo>
                  <a:lnTo>
                    <a:pt x="112" y="312"/>
                  </a:lnTo>
                  <a:lnTo>
                    <a:pt x="120" y="312"/>
                  </a:lnTo>
                  <a:lnTo>
                    <a:pt x="120" y="304"/>
                  </a:lnTo>
                  <a:lnTo>
                    <a:pt x="112" y="304"/>
                  </a:lnTo>
                  <a:lnTo>
                    <a:pt x="104" y="304"/>
                  </a:lnTo>
                  <a:lnTo>
                    <a:pt x="104" y="280"/>
                  </a:lnTo>
                  <a:lnTo>
                    <a:pt x="120" y="288"/>
                  </a:lnTo>
                  <a:lnTo>
                    <a:pt x="136" y="280"/>
                  </a:lnTo>
                  <a:lnTo>
                    <a:pt x="144" y="256"/>
                  </a:lnTo>
                  <a:lnTo>
                    <a:pt x="136" y="248"/>
                  </a:lnTo>
                  <a:lnTo>
                    <a:pt x="144" y="248"/>
                  </a:lnTo>
                  <a:lnTo>
                    <a:pt x="160" y="248"/>
                  </a:lnTo>
                  <a:lnTo>
                    <a:pt x="200" y="240"/>
                  </a:lnTo>
                  <a:lnTo>
                    <a:pt x="208" y="216"/>
                  </a:lnTo>
                  <a:lnTo>
                    <a:pt x="208" y="208"/>
                  </a:lnTo>
                  <a:lnTo>
                    <a:pt x="200" y="200"/>
                  </a:lnTo>
                  <a:lnTo>
                    <a:pt x="200" y="192"/>
                  </a:lnTo>
                  <a:lnTo>
                    <a:pt x="184" y="184"/>
                  </a:lnTo>
                  <a:lnTo>
                    <a:pt x="184" y="1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7" name=""/>
            <p:cNvSpPr/>
            <p:nvPr/>
          </p:nvSpPr>
          <p:spPr>
            <a:xfrm>
              <a:off x="2978640" y="4722480"/>
              <a:ext cx="428400" cy="788760"/>
            </a:xfrm>
            <a:custGeom>
              <a:avLst/>
              <a:gdLst/>
              <a:ahLst/>
              <a:rect l="l" t="t" r="r" b="b"/>
              <a:pathLst>
                <a:path w="249" h="497">
                  <a:moveTo>
                    <a:pt x="184" y="176"/>
                  </a:moveTo>
                  <a:lnTo>
                    <a:pt x="200" y="120"/>
                  </a:lnTo>
                  <a:lnTo>
                    <a:pt x="232" y="80"/>
                  </a:lnTo>
                  <a:lnTo>
                    <a:pt x="248" y="72"/>
                  </a:lnTo>
                  <a:lnTo>
                    <a:pt x="240" y="48"/>
                  </a:lnTo>
                  <a:lnTo>
                    <a:pt x="232" y="48"/>
                  </a:lnTo>
                  <a:lnTo>
                    <a:pt x="232" y="64"/>
                  </a:lnTo>
                  <a:lnTo>
                    <a:pt x="216" y="72"/>
                  </a:lnTo>
                  <a:lnTo>
                    <a:pt x="208" y="80"/>
                  </a:lnTo>
                  <a:lnTo>
                    <a:pt x="184" y="72"/>
                  </a:lnTo>
                  <a:lnTo>
                    <a:pt x="192" y="56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52" y="32"/>
                  </a:lnTo>
                  <a:lnTo>
                    <a:pt x="136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0"/>
                  </a:lnTo>
                  <a:lnTo>
                    <a:pt x="72" y="16"/>
                  </a:lnTo>
                  <a:lnTo>
                    <a:pt x="72" y="32"/>
                  </a:lnTo>
                  <a:lnTo>
                    <a:pt x="56" y="40"/>
                  </a:lnTo>
                  <a:lnTo>
                    <a:pt x="64" y="64"/>
                  </a:lnTo>
                  <a:lnTo>
                    <a:pt x="48" y="88"/>
                  </a:lnTo>
                  <a:lnTo>
                    <a:pt x="32" y="136"/>
                  </a:lnTo>
                  <a:lnTo>
                    <a:pt x="40" y="168"/>
                  </a:lnTo>
                  <a:lnTo>
                    <a:pt x="32" y="192"/>
                  </a:lnTo>
                  <a:lnTo>
                    <a:pt x="32" y="208"/>
                  </a:lnTo>
                  <a:lnTo>
                    <a:pt x="24" y="216"/>
                  </a:lnTo>
                  <a:lnTo>
                    <a:pt x="24" y="248"/>
                  </a:lnTo>
                  <a:lnTo>
                    <a:pt x="16" y="264"/>
                  </a:lnTo>
                  <a:lnTo>
                    <a:pt x="16" y="296"/>
                  </a:lnTo>
                  <a:lnTo>
                    <a:pt x="16" y="312"/>
                  </a:lnTo>
                  <a:lnTo>
                    <a:pt x="16" y="344"/>
                  </a:lnTo>
                  <a:lnTo>
                    <a:pt x="24" y="344"/>
                  </a:lnTo>
                  <a:lnTo>
                    <a:pt x="24" y="352"/>
                  </a:lnTo>
                  <a:lnTo>
                    <a:pt x="16" y="352"/>
                  </a:lnTo>
                  <a:lnTo>
                    <a:pt x="24" y="352"/>
                  </a:lnTo>
                  <a:lnTo>
                    <a:pt x="16" y="384"/>
                  </a:lnTo>
                  <a:lnTo>
                    <a:pt x="8" y="400"/>
                  </a:lnTo>
                  <a:lnTo>
                    <a:pt x="8" y="416"/>
                  </a:lnTo>
                  <a:lnTo>
                    <a:pt x="0" y="440"/>
                  </a:lnTo>
                  <a:lnTo>
                    <a:pt x="0" y="456"/>
                  </a:lnTo>
                  <a:lnTo>
                    <a:pt x="0" y="464"/>
                  </a:lnTo>
                  <a:lnTo>
                    <a:pt x="8" y="456"/>
                  </a:lnTo>
                  <a:lnTo>
                    <a:pt x="8" y="480"/>
                  </a:lnTo>
                  <a:lnTo>
                    <a:pt x="16" y="488"/>
                  </a:lnTo>
                  <a:lnTo>
                    <a:pt x="40" y="488"/>
                  </a:lnTo>
                  <a:lnTo>
                    <a:pt x="56" y="488"/>
                  </a:lnTo>
                  <a:lnTo>
                    <a:pt x="56" y="496"/>
                  </a:lnTo>
                  <a:lnTo>
                    <a:pt x="48" y="464"/>
                  </a:lnTo>
                  <a:lnTo>
                    <a:pt x="56" y="456"/>
                  </a:lnTo>
                  <a:lnTo>
                    <a:pt x="64" y="448"/>
                  </a:lnTo>
                  <a:lnTo>
                    <a:pt x="72" y="424"/>
                  </a:lnTo>
                  <a:lnTo>
                    <a:pt x="96" y="408"/>
                  </a:lnTo>
                  <a:lnTo>
                    <a:pt x="96" y="392"/>
                  </a:lnTo>
                  <a:lnTo>
                    <a:pt x="88" y="392"/>
                  </a:lnTo>
                  <a:lnTo>
                    <a:pt x="72" y="376"/>
                  </a:lnTo>
                  <a:lnTo>
                    <a:pt x="72" y="368"/>
                  </a:lnTo>
                  <a:lnTo>
                    <a:pt x="80" y="360"/>
                  </a:lnTo>
                  <a:lnTo>
                    <a:pt x="96" y="352"/>
                  </a:lnTo>
                  <a:lnTo>
                    <a:pt x="96" y="344"/>
                  </a:lnTo>
                  <a:lnTo>
                    <a:pt x="104" y="344"/>
                  </a:lnTo>
                  <a:lnTo>
                    <a:pt x="104" y="328"/>
                  </a:lnTo>
                  <a:lnTo>
                    <a:pt x="112" y="320"/>
                  </a:lnTo>
                  <a:lnTo>
                    <a:pt x="104" y="312"/>
                  </a:lnTo>
                  <a:lnTo>
                    <a:pt x="112" y="312"/>
                  </a:lnTo>
                  <a:lnTo>
                    <a:pt x="120" y="312"/>
                  </a:lnTo>
                  <a:lnTo>
                    <a:pt x="120" y="304"/>
                  </a:lnTo>
                  <a:lnTo>
                    <a:pt x="112" y="304"/>
                  </a:lnTo>
                  <a:lnTo>
                    <a:pt x="104" y="304"/>
                  </a:lnTo>
                  <a:lnTo>
                    <a:pt x="104" y="280"/>
                  </a:lnTo>
                  <a:lnTo>
                    <a:pt x="120" y="288"/>
                  </a:lnTo>
                  <a:lnTo>
                    <a:pt x="136" y="280"/>
                  </a:lnTo>
                  <a:lnTo>
                    <a:pt x="144" y="256"/>
                  </a:lnTo>
                  <a:lnTo>
                    <a:pt x="136" y="248"/>
                  </a:lnTo>
                  <a:lnTo>
                    <a:pt x="144" y="248"/>
                  </a:lnTo>
                  <a:lnTo>
                    <a:pt x="160" y="248"/>
                  </a:lnTo>
                  <a:lnTo>
                    <a:pt x="200" y="240"/>
                  </a:lnTo>
                  <a:lnTo>
                    <a:pt x="208" y="216"/>
                  </a:lnTo>
                  <a:lnTo>
                    <a:pt x="208" y="208"/>
                  </a:lnTo>
                  <a:lnTo>
                    <a:pt x="200" y="200"/>
                  </a:lnTo>
                  <a:lnTo>
                    <a:pt x="200" y="192"/>
                  </a:lnTo>
                  <a:lnTo>
                    <a:pt x="184" y="184"/>
                  </a:lnTo>
                  <a:lnTo>
                    <a:pt x="184" y="17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8" name=""/>
            <p:cNvSpPr/>
            <p:nvPr/>
          </p:nvSpPr>
          <p:spPr>
            <a:xfrm>
              <a:off x="3294360" y="4913280"/>
              <a:ext cx="125280" cy="102600"/>
            </a:xfrm>
            <a:custGeom>
              <a:avLst/>
              <a:gdLst/>
              <a:ahLst/>
              <a:rect l="l" t="t" r="r" b="b"/>
              <a:pathLst>
                <a:path w="73" h="65">
                  <a:moveTo>
                    <a:pt x="64" y="48"/>
                  </a:moveTo>
                  <a:lnTo>
                    <a:pt x="64" y="48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56"/>
                  </a:lnTo>
                  <a:lnTo>
                    <a:pt x="8" y="56"/>
                  </a:lnTo>
                  <a:lnTo>
                    <a:pt x="32" y="64"/>
                  </a:lnTo>
                  <a:lnTo>
                    <a:pt x="56" y="64"/>
                  </a:lnTo>
                  <a:lnTo>
                    <a:pt x="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9" name=""/>
            <p:cNvSpPr/>
            <p:nvPr/>
          </p:nvSpPr>
          <p:spPr>
            <a:xfrm>
              <a:off x="3294360" y="4913280"/>
              <a:ext cx="125280" cy="102600"/>
            </a:xfrm>
            <a:custGeom>
              <a:avLst/>
              <a:gdLst/>
              <a:ahLst/>
              <a:rect l="l" t="t" r="r" b="b"/>
              <a:pathLst>
                <a:path w="73" h="65">
                  <a:moveTo>
                    <a:pt x="64" y="48"/>
                  </a:moveTo>
                  <a:lnTo>
                    <a:pt x="72" y="32"/>
                  </a:lnTo>
                  <a:lnTo>
                    <a:pt x="64" y="24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56"/>
                  </a:lnTo>
                  <a:lnTo>
                    <a:pt x="8" y="56"/>
                  </a:lnTo>
                  <a:lnTo>
                    <a:pt x="32" y="64"/>
                  </a:lnTo>
                  <a:lnTo>
                    <a:pt x="56" y="64"/>
                  </a:lnTo>
                  <a:lnTo>
                    <a:pt x="64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0" name=""/>
            <p:cNvSpPr/>
            <p:nvPr/>
          </p:nvSpPr>
          <p:spPr>
            <a:xfrm>
              <a:off x="2964240" y="4176720"/>
              <a:ext cx="853920" cy="813960"/>
            </a:xfrm>
            <a:custGeom>
              <a:avLst/>
              <a:gdLst/>
              <a:ahLst/>
              <a:rect l="l" t="t" r="r" b="b"/>
              <a:pathLst>
                <a:path w="497" h="513">
                  <a:moveTo>
                    <a:pt x="288" y="16"/>
                  </a:moveTo>
                  <a:lnTo>
                    <a:pt x="288" y="16"/>
                  </a:lnTo>
                  <a:lnTo>
                    <a:pt x="280" y="16"/>
                  </a:lnTo>
                  <a:lnTo>
                    <a:pt x="264" y="32"/>
                  </a:lnTo>
                  <a:lnTo>
                    <a:pt x="256" y="40"/>
                  </a:lnTo>
                  <a:lnTo>
                    <a:pt x="248" y="32"/>
                  </a:lnTo>
                  <a:lnTo>
                    <a:pt x="232" y="32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76" y="32"/>
                  </a:lnTo>
                  <a:lnTo>
                    <a:pt x="176" y="8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20" y="16"/>
                  </a:lnTo>
                  <a:lnTo>
                    <a:pt x="120" y="32"/>
                  </a:lnTo>
                  <a:lnTo>
                    <a:pt x="128" y="40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8" y="48"/>
                  </a:lnTo>
                  <a:lnTo>
                    <a:pt x="80" y="40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56" y="80"/>
                  </a:lnTo>
                  <a:lnTo>
                    <a:pt x="48" y="112"/>
                  </a:lnTo>
                  <a:lnTo>
                    <a:pt x="16" y="128"/>
                  </a:lnTo>
                  <a:lnTo>
                    <a:pt x="0" y="160"/>
                  </a:lnTo>
                  <a:lnTo>
                    <a:pt x="8" y="184"/>
                  </a:lnTo>
                  <a:lnTo>
                    <a:pt x="24" y="192"/>
                  </a:lnTo>
                  <a:lnTo>
                    <a:pt x="40" y="184"/>
                  </a:lnTo>
                  <a:lnTo>
                    <a:pt x="40" y="200"/>
                  </a:lnTo>
                  <a:lnTo>
                    <a:pt x="56" y="200"/>
                  </a:lnTo>
                  <a:lnTo>
                    <a:pt x="72" y="200"/>
                  </a:lnTo>
                  <a:lnTo>
                    <a:pt x="88" y="184"/>
                  </a:lnTo>
                  <a:lnTo>
                    <a:pt x="104" y="184"/>
                  </a:lnTo>
                  <a:lnTo>
                    <a:pt x="104" y="208"/>
                  </a:lnTo>
                  <a:lnTo>
                    <a:pt x="112" y="216"/>
                  </a:lnTo>
                  <a:lnTo>
                    <a:pt x="160" y="232"/>
                  </a:lnTo>
                  <a:lnTo>
                    <a:pt x="168" y="248"/>
                  </a:lnTo>
                  <a:lnTo>
                    <a:pt x="168" y="256"/>
                  </a:lnTo>
                  <a:lnTo>
                    <a:pt x="176" y="272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200" y="296"/>
                  </a:lnTo>
                  <a:lnTo>
                    <a:pt x="200" y="320"/>
                  </a:lnTo>
                  <a:lnTo>
                    <a:pt x="200" y="344"/>
                  </a:lnTo>
                  <a:lnTo>
                    <a:pt x="224" y="352"/>
                  </a:lnTo>
                  <a:lnTo>
                    <a:pt x="232" y="352"/>
                  </a:lnTo>
                  <a:lnTo>
                    <a:pt x="232" y="368"/>
                  </a:lnTo>
                  <a:lnTo>
                    <a:pt x="248" y="376"/>
                  </a:lnTo>
                  <a:lnTo>
                    <a:pt x="240" y="392"/>
                  </a:lnTo>
                  <a:lnTo>
                    <a:pt x="248" y="392"/>
                  </a:lnTo>
                  <a:lnTo>
                    <a:pt x="256" y="416"/>
                  </a:lnTo>
                  <a:lnTo>
                    <a:pt x="240" y="424"/>
                  </a:lnTo>
                  <a:lnTo>
                    <a:pt x="208" y="464"/>
                  </a:lnTo>
                  <a:lnTo>
                    <a:pt x="216" y="464"/>
                  </a:lnTo>
                  <a:lnTo>
                    <a:pt x="224" y="472"/>
                  </a:lnTo>
                  <a:lnTo>
                    <a:pt x="232" y="472"/>
                  </a:lnTo>
                  <a:lnTo>
                    <a:pt x="256" y="488"/>
                  </a:lnTo>
                  <a:lnTo>
                    <a:pt x="264" y="496"/>
                  </a:lnTo>
                  <a:lnTo>
                    <a:pt x="256" y="512"/>
                  </a:lnTo>
                  <a:lnTo>
                    <a:pt x="272" y="496"/>
                  </a:lnTo>
                  <a:lnTo>
                    <a:pt x="288" y="480"/>
                  </a:lnTo>
                  <a:lnTo>
                    <a:pt x="304" y="448"/>
                  </a:lnTo>
                  <a:lnTo>
                    <a:pt x="320" y="432"/>
                  </a:lnTo>
                  <a:lnTo>
                    <a:pt x="320" y="400"/>
                  </a:lnTo>
                  <a:lnTo>
                    <a:pt x="328" y="384"/>
                  </a:lnTo>
                  <a:lnTo>
                    <a:pt x="344" y="376"/>
                  </a:lnTo>
                  <a:lnTo>
                    <a:pt x="368" y="360"/>
                  </a:lnTo>
                  <a:lnTo>
                    <a:pt x="400" y="360"/>
                  </a:lnTo>
                  <a:lnTo>
                    <a:pt x="400" y="352"/>
                  </a:lnTo>
                  <a:lnTo>
                    <a:pt x="416" y="344"/>
                  </a:lnTo>
                  <a:lnTo>
                    <a:pt x="416" y="336"/>
                  </a:lnTo>
                  <a:lnTo>
                    <a:pt x="432" y="312"/>
                  </a:lnTo>
                  <a:lnTo>
                    <a:pt x="432" y="296"/>
                  </a:lnTo>
                  <a:lnTo>
                    <a:pt x="440" y="288"/>
                  </a:lnTo>
                  <a:lnTo>
                    <a:pt x="440" y="232"/>
                  </a:lnTo>
                  <a:lnTo>
                    <a:pt x="480" y="184"/>
                  </a:lnTo>
                  <a:lnTo>
                    <a:pt x="496" y="160"/>
                  </a:lnTo>
                  <a:lnTo>
                    <a:pt x="488" y="128"/>
                  </a:lnTo>
                  <a:lnTo>
                    <a:pt x="464" y="128"/>
                  </a:lnTo>
                  <a:lnTo>
                    <a:pt x="424" y="96"/>
                  </a:lnTo>
                  <a:lnTo>
                    <a:pt x="408" y="104"/>
                  </a:lnTo>
                  <a:lnTo>
                    <a:pt x="384" y="96"/>
                  </a:lnTo>
                  <a:lnTo>
                    <a:pt x="368" y="96"/>
                  </a:lnTo>
                  <a:lnTo>
                    <a:pt x="368" y="88"/>
                  </a:lnTo>
                  <a:lnTo>
                    <a:pt x="368" y="80"/>
                  </a:lnTo>
                  <a:lnTo>
                    <a:pt x="360" y="80"/>
                  </a:lnTo>
                  <a:lnTo>
                    <a:pt x="328" y="72"/>
                  </a:lnTo>
                  <a:lnTo>
                    <a:pt x="320" y="80"/>
                  </a:lnTo>
                  <a:lnTo>
                    <a:pt x="320" y="64"/>
                  </a:lnTo>
                  <a:lnTo>
                    <a:pt x="312" y="64"/>
                  </a:lnTo>
                  <a:lnTo>
                    <a:pt x="296" y="64"/>
                  </a:lnTo>
                  <a:lnTo>
                    <a:pt x="296" y="80"/>
                  </a:lnTo>
                  <a:lnTo>
                    <a:pt x="288" y="72"/>
                  </a:lnTo>
                  <a:lnTo>
                    <a:pt x="280" y="80"/>
                  </a:lnTo>
                  <a:lnTo>
                    <a:pt x="288" y="64"/>
                  </a:lnTo>
                  <a:lnTo>
                    <a:pt x="304" y="48"/>
                  </a:lnTo>
                  <a:lnTo>
                    <a:pt x="304" y="40"/>
                  </a:lnTo>
                  <a:lnTo>
                    <a:pt x="296" y="40"/>
                  </a:lnTo>
                  <a:lnTo>
                    <a:pt x="28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1" name=""/>
            <p:cNvSpPr/>
            <p:nvPr/>
          </p:nvSpPr>
          <p:spPr>
            <a:xfrm>
              <a:off x="2964240" y="4176720"/>
              <a:ext cx="853920" cy="813960"/>
            </a:xfrm>
            <a:custGeom>
              <a:avLst/>
              <a:gdLst/>
              <a:ahLst/>
              <a:rect l="l" t="t" r="r" b="b"/>
              <a:pathLst>
                <a:path w="497" h="513">
                  <a:moveTo>
                    <a:pt x="288" y="16"/>
                  </a:moveTo>
                  <a:lnTo>
                    <a:pt x="280" y="16"/>
                  </a:lnTo>
                  <a:lnTo>
                    <a:pt x="264" y="32"/>
                  </a:lnTo>
                  <a:lnTo>
                    <a:pt x="256" y="40"/>
                  </a:lnTo>
                  <a:lnTo>
                    <a:pt x="248" y="32"/>
                  </a:lnTo>
                  <a:lnTo>
                    <a:pt x="232" y="32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76" y="32"/>
                  </a:lnTo>
                  <a:lnTo>
                    <a:pt x="176" y="8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20" y="16"/>
                  </a:lnTo>
                  <a:lnTo>
                    <a:pt x="120" y="32"/>
                  </a:lnTo>
                  <a:lnTo>
                    <a:pt x="128" y="40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8" y="48"/>
                  </a:lnTo>
                  <a:lnTo>
                    <a:pt x="80" y="40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56" y="80"/>
                  </a:lnTo>
                  <a:lnTo>
                    <a:pt x="48" y="112"/>
                  </a:lnTo>
                  <a:lnTo>
                    <a:pt x="16" y="128"/>
                  </a:lnTo>
                  <a:lnTo>
                    <a:pt x="0" y="160"/>
                  </a:lnTo>
                  <a:lnTo>
                    <a:pt x="8" y="184"/>
                  </a:lnTo>
                  <a:lnTo>
                    <a:pt x="24" y="192"/>
                  </a:lnTo>
                  <a:lnTo>
                    <a:pt x="40" y="184"/>
                  </a:lnTo>
                  <a:lnTo>
                    <a:pt x="40" y="200"/>
                  </a:lnTo>
                  <a:lnTo>
                    <a:pt x="56" y="200"/>
                  </a:lnTo>
                  <a:lnTo>
                    <a:pt x="72" y="200"/>
                  </a:lnTo>
                  <a:lnTo>
                    <a:pt x="88" y="184"/>
                  </a:lnTo>
                  <a:lnTo>
                    <a:pt x="104" y="184"/>
                  </a:lnTo>
                  <a:lnTo>
                    <a:pt x="104" y="208"/>
                  </a:lnTo>
                  <a:lnTo>
                    <a:pt x="112" y="216"/>
                  </a:lnTo>
                  <a:lnTo>
                    <a:pt x="160" y="232"/>
                  </a:lnTo>
                  <a:lnTo>
                    <a:pt x="168" y="248"/>
                  </a:lnTo>
                  <a:lnTo>
                    <a:pt x="168" y="256"/>
                  </a:lnTo>
                  <a:lnTo>
                    <a:pt x="176" y="272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200" y="296"/>
                  </a:lnTo>
                  <a:lnTo>
                    <a:pt x="200" y="320"/>
                  </a:lnTo>
                  <a:lnTo>
                    <a:pt x="200" y="344"/>
                  </a:lnTo>
                  <a:lnTo>
                    <a:pt x="224" y="352"/>
                  </a:lnTo>
                  <a:lnTo>
                    <a:pt x="232" y="352"/>
                  </a:lnTo>
                  <a:lnTo>
                    <a:pt x="232" y="368"/>
                  </a:lnTo>
                  <a:lnTo>
                    <a:pt x="248" y="376"/>
                  </a:lnTo>
                  <a:lnTo>
                    <a:pt x="240" y="392"/>
                  </a:lnTo>
                  <a:lnTo>
                    <a:pt x="248" y="392"/>
                  </a:lnTo>
                  <a:lnTo>
                    <a:pt x="256" y="416"/>
                  </a:lnTo>
                  <a:lnTo>
                    <a:pt x="240" y="424"/>
                  </a:lnTo>
                  <a:lnTo>
                    <a:pt x="208" y="464"/>
                  </a:lnTo>
                  <a:lnTo>
                    <a:pt x="216" y="464"/>
                  </a:lnTo>
                  <a:lnTo>
                    <a:pt x="224" y="472"/>
                  </a:lnTo>
                  <a:lnTo>
                    <a:pt x="232" y="472"/>
                  </a:lnTo>
                  <a:lnTo>
                    <a:pt x="256" y="488"/>
                  </a:lnTo>
                  <a:lnTo>
                    <a:pt x="264" y="496"/>
                  </a:lnTo>
                  <a:lnTo>
                    <a:pt x="256" y="512"/>
                  </a:lnTo>
                  <a:lnTo>
                    <a:pt x="272" y="496"/>
                  </a:lnTo>
                  <a:lnTo>
                    <a:pt x="288" y="480"/>
                  </a:lnTo>
                  <a:lnTo>
                    <a:pt x="304" y="448"/>
                  </a:lnTo>
                  <a:lnTo>
                    <a:pt x="320" y="432"/>
                  </a:lnTo>
                  <a:lnTo>
                    <a:pt x="320" y="400"/>
                  </a:lnTo>
                  <a:lnTo>
                    <a:pt x="328" y="384"/>
                  </a:lnTo>
                  <a:lnTo>
                    <a:pt x="344" y="376"/>
                  </a:lnTo>
                  <a:lnTo>
                    <a:pt x="368" y="360"/>
                  </a:lnTo>
                  <a:lnTo>
                    <a:pt x="400" y="360"/>
                  </a:lnTo>
                  <a:lnTo>
                    <a:pt x="400" y="352"/>
                  </a:lnTo>
                  <a:lnTo>
                    <a:pt x="416" y="344"/>
                  </a:lnTo>
                  <a:lnTo>
                    <a:pt x="416" y="336"/>
                  </a:lnTo>
                  <a:lnTo>
                    <a:pt x="432" y="312"/>
                  </a:lnTo>
                  <a:lnTo>
                    <a:pt x="432" y="296"/>
                  </a:lnTo>
                  <a:lnTo>
                    <a:pt x="440" y="288"/>
                  </a:lnTo>
                  <a:lnTo>
                    <a:pt x="440" y="232"/>
                  </a:lnTo>
                  <a:lnTo>
                    <a:pt x="480" y="184"/>
                  </a:lnTo>
                  <a:lnTo>
                    <a:pt x="496" y="160"/>
                  </a:lnTo>
                  <a:lnTo>
                    <a:pt x="488" y="128"/>
                  </a:lnTo>
                  <a:lnTo>
                    <a:pt x="464" y="128"/>
                  </a:lnTo>
                  <a:lnTo>
                    <a:pt x="424" y="96"/>
                  </a:lnTo>
                  <a:lnTo>
                    <a:pt x="408" y="104"/>
                  </a:lnTo>
                  <a:lnTo>
                    <a:pt x="384" y="96"/>
                  </a:lnTo>
                  <a:lnTo>
                    <a:pt x="368" y="96"/>
                  </a:lnTo>
                  <a:lnTo>
                    <a:pt x="368" y="88"/>
                  </a:lnTo>
                  <a:lnTo>
                    <a:pt x="368" y="80"/>
                  </a:lnTo>
                  <a:lnTo>
                    <a:pt x="360" y="80"/>
                  </a:lnTo>
                  <a:lnTo>
                    <a:pt x="328" y="72"/>
                  </a:lnTo>
                  <a:lnTo>
                    <a:pt x="320" y="80"/>
                  </a:lnTo>
                  <a:lnTo>
                    <a:pt x="320" y="64"/>
                  </a:lnTo>
                  <a:lnTo>
                    <a:pt x="312" y="64"/>
                  </a:lnTo>
                  <a:lnTo>
                    <a:pt x="296" y="64"/>
                  </a:lnTo>
                  <a:lnTo>
                    <a:pt x="296" y="80"/>
                  </a:lnTo>
                  <a:lnTo>
                    <a:pt x="288" y="72"/>
                  </a:lnTo>
                  <a:lnTo>
                    <a:pt x="280" y="80"/>
                  </a:lnTo>
                  <a:lnTo>
                    <a:pt x="288" y="64"/>
                  </a:lnTo>
                  <a:lnTo>
                    <a:pt x="304" y="48"/>
                  </a:lnTo>
                  <a:lnTo>
                    <a:pt x="304" y="40"/>
                  </a:lnTo>
                  <a:lnTo>
                    <a:pt x="296" y="40"/>
                  </a:lnTo>
                  <a:lnTo>
                    <a:pt x="28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2" name=""/>
            <p:cNvSpPr/>
            <p:nvPr/>
          </p:nvSpPr>
          <p:spPr>
            <a:xfrm>
              <a:off x="3391200" y="416376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40"/>
                  </a:moveTo>
                  <a:lnTo>
                    <a:pt x="0" y="40"/>
                  </a:lnTo>
                  <a:lnTo>
                    <a:pt x="8" y="48"/>
                  </a:lnTo>
                  <a:lnTo>
                    <a:pt x="16" y="40"/>
                  </a:lnTo>
                  <a:lnTo>
                    <a:pt x="32" y="24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3" name=""/>
            <p:cNvSpPr/>
            <p:nvPr/>
          </p:nvSpPr>
          <p:spPr>
            <a:xfrm>
              <a:off x="3391200" y="4163760"/>
              <a:ext cx="57240" cy="77400"/>
            </a:xfrm>
            <a:custGeom>
              <a:avLst/>
              <a:gdLst/>
              <a:ahLst/>
              <a:rect l="l" t="t" r="r" b="b"/>
              <a:pathLst>
                <a:path w="33" h="49">
                  <a:moveTo>
                    <a:pt x="0" y="40"/>
                  </a:moveTo>
                  <a:lnTo>
                    <a:pt x="8" y="48"/>
                  </a:lnTo>
                  <a:lnTo>
                    <a:pt x="16" y="40"/>
                  </a:lnTo>
                  <a:lnTo>
                    <a:pt x="32" y="24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4" name=""/>
            <p:cNvSpPr/>
            <p:nvPr/>
          </p:nvSpPr>
          <p:spPr>
            <a:xfrm>
              <a:off x="3308760" y="4163760"/>
              <a:ext cx="8388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48" y="40"/>
                  </a:moveTo>
                  <a:lnTo>
                    <a:pt x="48" y="40"/>
                  </a:lnTo>
                  <a:lnTo>
                    <a:pt x="48" y="24"/>
                  </a:lnTo>
                  <a:lnTo>
                    <a:pt x="48" y="8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16" y="48"/>
                  </a:lnTo>
                  <a:lnTo>
                    <a:pt x="24" y="48"/>
                  </a:lnTo>
                  <a:lnTo>
                    <a:pt x="32" y="40"/>
                  </a:lnTo>
                  <a:lnTo>
                    <a:pt x="48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5" name=""/>
            <p:cNvSpPr/>
            <p:nvPr/>
          </p:nvSpPr>
          <p:spPr>
            <a:xfrm>
              <a:off x="3308760" y="4163760"/>
              <a:ext cx="83880" cy="77400"/>
            </a:xfrm>
            <a:custGeom>
              <a:avLst/>
              <a:gdLst/>
              <a:ahLst/>
              <a:rect l="l" t="t" r="r" b="b"/>
              <a:pathLst>
                <a:path w="49" h="49">
                  <a:moveTo>
                    <a:pt x="48" y="40"/>
                  </a:moveTo>
                  <a:lnTo>
                    <a:pt x="48" y="24"/>
                  </a:lnTo>
                  <a:lnTo>
                    <a:pt x="48" y="8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16" y="48"/>
                  </a:lnTo>
                  <a:lnTo>
                    <a:pt x="24" y="48"/>
                  </a:lnTo>
                  <a:lnTo>
                    <a:pt x="32" y="40"/>
                  </a:lnTo>
                  <a:lnTo>
                    <a:pt x="48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6" name=""/>
            <p:cNvSpPr/>
            <p:nvPr/>
          </p:nvSpPr>
          <p:spPr>
            <a:xfrm>
              <a:off x="3238920" y="4113000"/>
              <a:ext cx="98280" cy="141120"/>
            </a:xfrm>
            <a:custGeom>
              <a:avLst/>
              <a:gdLst/>
              <a:ahLst/>
              <a:rect l="l" t="t" r="r" b="b"/>
              <a:pathLst>
                <a:path w="57" h="89">
                  <a:moveTo>
                    <a:pt x="16" y="0"/>
                  </a:moveTo>
                  <a:lnTo>
                    <a:pt x="16" y="0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56" y="32"/>
                  </a:lnTo>
                  <a:lnTo>
                    <a:pt x="40" y="48"/>
                  </a:lnTo>
                  <a:lnTo>
                    <a:pt x="56" y="80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72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7" name=""/>
            <p:cNvSpPr/>
            <p:nvPr/>
          </p:nvSpPr>
          <p:spPr>
            <a:xfrm>
              <a:off x="3238920" y="4113000"/>
              <a:ext cx="98280" cy="141120"/>
            </a:xfrm>
            <a:custGeom>
              <a:avLst/>
              <a:gdLst/>
              <a:ahLst/>
              <a:rect l="l" t="t" r="r" b="b"/>
              <a:pathLst>
                <a:path w="57" h="89">
                  <a:moveTo>
                    <a:pt x="16" y="0"/>
                  </a:moveTo>
                  <a:lnTo>
                    <a:pt x="32" y="8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56" y="32"/>
                  </a:lnTo>
                  <a:lnTo>
                    <a:pt x="40" y="48"/>
                  </a:lnTo>
                  <a:lnTo>
                    <a:pt x="56" y="80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72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8" name=""/>
            <p:cNvSpPr/>
            <p:nvPr/>
          </p:nvSpPr>
          <p:spPr>
            <a:xfrm>
              <a:off x="2978640" y="4036680"/>
              <a:ext cx="290520" cy="230040"/>
            </a:xfrm>
            <a:custGeom>
              <a:avLst/>
              <a:gdLst/>
              <a:ahLst/>
              <a:rect l="l" t="t" r="r" b="b"/>
              <a:pathLst>
                <a:path w="169" h="145">
                  <a:moveTo>
                    <a:pt x="168" y="48"/>
                  </a:moveTo>
                  <a:lnTo>
                    <a:pt x="168" y="48"/>
                  </a:lnTo>
                  <a:lnTo>
                    <a:pt x="160" y="56"/>
                  </a:lnTo>
                  <a:lnTo>
                    <a:pt x="160" y="64"/>
                  </a:lnTo>
                  <a:lnTo>
                    <a:pt x="152" y="64"/>
                  </a:lnTo>
                  <a:lnTo>
                    <a:pt x="152" y="80"/>
                  </a:lnTo>
                  <a:lnTo>
                    <a:pt x="160" y="88"/>
                  </a:lnTo>
                  <a:lnTo>
                    <a:pt x="152" y="96"/>
                  </a:lnTo>
                  <a:lnTo>
                    <a:pt x="128" y="104"/>
                  </a:lnTo>
                  <a:lnTo>
                    <a:pt x="104" y="96"/>
                  </a:lnTo>
                  <a:lnTo>
                    <a:pt x="112" y="104"/>
                  </a:lnTo>
                  <a:lnTo>
                    <a:pt x="112" y="120"/>
                  </a:lnTo>
                  <a:lnTo>
                    <a:pt x="120" y="128"/>
                  </a:lnTo>
                  <a:lnTo>
                    <a:pt x="96" y="144"/>
                  </a:lnTo>
                  <a:lnTo>
                    <a:pt x="88" y="144"/>
                  </a:lnTo>
                  <a:lnTo>
                    <a:pt x="80" y="136"/>
                  </a:lnTo>
                  <a:lnTo>
                    <a:pt x="72" y="128"/>
                  </a:lnTo>
                  <a:lnTo>
                    <a:pt x="72" y="112"/>
                  </a:lnTo>
                  <a:lnTo>
                    <a:pt x="64" y="96"/>
                  </a:lnTo>
                  <a:lnTo>
                    <a:pt x="72" y="72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16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32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24" y="32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88" y="16"/>
                  </a:lnTo>
                  <a:lnTo>
                    <a:pt x="104" y="24"/>
                  </a:lnTo>
                  <a:lnTo>
                    <a:pt x="120" y="16"/>
                  </a:lnTo>
                  <a:lnTo>
                    <a:pt x="136" y="16"/>
                  </a:lnTo>
                  <a:lnTo>
                    <a:pt x="128" y="16"/>
                  </a:lnTo>
                  <a:lnTo>
                    <a:pt x="136" y="24"/>
                  </a:lnTo>
                  <a:lnTo>
                    <a:pt x="152" y="3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68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9" name=""/>
            <p:cNvSpPr/>
            <p:nvPr/>
          </p:nvSpPr>
          <p:spPr>
            <a:xfrm>
              <a:off x="2978640" y="4036680"/>
              <a:ext cx="290520" cy="230040"/>
            </a:xfrm>
            <a:custGeom>
              <a:avLst/>
              <a:gdLst/>
              <a:ahLst/>
              <a:rect l="l" t="t" r="r" b="b"/>
              <a:pathLst>
                <a:path w="169" h="145">
                  <a:moveTo>
                    <a:pt x="168" y="48"/>
                  </a:moveTo>
                  <a:lnTo>
                    <a:pt x="160" y="56"/>
                  </a:lnTo>
                  <a:lnTo>
                    <a:pt x="160" y="64"/>
                  </a:lnTo>
                  <a:lnTo>
                    <a:pt x="152" y="64"/>
                  </a:lnTo>
                  <a:lnTo>
                    <a:pt x="152" y="80"/>
                  </a:lnTo>
                  <a:lnTo>
                    <a:pt x="160" y="88"/>
                  </a:lnTo>
                  <a:lnTo>
                    <a:pt x="152" y="96"/>
                  </a:lnTo>
                  <a:lnTo>
                    <a:pt x="128" y="104"/>
                  </a:lnTo>
                  <a:lnTo>
                    <a:pt x="104" y="96"/>
                  </a:lnTo>
                  <a:lnTo>
                    <a:pt x="112" y="104"/>
                  </a:lnTo>
                  <a:lnTo>
                    <a:pt x="112" y="120"/>
                  </a:lnTo>
                  <a:lnTo>
                    <a:pt x="120" y="128"/>
                  </a:lnTo>
                  <a:lnTo>
                    <a:pt x="96" y="144"/>
                  </a:lnTo>
                  <a:lnTo>
                    <a:pt x="88" y="144"/>
                  </a:lnTo>
                  <a:lnTo>
                    <a:pt x="80" y="136"/>
                  </a:lnTo>
                  <a:lnTo>
                    <a:pt x="72" y="128"/>
                  </a:lnTo>
                  <a:lnTo>
                    <a:pt x="72" y="112"/>
                  </a:lnTo>
                  <a:lnTo>
                    <a:pt x="64" y="96"/>
                  </a:lnTo>
                  <a:lnTo>
                    <a:pt x="72" y="72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16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32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24" y="32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64" y="8"/>
                  </a:lnTo>
                  <a:lnTo>
                    <a:pt x="64" y="16"/>
                  </a:lnTo>
                  <a:lnTo>
                    <a:pt x="88" y="16"/>
                  </a:lnTo>
                  <a:lnTo>
                    <a:pt x="104" y="24"/>
                  </a:lnTo>
                  <a:lnTo>
                    <a:pt x="120" y="16"/>
                  </a:lnTo>
                  <a:lnTo>
                    <a:pt x="136" y="16"/>
                  </a:lnTo>
                  <a:lnTo>
                    <a:pt x="128" y="16"/>
                  </a:lnTo>
                  <a:lnTo>
                    <a:pt x="136" y="24"/>
                  </a:lnTo>
                  <a:lnTo>
                    <a:pt x="152" y="3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68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0" name=""/>
            <p:cNvSpPr/>
            <p:nvPr/>
          </p:nvSpPr>
          <p:spPr>
            <a:xfrm>
              <a:off x="2579760" y="4278240"/>
              <a:ext cx="140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1" name=""/>
            <p:cNvSpPr/>
            <p:nvPr/>
          </p:nvSpPr>
          <p:spPr>
            <a:xfrm>
              <a:off x="2579760" y="4278240"/>
              <a:ext cx="140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8" y="8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2" name=""/>
            <p:cNvSpPr/>
            <p:nvPr/>
          </p:nvSpPr>
          <p:spPr>
            <a:xfrm>
              <a:off x="2951640" y="5192640"/>
              <a:ext cx="28440" cy="51840"/>
            </a:xfrm>
            <a:custGeom>
              <a:avLst/>
              <a:gdLst/>
              <a:ahLst/>
              <a:rect l="l" t="t" r="r" b="b"/>
              <a:pathLst>
                <a:path w="17" h="33">
                  <a:moveTo>
                    <a:pt x="8" y="0"/>
                  </a:moveTo>
                  <a:lnTo>
                    <a:pt x="8" y="0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3" name=""/>
            <p:cNvSpPr/>
            <p:nvPr/>
          </p:nvSpPr>
          <p:spPr>
            <a:xfrm>
              <a:off x="2951640" y="5192640"/>
              <a:ext cx="28440" cy="51840"/>
            </a:xfrm>
            <a:custGeom>
              <a:avLst/>
              <a:gdLst/>
              <a:ahLst/>
              <a:rect l="l" t="t" r="r" b="b"/>
              <a:pathLst>
                <a:path w="17" h="33">
                  <a:moveTo>
                    <a:pt x="8" y="0"/>
                  </a:moveTo>
                  <a:lnTo>
                    <a:pt x="0" y="24"/>
                  </a:lnTo>
                  <a:lnTo>
                    <a:pt x="8" y="32"/>
                  </a:lnTo>
                  <a:lnTo>
                    <a:pt x="16" y="8"/>
                  </a:lnTo>
                  <a:lnTo>
                    <a:pt x="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4" name=""/>
            <p:cNvSpPr/>
            <p:nvPr/>
          </p:nvSpPr>
          <p:spPr>
            <a:xfrm>
              <a:off x="3238920" y="5472000"/>
              <a:ext cx="7128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0" y="8"/>
                  </a:moveTo>
                  <a:lnTo>
                    <a:pt x="0" y="8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5" name=""/>
            <p:cNvSpPr/>
            <p:nvPr/>
          </p:nvSpPr>
          <p:spPr>
            <a:xfrm>
              <a:off x="3238920" y="5472000"/>
              <a:ext cx="71280" cy="39240"/>
            </a:xfrm>
            <a:custGeom>
              <a:avLst/>
              <a:gdLst/>
              <a:ahLst/>
              <a:rect l="l" t="t" r="r" b="b"/>
              <a:pathLst>
                <a:path w="41" h="25">
                  <a:moveTo>
                    <a:pt x="0" y="8"/>
                  </a:moveTo>
                  <a:lnTo>
                    <a:pt x="8" y="16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6" name=""/>
            <p:cNvSpPr/>
            <p:nvPr/>
          </p:nvSpPr>
          <p:spPr>
            <a:xfrm>
              <a:off x="3225960" y="4062240"/>
              <a:ext cx="1620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7" name=""/>
            <p:cNvSpPr/>
            <p:nvPr/>
          </p:nvSpPr>
          <p:spPr>
            <a:xfrm>
              <a:off x="3225960" y="4062240"/>
              <a:ext cx="1620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8"/>
                  </a:moveTo>
                  <a:lnTo>
                    <a:pt x="8" y="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8" name=""/>
            <p:cNvSpPr/>
            <p:nvPr/>
          </p:nvSpPr>
          <p:spPr>
            <a:xfrm>
              <a:off x="2868840" y="38970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0" y="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9" name=""/>
            <p:cNvSpPr/>
            <p:nvPr/>
          </p:nvSpPr>
          <p:spPr>
            <a:xfrm>
              <a:off x="2868840" y="38970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16" y="16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0" name=""/>
            <p:cNvSpPr/>
            <p:nvPr/>
          </p:nvSpPr>
          <p:spPr>
            <a:xfrm>
              <a:off x="2765520" y="38527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1" name=""/>
            <p:cNvSpPr/>
            <p:nvPr/>
          </p:nvSpPr>
          <p:spPr>
            <a:xfrm>
              <a:off x="2730600" y="3795480"/>
              <a:ext cx="222120" cy="77400"/>
            </a:xfrm>
            <a:custGeom>
              <a:avLst/>
              <a:gdLst/>
              <a:ahLst/>
              <a:rect l="l" t="t" r="r" b="b"/>
              <a:pathLst>
                <a:path w="129" h="49">
                  <a:moveTo>
                    <a:pt x="0" y="24"/>
                  </a:moveTo>
                  <a:lnTo>
                    <a:pt x="0" y="24"/>
                  </a:lnTo>
                  <a:lnTo>
                    <a:pt x="8" y="24"/>
                  </a:lnTo>
                  <a:lnTo>
                    <a:pt x="24" y="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72" y="24"/>
                  </a:lnTo>
                  <a:lnTo>
                    <a:pt x="80" y="40"/>
                  </a:lnTo>
                  <a:lnTo>
                    <a:pt x="96" y="40"/>
                  </a:lnTo>
                  <a:lnTo>
                    <a:pt x="88" y="48"/>
                  </a:lnTo>
                  <a:lnTo>
                    <a:pt x="128" y="48"/>
                  </a:lnTo>
                  <a:lnTo>
                    <a:pt x="120" y="40"/>
                  </a:lnTo>
                  <a:lnTo>
                    <a:pt x="112" y="40"/>
                  </a:lnTo>
                  <a:lnTo>
                    <a:pt x="112" y="32"/>
                  </a:lnTo>
                  <a:lnTo>
                    <a:pt x="80" y="16"/>
                  </a:lnTo>
                  <a:lnTo>
                    <a:pt x="40" y="0"/>
                  </a:lnTo>
                  <a:lnTo>
                    <a:pt x="16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2" name=""/>
            <p:cNvSpPr/>
            <p:nvPr/>
          </p:nvSpPr>
          <p:spPr>
            <a:xfrm>
              <a:off x="2730600" y="3795480"/>
              <a:ext cx="222120" cy="77400"/>
            </a:xfrm>
            <a:custGeom>
              <a:avLst/>
              <a:gdLst/>
              <a:ahLst/>
              <a:rect l="l" t="t" r="r" b="b"/>
              <a:pathLst>
                <a:path w="129" h="49">
                  <a:moveTo>
                    <a:pt x="0" y="24"/>
                  </a:moveTo>
                  <a:lnTo>
                    <a:pt x="8" y="24"/>
                  </a:lnTo>
                  <a:lnTo>
                    <a:pt x="24" y="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40" y="16"/>
                  </a:lnTo>
                  <a:lnTo>
                    <a:pt x="72" y="24"/>
                  </a:lnTo>
                  <a:lnTo>
                    <a:pt x="80" y="40"/>
                  </a:lnTo>
                  <a:lnTo>
                    <a:pt x="96" y="40"/>
                  </a:lnTo>
                  <a:lnTo>
                    <a:pt x="88" y="48"/>
                  </a:lnTo>
                  <a:lnTo>
                    <a:pt x="128" y="48"/>
                  </a:lnTo>
                  <a:lnTo>
                    <a:pt x="120" y="40"/>
                  </a:lnTo>
                  <a:lnTo>
                    <a:pt x="112" y="40"/>
                  </a:lnTo>
                  <a:lnTo>
                    <a:pt x="112" y="32"/>
                  </a:lnTo>
                  <a:lnTo>
                    <a:pt x="80" y="16"/>
                  </a:lnTo>
                  <a:lnTo>
                    <a:pt x="40" y="0"/>
                  </a:lnTo>
                  <a:lnTo>
                    <a:pt x="16" y="8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3" name=""/>
            <p:cNvSpPr/>
            <p:nvPr/>
          </p:nvSpPr>
          <p:spPr>
            <a:xfrm>
              <a:off x="3116520" y="3897000"/>
              <a:ext cx="2880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4" name=""/>
            <p:cNvSpPr/>
            <p:nvPr/>
          </p:nvSpPr>
          <p:spPr>
            <a:xfrm>
              <a:off x="3116520" y="3897000"/>
              <a:ext cx="2880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5" name=""/>
            <p:cNvSpPr/>
            <p:nvPr/>
          </p:nvSpPr>
          <p:spPr>
            <a:xfrm>
              <a:off x="3225960" y="394812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6" name=""/>
            <p:cNvSpPr/>
            <p:nvPr/>
          </p:nvSpPr>
          <p:spPr>
            <a:xfrm>
              <a:off x="3225960" y="3948120"/>
              <a:ext cx="16200" cy="1368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7" name=""/>
            <p:cNvSpPr/>
            <p:nvPr/>
          </p:nvSpPr>
          <p:spPr>
            <a:xfrm>
              <a:off x="2868840" y="3757320"/>
              <a:ext cx="14400" cy="39600"/>
            </a:xfrm>
            <a:custGeom>
              <a:avLst/>
              <a:gdLst/>
              <a:ahLst/>
              <a:rect l="l" t="t" r="r" b="b"/>
              <a:pathLst>
                <a:path w="9" h="25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8" name=""/>
            <p:cNvSpPr/>
            <p:nvPr/>
          </p:nvSpPr>
          <p:spPr>
            <a:xfrm>
              <a:off x="2868840" y="3757320"/>
              <a:ext cx="14400" cy="39600"/>
            </a:xfrm>
            <a:custGeom>
              <a:avLst/>
              <a:gdLst/>
              <a:ahLst/>
              <a:rect l="l" t="t" r="r" b="b"/>
              <a:pathLst>
                <a:path w="9" h="25">
                  <a:moveTo>
                    <a:pt x="0" y="0"/>
                  </a:moveTo>
                  <a:lnTo>
                    <a:pt x="0" y="8"/>
                  </a:lnTo>
                  <a:lnTo>
                    <a:pt x="8" y="24"/>
                  </a:lnTo>
                  <a:lnTo>
                    <a:pt x="8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9" name=""/>
            <p:cNvSpPr/>
            <p:nvPr/>
          </p:nvSpPr>
          <p:spPr>
            <a:xfrm>
              <a:off x="2972160" y="38653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0" name=""/>
            <p:cNvSpPr/>
            <p:nvPr/>
          </p:nvSpPr>
          <p:spPr>
            <a:xfrm>
              <a:off x="2964240" y="3376440"/>
              <a:ext cx="42840" cy="1404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8"/>
                  </a:moveTo>
                  <a:lnTo>
                    <a:pt x="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1" name=""/>
            <p:cNvSpPr/>
            <p:nvPr/>
          </p:nvSpPr>
          <p:spPr>
            <a:xfrm>
              <a:off x="2964240" y="3376440"/>
              <a:ext cx="42840" cy="14040"/>
            </a:xfrm>
            <a:custGeom>
              <a:avLst/>
              <a:gdLst/>
              <a:ahLst/>
              <a:rect l="l" t="t" r="r" b="b"/>
              <a:pathLst>
                <a:path w="25" h="9">
                  <a:moveTo>
                    <a:pt x="0" y="8"/>
                  </a:move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2" name=""/>
            <p:cNvSpPr/>
            <p:nvPr/>
          </p:nvSpPr>
          <p:spPr>
            <a:xfrm>
              <a:off x="3170520" y="3122280"/>
              <a:ext cx="5724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0"/>
                  </a:moveTo>
                  <a:lnTo>
                    <a:pt x="0" y="0"/>
                  </a:lnTo>
                  <a:lnTo>
                    <a:pt x="16" y="16"/>
                  </a:lnTo>
                  <a:lnTo>
                    <a:pt x="32" y="16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3" name=""/>
            <p:cNvSpPr/>
            <p:nvPr/>
          </p:nvSpPr>
          <p:spPr>
            <a:xfrm>
              <a:off x="3170520" y="3122280"/>
              <a:ext cx="57240" cy="26640"/>
            </a:xfrm>
            <a:custGeom>
              <a:avLst/>
              <a:gdLst/>
              <a:ahLst/>
              <a:rect l="l" t="t" r="r" b="b"/>
              <a:pathLst>
                <a:path w="33" h="17">
                  <a:moveTo>
                    <a:pt x="0" y="0"/>
                  </a:moveTo>
                  <a:lnTo>
                    <a:pt x="16" y="16"/>
                  </a:lnTo>
                  <a:lnTo>
                    <a:pt x="32" y="16"/>
                  </a:lnTo>
                  <a:lnTo>
                    <a:pt x="16" y="8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4" name=""/>
            <p:cNvSpPr/>
            <p:nvPr/>
          </p:nvSpPr>
          <p:spPr>
            <a:xfrm>
              <a:off x="3170520" y="321120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0" y="8"/>
                  </a:lnTo>
                  <a:lnTo>
                    <a:pt x="24" y="24"/>
                  </a:lnTo>
                  <a:lnTo>
                    <a:pt x="24" y="16"/>
                  </a:lnTo>
                  <a:lnTo>
                    <a:pt x="32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5" name=""/>
            <p:cNvSpPr/>
            <p:nvPr/>
          </p:nvSpPr>
          <p:spPr>
            <a:xfrm>
              <a:off x="3170520" y="3211200"/>
              <a:ext cx="57240" cy="39600"/>
            </a:xfrm>
            <a:custGeom>
              <a:avLst/>
              <a:gdLst/>
              <a:ahLst/>
              <a:rect l="l" t="t" r="r" b="b"/>
              <a:pathLst>
                <a:path w="33" h="25">
                  <a:moveTo>
                    <a:pt x="0" y="8"/>
                  </a:moveTo>
                  <a:lnTo>
                    <a:pt x="24" y="24"/>
                  </a:lnTo>
                  <a:lnTo>
                    <a:pt x="24" y="16"/>
                  </a:lnTo>
                  <a:lnTo>
                    <a:pt x="32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0" bIns="-72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6" name=""/>
            <p:cNvSpPr/>
            <p:nvPr/>
          </p:nvSpPr>
          <p:spPr>
            <a:xfrm>
              <a:off x="2827440" y="290664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0" y="8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7" name=""/>
            <p:cNvSpPr/>
            <p:nvPr/>
          </p:nvSpPr>
          <p:spPr>
            <a:xfrm>
              <a:off x="2827440" y="2906640"/>
              <a:ext cx="28440" cy="26640"/>
            </a:xfrm>
            <a:custGeom>
              <a:avLst/>
              <a:gdLst/>
              <a:ahLst/>
              <a:rect l="l" t="t" r="r" b="b"/>
              <a:pathLst>
                <a:path w="17" h="17">
                  <a:moveTo>
                    <a:pt x="0" y="8"/>
                  </a:moveTo>
                  <a:lnTo>
                    <a:pt x="16" y="16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8" name=""/>
            <p:cNvSpPr/>
            <p:nvPr/>
          </p:nvSpPr>
          <p:spPr>
            <a:xfrm>
              <a:off x="2786040" y="3020760"/>
              <a:ext cx="284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0" y="0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9" name=""/>
            <p:cNvSpPr/>
            <p:nvPr/>
          </p:nvSpPr>
          <p:spPr>
            <a:xfrm>
              <a:off x="2786040" y="3020760"/>
              <a:ext cx="28440" cy="1404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0"/>
                  </a:moveTo>
                  <a:lnTo>
                    <a:pt x="16" y="8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0" name=""/>
            <p:cNvSpPr/>
            <p:nvPr/>
          </p:nvSpPr>
          <p:spPr>
            <a:xfrm>
              <a:off x="3279960" y="307152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72"/>
                  </a:moveTo>
                  <a:lnTo>
                    <a:pt x="0" y="72"/>
                  </a:lnTo>
                  <a:lnTo>
                    <a:pt x="0" y="80"/>
                  </a:lnTo>
                  <a:lnTo>
                    <a:pt x="8" y="80"/>
                  </a:lnTo>
                  <a:lnTo>
                    <a:pt x="48" y="80"/>
                  </a:lnTo>
                  <a:lnTo>
                    <a:pt x="48" y="88"/>
                  </a:lnTo>
                  <a:lnTo>
                    <a:pt x="40" y="88"/>
                  </a:lnTo>
                  <a:lnTo>
                    <a:pt x="48" y="88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88"/>
                  </a:lnTo>
                  <a:lnTo>
                    <a:pt x="72" y="96"/>
                  </a:lnTo>
                  <a:lnTo>
                    <a:pt x="80" y="96"/>
                  </a:lnTo>
                  <a:lnTo>
                    <a:pt x="80" y="80"/>
                  </a:lnTo>
                  <a:lnTo>
                    <a:pt x="72" y="80"/>
                  </a:lnTo>
                  <a:lnTo>
                    <a:pt x="80" y="72"/>
                  </a:lnTo>
                  <a:lnTo>
                    <a:pt x="72" y="80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72" y="64"/>
                  </a:lnTo>
                  <a:lnTo>
                    <a:pt x="64" y="56"/>
                  </a:lnTo>
                  <a:lnTo>
                    <a:pt x="72" y="48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2" y="40"/>
                  </a:lnTo>
                  <a:lnTo>
                    <a:pt x="48" y="0"/>
                  </a:lnTo>
                  <a:lnTo>
                    <a:pt x="32" y="8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0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1" name=""/>
            <p:cNvSpPr/>
            <p:nvPr/>
          </p:nvSpPr>
          <p:spPr>
            <a:xfrm>
              <a:off x="3279960" y="3071520"/>
              <a:ext cx="139680" cy="153720"/>
            </a:xfrm>
            <a:custGeom>
              <a:avLst/>
              <a:gdLst/>
              <a:ahLst/>
              <a:rect l="l" t="t" r="r" b="b"/>
              <a:pathLst>
                <a:path w="81" h="97">
                  <a:moveTo>
                    <a:pt x="0" y="72"/>
                  </a:moveTo>
                  <a:lnTo>
                    <a:pt x="0" y="80"/>
                  </a:lnTo>
                  <a:lnTo>
                    <a:pt x="8" y="80"/>
                  </a:lnTo>
                  <a:lnTo>
                    <a:pt x="48" y="80"/>
                  </a:lnTo>
                  <a:lnTo>
                    <a:pt x="48" y="88"/>
                  </a:lnTo>
                  <a:lnTo>
                    <a:pt x="40" y="88"/>
                  </a:lnTo>
                  <a:lnTo>
                    <a:pt x="48" y="88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88"/>
                  </a:lnTo>
                  <a:lnTo>
                    <a:pt x="72" y="96"/>
                  </a:lnTo>
                  <a:lnTo>
                    <a:pt x="80" y="96"/>
                  </a:lnTo>
                  <a:lnTo>
                    <a:pt x="80" y="80"/>
                  </a:lnTo>
                  <a:lnTo>
                    <a:pt x="72" y="80"/>
                  </a:lnTo>
                  <a:lnTo>
                    <a:pt x="80" y="72"/>
                  </a:lnTo>
                  <a:lnTo>
                    <a:pt x="72" y="80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72" y="64"/>
                  </a:lnTo>
                  <a:lnTo>
                    <a:pt x="64" y="56"/>
                  </a:lnTo>
                  <a:lnTo>
                    <a:pt x="72" y="48"/>
                  </a:lnTo>
                  <a:lnTo>
                    <a:pt x="48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2" y="40"/>
                  </a:lnTo>
                  <a:lnTo>
                    <a:pt x="48" y="0"/>
                  </a:lnTo>
                  <a:lnTo>
                    <a:pt x="32" y="8"/>
                  </a:lnTo>
                  <a:lnTo>
                    <a:pt x="8" y="56"/>
                  </a:lnTo>
                  <a:lnTo>
                    <a:pt x="8" y="64"/>
                  </a:lnTo>
                  <a:lnTo>
                    <a:pt x="0" y="7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2" name=""/>
            <p:cNvSpPr/>
            <p:nvPr/>
          </p:nvSpPr>
          <p:spPr>
            <a:xfrm>
              <a:off x="928800" y="27540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0" y="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3" name=""/>
            <p:cNvSpPr/>
            <p:nvPr/>
          </p:nvSpPr>
          <p:spPr>
            <a:xfrm>
              <a:off x="928800" y="2754000"/>
              <a:ext cx="42840" cy="26640"/>
            </a:xfrm>
            <a:custGeom>
              <a:avLst/>
              <a:gdLst/>
              <a:ahLst/>
              <a:rect l="l" t="t" r="r" b="b"/>
              <a:pathLst>
                <a:path w="25" h="17">
                  <a:moveTo>
                    <a:pt x="0" y="8"/>
                  </a:moveTo>
                  <a:lnTo>
                    <a:pt x="16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4" name=""/>
            <p:cNvSpPr/>
            <p:nvPr/>
          </p:nvSpPr>
          <p:spPr>
            <a:xfrm>
              <a:off x="1203120" y="2830320"/>
              <a:ext cx="7164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0" y="32"/>
                  </a:moveTo>
                  <a:lnTo>
                    <a:pt x="0" y="32"/>
                  </a:lnTo>
                  <a:lnTo>
                    <a:pt x="8" y="40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5" name=""/>
            <p:cNvSpPr/>
            <p:nvPr/>
          </p:nvSpPr>
          <p:spPr>
            <a:xfrm>
              <a:off x="1203120" y="2830320"/>
              <a:ext cx="71640" cy="64800"/>
            </a:xfrm>
            <a:custGeom>
              <a:avLst/>
              <a:gdLst/>
              <a:ahLst/>
              <a:rect l="l" t="t" r="r" b="b"/>
              <a:pathLst>
                <a:path w="41" h="41">
                  <a:moveTo>
                    <a:pt x="0" y="32"/>
                  </a:moveTo>
                  <a:lnTo>
                    <a:pt x="8" y="40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0" y="32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6" name=""/>
            <p:cNvSpPr/>
            <p:nvPr/>
          </p:nvSpPr>
          <p:spPr>
            <a:xfrm>
              <a:off x="1684440" y="2982600"/>
              <a:ext cx="4428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40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7" name=""/>
            <p:cNvSpPr/>
            <p:nvPr/>
          </p:nvSpPr>
          <p:spPr>
            <a:xfrm>
              <a:off x="1684440" y="2982600"/>
              <a:ext cx="44280" cy="77400"/>
            </a:xfrm>
            <a:custGeom>
              <a:avLst/>
              <a:gdLst/>
              <a:ahLst/>
              <a:rect l="l" t="t" r="r" b="b"/>
              <a:pathLst>
                <a:path w="25" h="49">
                  <a:moveTo>
                    <a:pt x="0" y="0"/>
                  </a:moveTo>
                  <a:lnTo>
                    <a:pt x="0" y="16"/>
                  </a:lnTo>
                  <a:lnTo>
                    <a:pt x="8" y="40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8" name=""/>
            <p:cNvSpPr/>
            <p:nvPr/>
          </p:nvSpPr>
          <p:spPr>
            <a:xfrm>
              <a:off x="1781280" y="3097080"/>
              <a:ext cx="112680" cy="77400"/>
            </a:xfrm>
            <a:custGeom>
              <a:avLst/>
              <a:gdLst/>
              <a:ahLst/>
              <a:rect l="l" t="t" r="r" b="b"/>
              <a:pathLst>
                <a:path w="65" h="49">
                  <a:moveTo>
                    <a:pt x="0" y="0"/>
                  </a:moveTo>
                  <a:lnTo>
                    <a:pt x="0" y="0"/>
                  </a:lnTo>
                  <a:lnTo>
                    <a:pt x="8" y="16"/>
                  </a:lnTo>
                  <a:lnTo>
                    <a:pt x="24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32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9" name=""/>
            <p:cNvSpPr/>
            <p:nvPr/>
          </p:nvSpPr>
          <p:spPr>
            <a:xfrm>
              <a:off x="1781280" y="3097080"/>
              <a:ext cx="112680" cy="77400"/>
            </a:xfrm>
            <a:custGeom>
              <a:avLst/>
              <a:gdLst/>
              <a:ahLst/>
              <a:rect l="l" t="t" r="r" b="b"/>
              <a:pathLst>
                <a:path w="65" h="49">
                  <a:moveTo>
                    <a:pt x="0" y="0"/>
                  </a:moveTo>
                  <a:lnTo>
                    <a:pt x="8" y="16"/>
                  </a:lnTo>
                  <a:lnTo>
                    <a:pt x="24" y="24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32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0" name=""/>
            <p:cNvSpPr/>
            <p:nvPr/>
          </p:nvSpPr>
          <p:spPr>
            <a:xfrm flipV="1">
              <a:off x="907920" y="3014640"/>
              <a:ext cx="14400" cy="504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1" name=""/>
            <p:cNvSpPr/>
            <p:nvPr/>
          </p:nvSpPr>
          <p:spPr>
            <a:xfrm>
              <a:off x="928800" y="2995560"/>
              <a:ext cx="284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2" name=""/>
            <p:cNvSpPr/>
            <p:nvPr/>
          </p:nvSpPr>
          <p:spPr>
            <a:xfrm>
              <a:off x="928800" y="2995560"/>
              <a:ext cx="28440" cy="13680"/>
            </a:xfrm>
            <a:custGeom>
              <a:avLst/>
              <a:gdLst/>
              <a:ahLst/>
              <a:rect l="l" t="t" r="r" b="b"/>
              <a:pathLst>
                <a:path w="17" h="9">
                  <a:moveTo>
                    <a:pt x="0" y="8"/>
                  </a:moveTo>
                  <a:lnTo>
                    <a:pt x="16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3" name=""/>
            <p:cNvSpPr/>
            <p:nvPr/>
          </p:nvSpPr>
          <p:spPr>
            <a:xfrm>
              <a:off x="3067200" y="4043160"/>
              <a:ext cx="1440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4" name=""/>
            <p:cNvSpPr/>
            <p:nvPr/>
          </p:nvSpPr>
          <p:spPr>
            <a:xfrm>
              <a:off x="3246840" y="3992400"/>
              <a:ext cx="1260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5" name=""/>
            <p:cNvSpPr/>
            <p:nvPr/>
          </p:nvSpPr>
          <p:spPr>
            <a:xfrm>
              <a:off x="2860920" y="3738240"/>
              <a:ext cx="28800" cy="126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200" bIns="-342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6" name=""/>
            <p:cNvSpPr/>
            <p:nvPr/>
          </p:nvSpPr>
          <p:spPr>
            <a:xfrm>
              <a:off x="2881800" y="3719520"/>
              <a:ext cx="15840" cy="2628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520" bIns="-205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7" name=""/>
            <p:cNvSpPr/>
            <p:nvPr/>
          </p:nvSpPr>
          <p:spPr>
            <a:xfrm>
              <a:off x="2881800" y="3719520"/>
              <a:ext cx="15840" cy="2628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8" y="8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520" bIns="-205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8" name=""/>
            <p:cNvSpPr/>
            <p:nvPr/>
          </p:nvSpPr>
          <p:spPr>
            <a:xfrm>
              <a:off x="2895840" y="374472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9" name=""/>
            <p:cNvSpPr/>
            <p:nvPr/>
          </p:nvSpPr>
          <p:spPr>
            <a:xfrm>
              <a:off x="2895840" y="3744720"/>
              <a:ext cx="15840" cy="26640"/>
            </a:xfrm>
            <a:custGeom>
              <a:avLst/>
              <a:gdLst/>
              <a:ahLst/>
              <a:rect l="l" t="t" r="r" b="b"/>
              <a:pathLst>
                <a:path w="9" h="17">
                  <a:moveTo>
                    <a:pt x="0" y="0"/>
                  </a:moveTo>
                  <a:lnTo>
                    <a:pt x="8" y="8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0" name=""/>
            <p:cNvSpPr/>
            <p:nvPr/>
          </p:nvSpPr>
          <p:spPr>
            <a:xfrm>
              <a:off x="2943720" y="381456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1" name=""/>
            <p:cNvSpPr/>
            <p:nvPr/>
          </p:nvSpPr>
          <p:spPr>
            <a:xfrm>
              <a:off x="2951640" y="3808080"/>
              <a:ext cx="140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2" name=""/>
            <p:cNvSpPr/>
            <p:nvPr/>
          </p:nvSpPr>
          <p:spPr>
            <a:xfrm>
              <a:off x="2951640" y="3808080"/>
              <a:ext cx="14040" cy="14040"/>
            </a:xfrm>
            <a:custGeom>
              <a:avLst/>
              <a:gdLst/>
              <a:ahLst/>
              <a:rect l="l" t="t" r="r" b="b"/>
              <a:pathLst>
                <a:path w="9" h="9">
                  <a:moveTo>
                    <a:pt x="0" y="0"/>
                  </a:moveTo>
                  <a:lnTo>
                    <a:pt x="8" y="8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3" name=""/>
            <p:cNvSpPr/>
            <p:nvPr/>
          </p:nvSpPr>
          <p:spPr>
            <a:xfrm>
              <a:off x="2984760" y="384012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4" name=""/>
            <p:cNvSpPr/>
            <p:nvPr/>
          </p:nvSpPr>
          <p:spPr>
            <a:xfrm>
              <a:off x="2992680" y="3833640"/>
              <a:ext cx="28800" cy="108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5" name=""/>
            <p:cNvSpPr/>
            <p:nvPr/>
          </p:nvSpPr>
          <p:spPr>
            <a:xfrm>
              <a:off x="2992680" y="3833640"/>
              <a:ext cx="28800" cy="1080"/>
            </a:xfrm>
            <a:custGeom>
              <a:avLst/>
              <a:gdLst/>
              <a:ahLst/>
              <a:rect l="l" t="t" r="r" b="b"/>
              <a:pathLst>
                <a:path w="17" h="1">
                  <a:moveTo>
                    <a:pt x="0" y="0"/>
                  </a:moveTo>
                  <a:lnTo>
                    <a:pt x="8" y="0"/>
                  </a:lnTo>
                  <a:lnTo>
                    <a:pt x="16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6" name=""/>
            <p:cNvSpPr/>
            <p:nvPr/>
          </p:nvSpPr>
          <p:spPr>
            <a:xfrm>
              <a:off x="2792520" y="3789360"/>
              <a:ext cx="0" cy="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7" name=""/>
            <p:cNvSpPr/>
            <p:nvPr/>
          </p:nvSpPr>
          <p:spPr>
            <a:xfrm>
              <a:off x="2930760" y="3789360"/>
              <a:ext cx="12960" cy="1224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8" name=""/>
            <p:cNvSpPr/>
            <p:nvPr/>
          </p:nvSpPr>
          <p:spPr>
            <a:xfrm flipV="1">
              <a:off x="2930760" y="3522240"/>
              <a:ext cx="12960" cy="37800"/>
            </a:xfrm>
            <a:prstGeom prst="line">
              <a:avLst/>
            </a:prstGeom>
            <a:ln w="648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9" name=""/>
            <p:cNvSpPr/>
            <p:nvPr/>
          </p:nvSpPr>
          <p:spPr>
            <a:xfrm>
              <a:off x="2152440" y="2779560"/>
              <a:ext cx="84240" cy="51840"/>
            </a:xfrm>
            <a:custGeom>
              <a:avLst/>
              <a:gdLst/>
              <a:ahLst/>
              <a:rect l="l" t="t" r="r" b="b"/>
              <a:pathLst>
                <a:path w="49" h="33">
                  <a:moveTo>
                    <a:pt x="0" y="24"/>
                  </a:moveTo>
                  <a:lnTo>
                    <a:pt x="0" y="24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0" name=""/>
            <p:cNvSpPr/>
            <p:nvPr/>
          </p:nvSpPr>
          <p:spPr>
            <a:xfrm>
              <a:off x="2152440" y="2779560"/>
              <a:ext cx="84240" cy="51840"/>
            </a:xfrm>
            <a:custGeom>
              <a:avLst/>
              <a:gdLst/>
              <a:ahLst/>
              <a:rect l="l" t="t" r="r" b="b"/>
              <a:pathLst>
                <a:path w="49" h="33">
                  <a:moveTo>
                    <a:pt x="0" y="24"/>
                  </a:moveTo>
                  <a:lnTo>
                    <a:pt x="8" y="32"/>
                  </a:lnTo>
                  <a:lnTo>
                    <a:pt x="16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1" name=""/>
            <p:cNvSpPr/>
            <p:nvPr/>
          </p:nvSpPr>
          <p:spPr>
            <a:xfrm>
              <a:off x="2332080" y="2842920"/>
              <a:ext cx="28440" cy="64800"/>
            </a:xfrm>
            <a:custGeom>
              <a:avLst/>
              <a:gdLst/>
              <a:ahLst/>
              <a:rect l="l" t="t" r="r" b="b"/>
              <a:pathLst>
                <a:path w="17" h="41">
                  <a:moveTo>
                    <a:pt x="0" y="40"/>
                  </a:moveTo>
                  <a:lnTo>
                    <a:pt x="0" y="40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2" name=""/>
            <p:cNvSpPr/>
            <p:nvPr/>
          </p:nvSpPr>
          <p:spPr>
            <a:xfrm>
              <a:off x="2332080" y="2842920"/>
              <a:ext cx="28440" cy="64800"/>
            </a:xfrm>
            <a:custGeom>
              <a:avLst/>
              <a:gdLst/>
              <a:ahLst/>
              <a:rect l="l" t="t" r="r" b="b"/>
              <a:pathLst>
                <a:path w="17" h="41">
                  <a:moveTo>
                    <a:pt x="0" y="40"/>
                  </a:moveTo>
                  <a:lnTo>
                    <a:pt x="8" y="40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0" y="4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3" name=""/>
            <p:cNvSpPr/>
            <p:nvPr/>
          </p:nvSpPr>
          <p:spPr>
            <a:xfrm>
              <a:off x="2414520" y="2995560"/>
              <a:ext cx="69840" cy="115560"/>
            </a:xfrm>
            <a:custGeom>
              <a:avLst/>
              <a:gdLst/>
              <a:ahLst/>
              <a:rect l="l" t="t" r="r" b="b"/>
              <a:pathLst>
                <a:path w="41" h="73">
                  <a:moveTo>
                    <a:pt x="0" y="8"/>
                  </a:moveTo>
                  <a:lnTo>
                    <a:pt x="0" y="8"/>
                  </a:lnTo>
                  <a:lnTo>
                    <a:pt x="16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24" y="72"/>
                  </a:lnTo>
                  <a:lnTo>
                    <a:pt x="32" y="72"/>
                  </a:lnTo>
                  <a:lnTo>
                    <a:pt x="40" y="56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4" name=""/>
            <p:cNvSpPr/>
            <p:nvPr/>
          </p:nvSpPr>
          <p:spPr>
            <a:xfrm>
              <a:off x="2414520" y="2995560"/>
              <a:ext cx="69840" cy="115560"/>
            </a:xfrm>
            <a:custGeom>
              <a:avLst/>
              <a:gdLst/>
              <a:ahLst/>
              <a:rect l="l" t="t" r="r" b="b"/>
              <a:pathLst>
                <a:path w="41" h="73">
                  <a:moveTo>
                    <a:pt x="0" y="8"/>
                  </a:moveTo>
                  <a:lnTo>
                    <a:pt x="16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24" y="72"/>
                  </a:lnTo>
                  <a:lnTo>
                    <a:pt x="32" y="72"/>
                  </a:lnTo>
                  <a:lnTo>
                    <a:pt x="40" y="56"/>
                  </a:lnTo>
                  <a:lnTo>
                    <a:pt x="16" y="8"/>
                  </a:lnTo>
                  <a:lnTo>
                    <a:pt x="0" y="0"/>
                  </a:lnTo>
                  <a:lnTo>
                    <a:pt x="0" y="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5" name=""/>
            <p:cNvSpPr/>
            <p:nvPr/>
          </p:nvSpPr>
          <p:spPr>
            <a:xfrm>
              <a:off x="2373120" y="3020760"/>
              <a:ext cx="69840" cy="102960"/>
            </a:xfrm>
            <a:custGeom>
              <a:avLst/>
              <a:gdLst/>
              <a:ahLst/>
              <a:rect l="l" t="t" r="r" b="b"/>
              <a:pathLst>
                <a:path w="41" h="65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64"/>
                  </a:lnTo>
                  <a:lnTo>
                    <a:pt x="40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6" name=""/>
            <p:cNvSpPr/>
            <p:nvPr/>
          </p:nvSpPr>
          <p:spPr>
            <a:xfrm>
              <a:off x="2373120" y="3020760"/>
              <a:ext cx="69840" cy="102960"/>
            </a:xfrm>
            <a:custGeom>
              <a:avLst/>
              <a:gdLst/>
              <a:ahLst/>
              <a:rect l="l" t="t" r="r" b="b"/>
              <a:pathLst>
                <a:path w="41" h="65">
                  <a:moveTo>
                    <a:pt x="0" y="0"/>
                  </a:moveTo>
                  <a:lnTo>
                    <a:pt x="0" y="8"/>
                  </a:lnTo>
                  <a:lnTo>
                    <a:pt x="8" y="8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64"/>
                  </a:lnTo>
                  <a:lnTo>
                    <a:pt x="40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7" name=""/>
            <p:cNvSpPr/>
            <p:nvPr/>
          </p:nvSpPr>
          <p:spPr>
            <a:xfrm>
              <a:off x="2662200" y="3236760"/>
              <a:ext cx="179280" cy="128160"/>
            </a:xfrm>
            <a:custGeom>
              <a:avLst/>
              <a:gdLst/>
              <a:ahLst/>
              <a:rect l="l" t="t" r="r" b="b"/>
              <a:pathLst>
                <a:path w="105" h="81">
                  <a:moveTo>
                    <a:pt x="48" y="0"/>
                  </a:moveTo>
                  <a:lnTo>
                    <a:pt x="48" y="0"/>
                  </a:lnTo>
                  <a:lnTo>
                    <a:pt x="48" y="8"/>
                  </a:lnTo>
                  <a:lnTo>
                    <a:pt x="8" y="8"/>
                  </a:lnTo>
                  <a:lnTo>
                    <a:pt x="0" y="32"/>
                  </a:lnTo>
                  <a:lnTo>
                    <a:pt x="8" y="24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8" y="80"/>
                  </a:lnTo>
                  <a:lnTo>
                    <a:pt x="16" y="72"/>
                  </a:lnTo>
                  <a:lnTo>
                    <a:pt x="16" y="40"/>
                  </a:lnTo>
                  <a:lnTo>
                    <a:pt x="24" y="24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56" y="16"/>
                  </a:lnTo>
                  <a:lnTo>
                    <a:pt x="56" y="32"/>
                  </a:lnTo>
                  <a:lnTo>
                    <a:pt x="48" y="48"/>
                  </a:lnTo>
                  <a:lnTo>
                    <a:pt x="64" y="40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80" y="16"/>
                  </a:lnTo>
                  <a:lnTo>
                    <a:pt x="96" y="32"/>
                  </a:lnTo>
                  <a:lnTo>
                    <a:pt x="104" y="24"/>
                  </a:lnTo>
                  <a:lnTo>
                    <a:pt x="88" y="8"/>
                  </a:lnTo>
                  <a:lnTo>
                    <a:pt x="4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8" name=""/>
            <p:cNvSpPr/>
            <p:nvPr/>
          </p:nvSpPr>
          <p:spPr>
            <a:xfrm>
              <a:off x="2662200" y="3236760"/>
              <a:ext cx="179280" cy="128160"/>
            </a:xfrm>
            <a:custGeom>
              <a:avLst/>
              <a:gdLst/>
              <a:ahLst/>
              <a:rect l="l" t="t" r="r" b="b"/>
              <a:pathLst>
                <a:path w="105" h="81">
                  <a:moveTo>
                    <a:pt x="48" y="0"/>
                  </a:moveTo>
                  <a:lnTo>
                    <a:pt x="48" y="8"/>
                  </a:lnTo>
                  <a:lnTo>
                    <a:pt x="8" y="8"/>
                  </a:lnTo>
                  <a:lnTo>
                    <a:pt x="0" y="32"/>
                  </a:lnTo>
                  <a:lnTo>
                    <a:pt x="8" y="24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8" y="80"/>
                  </a:lnTo>
                  <a:lnTo>
                    <a:pt x="16" y="72"/>
                  </a:lnTo>
                  <a:lnTo>
                    <a:pt x="16" y="40"/>
                  </a:lnTo>
                  <a:lnTo>
                    <a:pt x="24" y="24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56" y="16"/>
                  </a:lnTo>
                  <a:lnTo>
                    <a:pt x="56" y="32"/>
                  </a:lnTo>
                  <a:lnTo>
                    <a:pt x="48" y="48"/>
                  </a:lnTo>
                  <a:lnTo>
                    <a:pt x="64" y="40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80" y="16"/>
                  </a:lnTo>
                  <a:lnTo>
                    <a:pt x="96" y="32"/>
                  </a:lnTo>
                  <a:lnTo>
                    <a:pt x="104" y="24"/>
                  </a:lnTo>
                  <a:lnTo>
                    <a:pt x="88" y="8"/>
                  </a:lnTo>
                  <a:lnTo>
                    <a:pt x="48" y="0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9" name=""/>
            <p:cNvSpPr/>
            <p:nvPr/>
          </p:nvSpPr>
          <p:spPr>
            <a:xfrm>
              <a:off x="2565360" y="3147840"/>
              <a:ext cx="166680" cy="77400"/>
            </a:xfrm>
            <a:custGeom>
              <a:avLst/>
              <a:gdLst/>
              <a:ahLst/>
              <a:rect l="l" t="t" r="r" b="b"/>
              <a:pathLst>
                <a:path w="97" h="49">
                  <a:moveTo>
                    <a:pt x="96" y="48"/>
                  </a:moveTo>
                  <a:lnTo>
                    <a:pt x="96" y="48"/>
                  </a:lnTo>
                  <a:lnTo>
                    <a:pt x="88" y="48"/>
                  </a:lnTo>
                  <a:lnTo>
                    <a:pt x="64" y="48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24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32" y="24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96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0" name=""/>
            <p:cNvSpPr/>
            <p:nvPr/>
          </p:nvSpPr>
          <p:spPr>
            <a:xfrm>
              <a:off x="2565360" y="3147840"/>
              <a:ext cx="166680" cy="77400"/>
            </a:xfrm>
            <a:custGeom>
              <a:avLst/>
              <a:gdLst/>
              <a:ahLst/>
              <a:rect l="l" t="t" r="r" b="b"/>
              <a:pathLst>
                <a:path w="97" h="49">
                  <a:moveTo>
                    <a:pt x="96" y="48"/>
                  </a:moveTo>
                  <a:lnTo>
                    <a:pt x="88" y="48"/>
                  </a:lnTo>
                  <a:lnTo>
                    <a:pt x="64" y="48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24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32" y="24"/>
                  </a:lnTo>
                  <a:lnTo>
                    <a:pt x="56" y="0"/>
                  </a:lnTo>
                  <a:lnTo>
                    <a:pt x="72" y="8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96" y="48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1" name=""/>
            <p:cNvSpPr/>
            <p:nvPr/>
          </p:nvSpPr>
          <p:spPr>
            <a:xfrm>
              <a:off x="2757600" y="3325680"/>
              <a:ext cx="98280" cy="39240"/>
            </a:xfrm>
            <a:custGeom>
              <a:avLst/>
              <a:gdLst/>
              <a:ahLst/>
              <a:rect l="l" t="t" r="r" b="b"/>
              <a:pathLst>
                <a:path w="57" h="25">
                  <a:moveTo>
                    <a:pt x="0" y="24"/>
                  </a:moveTo>
                  <a:lnTo>
                    <a:pt x="0" y="24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56" y="0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2" name=""/>
            <p:cNvSpPr/>
            <p:nvPr/>
          </p:nvSpPr>
          <p:spPr>
            <a:xfrm>
              <a:off x="2757600" y="3325680"/>
              <a:ext cx="98280" cy="39240"/>
            </a:xfrm>
            <a:custGeom>
              <a:avLst/>
              <a:gdLst/>
              <a:ahLst/>
              <a:rect l="l" t="t" r="r" b="b"/>
              <a:pathLst>
                <a:path w="57" h="25">
                  <a:moveTo>
                    <a:pt x="0" y="24"/>
                  </a:moveTo>
                  <a:lnTo>
                    <a:pt x="16" y="16"/>
                  </a:lnTo>
                  <a:lnTo>
                    <a:pt x="24" y="8"/>
                  </a:lnTo>
                  <a:lnTo>
                    <a:pt x="56" y="0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24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3" name=""/>
            <p:cNvSpPr/>
            <p:nvPr/>
          </p:nvSpPr>
          <p:spPr>
            <a:xfrm>
              <a:off x="2840040" y="3287520"/>
              <a:ext cx="7128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8" y="16"/>
                  </a:move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4" name=""/>
            <p:cNvSpPr/>
            <p:nvPr/>
          </p:nvSpPr>
          <p:spPr>
            <a:xfrm>
              <a:off x="2840040" y="3287520"/>
              <a:ext cx="71280" cy="26640"/>
            </a:xfrm>
            <a:custGeom>
              <a:avLst/>
              <a:gdLst/>
              <a:ahLst/>
              <a:rect l="l" t="t" r="r" b="b"/>
              <a:pathLst>
                <a:path w="41" h="17">
                  <a:moveTo>
                    <a:pt x="8" y="16"/>
                  </a:moveTo>
                  <a:lnTo>
                    <a:pt x="0" y="16"/>
                  </a:lnTo>
                  <a:lnTo>
                    <a:pt x="32" y="8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8" y="16"/>
                  </a:lnTo>
                </a:path>
              </a:pathLst>
            </a:custGeom>
            <a:solidFill>
              <a:srgbClr val="e2e2e2"/>
            </a:solidFill>
            <a:ln cap="rnd"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5" name=""/>
            <p:cNvSpPr/>
            <p:nvPr/>
          </p:nvSpPr>
          <p:spPr>
            <a:xfrm>
              <a:off x="5501520" y="1779480"/>
              <a:ext cx="155520" cy="43920"/>
            </a:xfrm>
            <a:custGeom>
              <a:avLst/>
              <a:gdLst/>
              <a:ahLst/>
              <a:rect l="l" t="t" r="r" b="b"/>
              <a:pathLst>
                <a:path w="110" h="27">
                  <a:moveTo>
                    <a:pt x="90" y="9"/>
                  </a:moveTo>
                  <a:lnTo>
                    <a:pt x="80" y="9"/>
                  </a:lnTo>
                  <a:lnTo>
                    <a:pt x="70" y="9"/>
                  </a:lnTo>
                  <a:lnTo>
                    <a:pt x="70" y="18"/>
                  </a:lnTo>
                  <a:lnTo>
                    <a:pt x="60" y="27"/>
                  </a:lnTo>
                  <a:lnTo>
                    <a:pt x="60" y="18"/>
                  </a:lnTo>
                  <a:lnTo>
                    <a:pt x="50" y="18"/>
                  </a:lnTo>
                  <a:lnTo>
                    <a:pt x="40" y="9"/>
                  </a:lnTo>
                  <a:lnTo>
                    <a:pt x="50" y="9"/>
                  </a:lnTo>
                  <a:lnTo>
                    <a:pt x="60" y="9"/>
                  </a:lnTo>
                  <a:lnTo>
                    <a:pt x="50" y="9"/>
                  </a:lnTo>
                  <a:lnTo>
                    <a:pt x="40" y="9"/>
                  </a:lnTo>
                  <a:lnTo>
                    <a:pt x="50" y="9"/>
                  </a:lnTo>
                  <a:lnTo>
                    <a:pt x="40" y="0"/>
                  </a:lnTo>
                  <a:lnTo>
                    <a:pt x="30" y="9"/>
                  </a:lnTo>
                  <a:lnTo>
                    <a:pt x="20" y="9"/>
                  </a:lnTo>
                  <a:lnTo>
                    <a:pt x="10" y="9"/>
                  </a:lnTo>
                  <a:lnTo>
                    <a:pt x="0" y="9"/>
                  </a:lnTo>
                  <a:lnTo>
                    <a:pt x="10" y="0"/>
                  </a:lnTo>
                  <a:lnTo>
                    <a:pt x="3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80" y="0"/>
                  </a:lnTo>
                  <a:lnTo>
                    <a:pt x="90" y="0"/>
                  </a:lnTo>
                  <a:lnTo>
                    <a:pt x="100" y="0"/>
                  </a:lnTo>
                  <a:lnTo>
                    <a:pt x="110" y="0"/>
                  </a:lnTo>
                  <a:lnTo>
                    <a:pt x="110" y="9"/>
                  </a:lnTo>
                  <a:lnTo>
                    <a:pt x="100" y="9"/>
                  </a:lnTo>
                  <a:lnTo>
                    <a:pt x="90" y="9"/>
                  </a:lnTo>
                  <a:lnTo>
                    <a:pt x="9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80" bIns="-28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6" name=""/>
            <p:cNvSpPr/>
            <p:nvPr/>
          </p:nvSpPr>
          <p:spPr>
            <a:xfrm>
              <a:off x="5728320" y="1720800"/>
              <a:ext cx="85680" cy="72720"/>
            </a:xfrm>
            <a:custGeom>
              <a:avLst/>
              <a:gdLst/>
              <a:ahLst/>
              <a:rect l="l" t="t" r="r" b="b"/>
              <a:pathLst>
                <a:path w="60" h="45">
                  <a:moveTo>
                    <a:pt x="50" y="36"/>
                  </a:moveTo>
                  <a:lnTo>
                    <a:pt x="40" y="36"/>
                  </a:lnTo>
                  <a:lnTo>
                    <a:pt x="30" y="45"/>
                  </a:lnTo>
                  <a:lnTo>
                    <a:pt x="20" y="45"/>
                  </a:lnTo>
                  <a:lnTo>
                    <a:pt x="0" y="36"/>
                  </a:lnTo>
                  <a:lnTo>
                    <a:pt x="0" y="27"/>
                  </a:lnTo>
                  <a:lnTo>
                    <a:pt x="10" y="27"/>
                  </a:lnTo>
                  <a:lnTo>
                    <a:pt x="30" y="27"/>
                  </a:lnTo>
                  <a:lnTo>
                    <a:pt x="30" y="18"/>
                  </a:lnTo>
                  <a:lnTo>
                    <a:pt x="20" y="27"/>
                  </a:lnTo>
                  <a:lnTo>
                    <a:pt x="20" y="18"/>
                  </a:lnTo>
                  <a:lnTo>
                    <a:pt x="30" y="18"/>
                  </a:lnTo>
                  <a:lnTo>
                    <a:pt x="40" y="18"/>
                  </a:lnTo>
                  <a:lnTo>
                    <a:pt x="50" y="9"/>
                  </a:lnTo>
                  <a:lnTo>
                    <a:pt x="60" y="9"/>
                  </a:lnTo>
                  <a:lnTo>
                    <a:pt x="60" y="0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0" y="18"/>
                  </a:lnTo>
                  <a:lnTo>
                    <a:pt x="40" y="18"/>
                  </a:lnTo>
                  <a:lnTo>
                    <a:pt x="30" y="27"/>
                  </a:lnTo>
                  <a:lnTo>
                    <a:pt x="40" y="27"/>
                  </a:lnTo>
                  <a:lnTo>
                    <a:pt x="60" y="27"/>
                  </a:lnTo>
                  <a:lnTo>
                    <a:pt x="60" y="36"/>
                  </a:lnTo>
                  <a:lnTo>
                    <a:pt x="50" y="36"/>
                  </a:lnTo>
                  <a:lnTo>
                    <a:pt x="50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920" bIns="259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7" name=""/>
            <p:cNvSpPr/>
            <p:nvPr/>
          </p:nvSpPr>
          <p:spPr>
            <a:xfrm>
              <a:off x="4793040" y="1823760"/>
              <a:ext cx="282600" cy="161640"/>
            </a:xfrm>
            <a:custGeom>
              <a:avLst/>
              <a:gdLst/>
              <a:ahLst/>
              <a:rect l="l" t="t" r="r" b="b"/>
              <a:pathLst>
                <a:path w="201" h="98">
                  <a:moveTo>
                    <a:pt x="161" y="80"/>
                  </a:moveTo>
                  <a:lnTo>
                    <a:pt x="161" y="71"/>
                  </a:lnTo>
                  <a:lnTo>
                    <a:pt x="151" y="71"/>
                  </a:lnTo>
                  <a:lnTo>
                    <a:pt x="141" y="71"/>
                  </a:lnTo>
                  <a:lnTo>
                    <a:pt x="151" y="71"/>
                  </a:lnTo>
                  <a:lnTo>
                    <a:pt x="151" y="62"/>
                  </a:lnTo>
                  <a:lnTo>
                    <a:pt x="141" y="53"/>
                  </a:lnTo>
                  <a:lnTo>
                    <a:pt x="141" y="44"/>
                  </a:lnTo>
                  <a:lnTo>
                    <a:pt x="151" y="44"/>
                  </a:lnTo>
                  <a:lnTo>
                    <a:pt x="141" y="44"/>
                  </a:lnTo>
                  <a:lnTo>
                    <a:pt x="130" y="44"/>
                  </a:lnTo>
                  <a:lnTo>
                    <a:pt x="120" y="44"/>
                  </a:lnTo>
                  <a:lnTo>
                    <a:pt x="120" y="62"/>
                  </a:lnTo>
                  <a:lnTo>
                    <a:pt x="110" y="71"/>
                  </a:lnTo>
                  <a:lnTo>
                    <a:pt x="100" y="71"/>
                  </a:lnTo>
                  <a:lnTo>
                    <a:pt x="100" y="89"/>
                  </a:lnTo>
                  <a:lnTo>
                    <a:pt x="100" y="98"/>
                  </a:lnTo>
                  <a:lnTo>
                    <a:pt x="90" y="98"/>
                  </a:lnTo>
                  <a:lnTo>
                    <a:pt x="70" y="98"/>
                  </a:lnTo>
                  <a:lnTo>
                    <a:pt x="60" y="89"/>
                  </a:lnTo>
                  <a:lnTo>
                    <a:pt x="40" y="71"/>
                  </a:lnTo>
                  <a:lnTo>
                    <a:pt x="60" y="71"/>
                  </a:lnTo>
                  <a:lnTo>
                    <a:pt x="70" y="71"/>
                  </a:lnTo>
                  <a:lnTo>
                    <a:pt x="80" y="71"/>
                  </a:lnTo>
                  <a:lnTo>
                    <a:pt x="70" y="71"/>
                  </a:lnTo>
                  <a:lnTo>
                    <a:pt x="60" y="71"/>
                  </a:lnTo>
                  <a:lnTo>
                    <a:pt x="50" y="71"/>
                  </a:lnTo>
                  <a:lnTo>
                    <a:pt x="40" y="71"/>
                  </a:lnTo>
                  <a:lnTo>
                    <a:pt x="40" y="62"/>
                  </a:lnTo>
                  <a:lnTo>
                    <a:pt x="50" y="53"/>
                  </a:lnTo>
                  <a:lnTo>
                    <a:pt x="60" y="53"/>
                  </a:lnTo>
                  <a:lnTo>
                    <a:pt x="70" y="53"/>
                  </a:lnTo>
                  <a:lnTo>
                    <a:pt x="70" y="44"/>
                  </a:lnTo>
                  <a:lnTo>
                    <a:pt x="80" y="44"/>
                  </a:lnTo>
                  <a:lnTo>
                    <a:pt x="70" y="44"/>
                  </a:lnTo>
                  <a:lnTo>
                    <a:pt x="60" y="44"/>
                  </a:lnTo>
                  <a:lnTo>
                    <a:pt x="50" y="44"/>
                  </a:lnTo>
                  <a:lnTo>
                    <a:pt x="40" y="53"/>
                  </a:lnTo>
                  <a:lnTo>
                    <a:pt x="30" y="53"/>
                  </a:lnTo>
                  <a:lnTo>
                    <a:pt x="30" y="44"/>
                  </a:lnTo>
                  <a:lnTo>
                    <a:pt x="20" y="44"/>
                  </a:lnTo>
                  <a:lnTo>
                    <a:pt x="30" y="44"/>
                  </a:lnTo>
                  <a:lnTo>
                    <a:pt x="20" y="44"/>
                  </a:lnTo>
                  <a:lnTo>
                    <a:pt x="10" y="35"/>
                  </a:lnTo>
                  <a:lnTo>
                    <a:pt x="10" y="26"/>
                  </a:lnTo>
                  <a:lnTo>
                    <a:pt x="0" y="26"/>
                  </a:lnTo>
                  <a:lnTo>
                    <a:pt x="0" y="18"/>
                  </a:lnTo>
                  <a:lnTo>
                    <a:pt x="0" y="9"/>
                  </a:lnTo>
                  <a:lnTo>
                    <a:pt x="10" y="9"/>
                  </a:lnTo>
                  <a:lnTo>
                    <a:pt x="2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50" y="18"/>
                  </a:lnTo>
                  <a:lnTo>
                    <a:pt x="40" y="18"/>
                  </a:lnTo>
                  <a:lnTo>
                    <a:pt x="40" y="9"/>
                  </a:lnTo>
                  <a:lnTo>
                    <a:pt x="50" y="9"/>
                  </a:lnTo>
                  <a:lnTo>
                    <a:pt x="70" y="9"/>
                  </a:lnTo>
                  <a:lnTo>
                    <a:pt x="70" y="18"/>
                  </a:lnTo>
                  <a:lnTo>
                    <a:pt x="80" y="26"/>
                  </a:lnTo>
                  <a:lnTo>
                    <a:pt x="70" y="18"/>
                  </a:lnTo>
                  <a:lnTo>
                    <a:pt x="70" y="9"/>
                  </a:lnTo>
                  <a:lnTo>
                    <a:pt x="70" y="0"/>
                  </a:lnTo>
                  <a:lnTo>
                    <a:pt x="80" y="0"/>
                  </a:lnTo>
                  <a:lnTo>
                    <a:pt x="90" y="0"/>
                  </a:lnTo>
                  <a:lnTo>
                    <a:pt x="100" y="0"/>
                  </a:lnTo>
                  <a:lnTo>
                    <a:pt x="100" y="9"/>
                  </a:lnTo>
                  <a:lnTo>
                    <a:pt x="110" y="9"/>
                  </a:lnTo>
                  <a:lnTo>
                    <a:pt x="120" y="9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26"/>
                  </a:lnTo>
                  <a:lnTo>
                    <a:pt x="151" y="35"/>
                  </a:lnTo>
                  <a:lnTo>
                    <a:pt x="161" y="44"/>
                  </a:lnTo>
                  <a:lnTo>
                    <a:pt x="171" y="44"/>
                  </a:lnTo>
                  <a:lnTo>
                    <a:pt x="181" y="44"/>
                  </a:lnTo>
                  <a:lnTo>
                    <a:pt x="191" y="62"/>
                  </a:lnTo>
                  <a:lnTo>
                    <a:pt x="201" y="71"/>
                  </a:lnTo>
                  <a:lnTo>
                    <a:pt x="191" y="71"/>
                  </a:lnTo>
                  <a:lnTo>
                    <a:pt x="181" y="80"/>
                  </a:lnTo>
                  <a:lnTo>
                    <a:pt x="161" y="80"/>
                  </a:lnTo>
                  <a:lnTo>
                    <a:pt x="161" y="8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8" name=""/>
            <p:cNvSpPr/>
            <p:nvPr/>
          </p:nvSpPr>
          <p:spPr>
            <a:xfrm>
              <a:off x="4934520" y="1793880"/>
              <a:ext cx="198720" cy="72360"/>
            </a:xfrm>
            <a:custGeom>
              <a:avLst/>
              <a:gdLst/>
              <a:ahLst/>
              <a:rect l="l" t="t" r="r" b="b"/>
              <a:pathLst>
                <a:path w="141" h="44">
                  <a:moveTo>
                    <a:pt x="141" y="18"/>
                  </a:moveTo>
                  <a:lnTo>
                    <a:pt x="121" y="27"/>
                  </a:lnTo>
                  <a:lnTo>
                    <a:pt x="101" y="36"/>
                  </a:lnTo>
                  <a:lnTo>
                    <a:pt x="81" y="44"/>
                  </a:lnTo>
                  <a:lnTo>
                    <a:pt x="71" y="44"/>
                  </a:lnTo>
                  <a:lnTo>
                    <a:pt x="71" y="36"/>
                  </a:lnTo>
                  <a:lnTo>
                    <a:pt x="61" y="36"/>
                  </a:lnTo>
                  <a:lnTo>
                    <a:pt x="41" y="36"/>
                  </a:lnTo>
                  <a:lnTo>
                    <a:pt x="30" y="36"/>
                  </a:lnTo>
                  <a:lnTo>
                    <a:pt x="20" y="27"/>
                  </a:lnTo>
                  <a:lnTo>
                    <a:pt x="30" y="27"/>
                  </a:lnTo>
                  <a:lnTo>
                    <a:pt x="41" y="27"/>
                  </a:lnTo>
                  <a:lnTo>
                    <a:pt x="51" y="27"/>
                  </a:lnTo>
                  <a:lnTo>
                    <a:pt x="41" y="27"/>
                  </a:lnTo>
                  <a:lnTo>
                    <a:pt x="30" y="27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1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41" y="0"/>
                  </a:lnTo>
                  <a:lnTo>
                    <a:pt x="61" y="9"/>
                  </a:lnTo>
                  <a:lnTo>
                    <a:pt x="71" y="0"/>
                  </a:lnTo>
                  <a:lnTo>
                    <a:pt x="8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91" y="0"/>
                  </a:lnTo>
                  <a:lnTo>
                    <a:pt x="101" y="0"/>
                  </a:lnTo>
                  <a:lnTo>
                    <a:pt x="111" y="0"/>
                  </a:lnTo>
                  <a:lnTo>
                    <a:pt x="121" y="0"/>
                  </a:lnTo>
                  <a:lnTo>
                    <a:pt x="121" y="9"/>
                  </a:lnTo>
                  <a:lnTo>
                    <a:pt x="131" y="9"/>
                  </a:lnTo>
                  <a:lnTo>
                    <a:pt x="141" y="18"/>
                  </a:lnTo>
                  <a:lnTo>
                    <a:pt x="141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9" name=""/>
            <p:cNvSpPr/>
            <p:nvPr/>
          </p:nvSpPr>
          <p:spPr>
            <a:xfrm>
              <a:off x="4778640" y="1882440"/>
              <a:ext cx="27000" cy="28440"/>
            </a:xfrm>
            <a:custGeom>
              <a:avLst/>
              <a:gdLst/>
              <a:ahLst/>
              <a:rect l="l" t="t" r="r" b="b"/>
              <a:pathLst>
                <a:path w="20" h="18">
                  <a:moveTo>
                    <a:pt x="10" y="0"/>
                  </a:moveTo>
                  <a:lnTo>
                    <a:pt x="10" y="9"/>
                  </a:lnTo>
                  <a:lnTo>
                    <a:pt x="20" y="18"/>
                  </a:lnTo>
                  <a:lnTo>
                    <a:pt x="10" y="9"/>
                  </a:lnTo>
                  <a:lnTo>
                    <a:pt x="0" y="9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0" name=""/>
            <p:cNvSpPr/>
            <p:nvPr/>
          </p:nvSpPr>
          <p:spPr>
            <a:xfrm>
              <a:off x="4778640" y="1882440"/>
              <a:ext cx="27000" cy="28440"/>
            </a:xfrm>
            <a:custGeom>
              <a:avLst/>
              <a:gdLst/>
              <a:ahLst/>
              <a:rect l="l" t="t" r="r" b="b"/>
              <a:pathLst>
                <a:path w="20" h="18">
                  <a:moveTo>
                    <a:pt x="10" y="0"/>
                  </a:moveTo>
                  <a:lnTo>
                    <a:pt x="10" y="9"/>
                  </a:lnTo>
                  <a:lnTo>
                    <a:pt x="20" y="18"/>
                  </a:lnTo>
                  <a:lnTo>
                    <a:pt x="10" y="9"/>
                  </a:lnTo>
                  <a:lnTo>
                    <a:pt x="0" y="9"/>
                  </a:lnTo>
                  <a:lnTo>
                    <a:pt x="10" y="0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1" name=""/>
            <p:cNvSpPr/>
            <p:nvPr/>
          </p:nvSpPr>
          <p:spPr>
            <a:xfrm>
              <a:off x="4043520" y="2392200"/>
              <a:ext cx="209880" cy="82080"/>
            </a:xfrm>
            <a:custGeom>
              <a:avLst/>
              <a:gdLst/>
              <a:ahLst/>
              <a:rect l="l" t="t" r="r" b="b"/>
              <a:pathLst>
                <a:path w="150" h="53">
                  <a:moveTo>
                    <a:pt x="150" y="26"/>
                  </a:moveTo>
                  <a:lnTo>
                    <a:pt x="140" y="26"/>
                  </a:lnTo>
                  <a:lnTo>
                    <a:pt x="130" y="35"/>
                  </a:lnTo>
                  <a:lnTo>
                    <a:pt x="130" y="44"/>
                  </a:lnTo>
                  <a:lnTo>
                    <a:pt x="110" y="44"/>
                  </a:lnTo>
                  <a:lnTo>
                    <a:pt x="100" y="53"/>
                  </a:lnTo>
                  <a:lnTo>
                    <a:pt x="80" y="53"/>
                  </a:lnTo>
                  <a:lnTo>
                    <a:pt x="60" y="53"/>
                  </a:lnTo>
                  <a:lnTo>
                    <a:pt x="50" y="53"/>
                  </a:lnTo>
                  <a:lnTo>
                    <a:pt x="30" y="44"/>
                  </a:lnTo>
                  <a:lnTo>
                    <a:pt x="20" y="35"/>
                  </a:lnTo>
                  <a:lnTo>
                    <a:pt x="10" y="35"/>
                  </a:lnTo>
                  <a:lnTo>
                    <a:pt x="20" y="35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0" y="26"/>
                  </a:lnTo>
                  <a:lnTo>
                    <a:pt x="0" y="26"/>
                  </a:lnTo>
                  <a:lnTo>
                    <a:pt x="20" y="26"/>
                  </a:lnTo>
                  <a:lnTo>
                    <a:pt x="30" y="17"/>
                  </a:lnTo>
                  <a:lnTo>
                    <a:pt x="20" y="17"/>
                  </a:lnTo>
                  <a:lnTo>
                    <a:pt x="10" y="17"/>
                  </a:ln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8"/>
                  </a:lnTo>
                  <a:lnTo>
                    <a:pt x="30" y="17"/>
                  </a:lnTo>
                  <a:lnTo>
                    <a:pt x="30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50" y="8"/>
                  </a:lnTo>
                  <a:lnTo>
                    <a:pt x="60" y="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80" y="0"/>
                  </a:lnTo>
                  <a:lnTo>
                    <a:pt x="90" y="8"/>
                  </a:lnTo>
                  <a:lnTo>
                    <a:pt x="90" y="0"/>
                  </a:lnTo>
                  <a:lnTo>
                    <a:pt x="100" y="0"/>
                  </a:lnTo>
                  <a:lnTo>
                    <a:pt x="110" y="0"/>
                  </a:lnTo>
                  <a:lnTo>
                    <a:pt x="120" y="0"/>
                  </a:lnTo>
                  <a:lnTo>
                    <a:pt x="130" y="0"/>
                  </a:lnTo>
                  <a:lnTo>
                    <a:pt x="130" y="17"/>
                  </a:lnTo>
                  <a:lnTo>
                    <a:pt x="150" y="26"/>
                  </a:lnTo>
                  <a:lnTo>
                    <a:pt x="150" y="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2" name=""/>
            <p:cNvSpPr/>
            <p:nvPr/>
          </p:nvSpPr>
          <p:spPr>
            <a:xfrm>
              <a:off x="1977840" y="2119320"/>
              <a:ext cx="405000" cy="190080"/>
            </a:xfrm>
            <a:custGeom>
              <a:avLst/>
              <a:gdLst/>
              <a:ahLst/>
              <a:rect l="l" t="t" r="r" b="b"/>
              <a:pathLst>
                <a:path w="291" h="125">
                  <a:moveTo>
                    <a:pt x="261" y="98"/>
                  </a:moveTo>
                  <a:lnTo>
                    <a:pt x="261" y="107"/>
                  </a:lnTo>
                  <a:lnTo>
                    <a:pt x="261" y="116"/>
                  </a:lnTo>
                  <a:lnTo>
                    <a:pt x="271" y="116"/>
                  </a:lnTo>
                  <a:lnTo>
                    <a:pt x="261" y="116"/>
                  </a:lnTo>
                  <a:lnTo>
                    <a:pt x="261" y="125"/>
                  </a:lnTo>
                  <a:lnTo>
                    <a:pt x="241" y="125"/>
                  </a:lnTo>
                  <a:lnTo>
                    <a:pt x="220" y="116"/>
                  </a:lnTo>
                  <a:lnTo>
                    <a:pt x="210" y="116"/>
                  </a:lnTo>
                  <a:lnTo>
                    <a:pt x="190" y="116"/>
                  </a:lnTo>
                  <a:lnTo>
                    <a:pt x="180" y="116"/>
                  </a:lnTo>
                  <a:lnTo>
                    <a:pt x="160" y="116"/>
                  </a:lnTo>
                  <a:lnTo>
                    <a:pt x="160" y="125"/>
                  </a:lnTo>
                  <a:lnTo>
                    <a:pt x="140" y="125"/>
                  </a:lnTo>
                  <a:lnTo>
                    <a:pt x="120" y="125"/>
                  </a:lnTo>
                  <a:lnTo>
                    <a:pt x="100" y="125"/>
                  </a:lnTo>
                  <a:lnTo>
                    <a:pt x="90" y="125"/>
                  </a:lnTo>
                  <a:lnTo>
                    <a:pt x="90" y="116"/>
                  </a:lnTo>
                  <a:lnTo>
                    <a:pt x="80" y="116"/>
                  </a:lnTo>
                  <a:lnTo>
                    <a:pt x="70" y="116"/>
                  </a:lnTo>
                  <a:lnTo>
                    <a:pt x="60" y="116"/>
                  </a:lnTo>
                  <a:lnTo>
                    <a:pt x="40" y="116"/>
                  </a:lnTo>
                  <a:lnTo>
                    <a:pt x="30" y="107"/>
                  </a:lnTo>
                  <a:lnTo>
                    <a:pt x="20" y="98"/>
                  </a:lnTo>
                  <a:lnTo>
                    <a:pt x="40" y="89"/>
                  </a:lnTo>
                  <a:lnTo>
                    <a:pt x="60" y="89"/>
                  </a:lnTo>
                  <a:lnTo>
                    <a:pt x="80" y="89"/>
                  </a:lnTo>
                  <a:lnTo>
                    <a:pt x="90" y="89"/>
                  </a:lnTo>
                  <a:lnTo>
                    <a:pt x="90" y="80"/>
                  </a:lnTo>
                  <a:lnTo>
                    <a:pt x="70" y="80"/>
                  </a:lnTo>
                  <a:lnTo>
                    <a:pt x="60" y="80"/>
                  </a:lnTo>
                  <a:lnTo>
                    <a:pt x="40" y="80"/>
                  </a:lnTo>
                  <a:lnTo>
                    <a:pt x="20" y="80"/>
                  </a:lnTo>
                  <a:lnTo>
                    <a:pt x="10" y="71"/>
                  </a:lnTo>
                  <a:lnTo>
                    <a:pt x="20" y="62"/>
                  </a:lnTo>
                  <a:lnTo>
                    <a:pt x="30" y="62"/>
                  </a:lnTo>
                  <a:lnTo>
                    <a:pt x="20" y="62"/>
                  </a:lnTo>
                  <a:lnTo>
                    <a:pt x="10" y="62"/>
                  </a:lnTo>
                  <a:lnTo>
                    <a:pt x="0" y="62"/>
                  </a:lnTo>
                  <a:lnTo>
                    <a:pt x="0" y="53"/>
                  </a:lnTo>
                  <a:lnTo>
                    <a:pt x="10" y="35"/>
                  </a:lnTo>
                  <a:lnTo>
                    <a:pt x="40" y="17"/>
                  </a:lnTo>
                  <a:lnTo>
                    <a:pt x="70" y="8"/>
                  </a:lnTo>
                  <a:lnTo>
                    <a:pt x="70" y="17"/>
                  </a:lnTo>
                  <a:lnTo>
                    <a:pt x="80" y="26"/>
                  </a:lnTo>
                  <a:lnTo>
                    <a:pt x="80" y="35"/>
                  </a:lnTo>
                  <a:lnTo>
                    <a:pt x="80" y="26"/>
                  </a:lnTo>
                  <a:lnTo>
                    <a:pt x="90" y="17"/>
                  </a:lnTo>
                  <a:lnTo>
                    <a:pt x="110" y="26"/>
                  </a:lnTo>
                  <a:lnTo>
                    <a:pt x="120" y="26"/>
                  </a:lnTo>
                  <a:lnTo>
                    <a:pt x="120" y="35"/>
                  </a:lnTo>
                  <a:lnTo>
                    <a:pt x="130" y="35"/>
                  </a:lnTo>
                  <a:lnTo>
                    <a:pt x="130" y="26"/>
                  </a:lnTo>
                  <a:lnTo>
                    <a:pt x="140" y="26"/>
                  </a:lnTo>
                  <a:lnTo>
                    <a:pt x="150" y="26"/>
                  </a:lnTo>
                  <a:lnTo>
                    <a:pt x="160" y="26"/>
                  </a:lnTo>
                  <a:lnTo>
                    <a:pt x="160" y="35"/>
                  </a:lnTo>
                  <a:lnTo>
                    <a:pt x="160" y="44"/>
                  </a:lnTo>
                  <a:lnTo>
                    <a:pt x="160" y="53"/>
                  </a:lnTo>
                  <a:lnTo>
                    <a:pt x="170" y="53"/>
                  </a:lnTo>
                  <a:lnTo>
                    <a:pt x="180" y="53"/>
                  </a:lnTo>
                  <a:lnTo>
                    <a:pt x="170" y="35"/>
                  </a:lnTo>
                  <a:lnTo>
                    <a:pt x="170" y="26"/>
                  </a:lnTo>
                  <a:lnTo>
                    <a:pt x="160" y="17"/>
                  </a:lnTo>
                  <a:lnTo>
                    <a:pt x="170" y="8"/>
                  </a:lnTo>
                  <a:lnTo>
                    <a:pt x="180" y="8"/>
                  </a:lnTo>
                  <a:lnTo>
                    <a:pt x="190" y="8"/>
                  </a:lnTo>
                  <a:lnTo>
                    <a:pt x="190" y="0"/>
                  </a:lnTo>
                  <a:lnTo>
                    <a:pt x="200" y="0"/>
                  </a:lnTo>
                  <a:lnTo>
                    <a:pt x="210" y="0"/>
                  </a:lnTo>
                  <a:lnTo>
                    <a:pt x="220" y="0"/>
                  </a:lnTo>
                  <a:lnTo>
                    <a:pt x="220" y="8"/>
                  </a:lnTo>
                  <a:lnTo>
                    <a:pt x="220" y="17"/>
                  </a:lnTo>
                  <a:lnTo>
                    <a:pt x="220" y="26"/>
                  </a:lnTo>
                  <a:lnTo>
                    <a:pt x="220" y="35"/>
                  </a:lnTo>
                  <a:lnTo>
                    <a:pt x="220" y="53"/>
                  </a:lnTo>
                  <a:lnTo>
                    <a:pt x="231" y="62"/>
                  </a:lnTo>
                  <a:lnTo>
                    <a:pt x="241" y="80"/>
                  </a:lnTo>
                  <a:lnTo>
                    <a:pt x="261" y="89"/>
                  </a:lnTo>
                  <a:lnTo>
                    <a:pt x="291" y="98"/>
                  </a:lnTo>
                  <a:lnTo>
                    <a:pt x="281" y="98"/>
                  </a:lnTo>
                  <a:lnTo>
                    <a:pt x="271" y="98"/>
                  </a:lnTo>
                  <a:lnTo>
                    <a:pt x="261" y="98"/>
                  </a:lnTo>
                  <a:lnTo>
                    <a:pt x="261" y="9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3" name=""/>
            <p:cNvSpPr/>
            <p:nvPr/>
          </p:nvSpPr>
          <p:spPr>
            <a:xfrm>
              <a:off x="1822320" y="2077920"/>
              <a:ext cx="239760" cy="150480"/>
            </a:xfrm>
            <a:custGeom>
              <a:avLst/>
              <a:gdLst/>
              <a:ahLst/>
              <a:rect l="l" t="t" r="r" b="b"/>
              <a:pathLst>
                <a:path w="171" h="98">
                  <a:moveTo>
                    <a:pt x="30" y="89"/>
                  </a:moveTo>
                  <a:lnTo>
                    <a:pt x="30" y="80"/>
                  </a:lnTo>
                  <a:lnTo>
                    <a:pt x="20" y="80"/>
                  </a:lnTo>
                  <a:lnTo>
                    <a:pt x="10" y="80"/>
                  </a:lnTo>
                  <a:lnTo>
                    <a:pt x="0" y="71"/>
                  </a:lnTo>
                  <a:lnTo>
                    <a:pt x="10" y="62"/>
                  </a:lnTo>
                  <a:lnTo>
                    <a:pt x="30" y="35"/>
                  </a:lnTo>
                  <a:lnTo>
                    <a:pt x="30" y="27"/>
                  </a:lnTo>
                  <a:lnTo>
                    <a:pt x="30" y="18"/>
                  </a:lnTo>
                  <a:lnTo>
                    <a:pt x="30" y="9"/>
                  </a:lnTo>
                  <a:lnTo>
                    <a:pt x="20" y="9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60" y="9"/>
                  </a:lnTo>
                  <a:lnTo>
                    <a:pt x="70" y="0"/>
                  </a:lnTo>
                  <a:lnTo>
                    <a:pt x="80" y="0"/>
                  </a:lnTo>
                  <a:lnTo>
                    <a:pt x="90" y="9"/>
                  </a:lnTo>
                  <a:lnTo>
                    <a:pt x="101" y="9"/>
                  </a:lnTo>
                  <a:lnTo>
                    <a:pt x="111" y="18"/>
                  </a:lnTo>
                  <a:lnTo>
                    <a:pt x="121" y="9"/>
                  </a:lnTo>
                  <a:lnTo>
                    <a:pt x="131" y="9"/>
                  </a:lnTo>
                  <a:lnTo>
                    <a:pt x="141" y="18"/>
                  </a:lnTo>
                  <a:lnTo>
                    <a:pt x="161" y="27"/>
                  </a:lnTo>
                  <a:lnTo>
                    <a:pt x="171" y="27"/>
                  </a:lnTo>
                  <a:lnTo>
                    <a:pt x="161" y="35"/>
                  </a:lnTo>
                  <a:lnTo>
                    <a:pt x="141" y="44"/>
                  </a:lnTo>
                  <a:lnTo>
                    <a:pt x="131" y="44"/>
                  </a:lnTo>
                  <a:lnTo>
                    <a:pt x="111" y="53"/>
                  </a:lnTo>
                  <a:lnTo>
                    <a:pt x="101" y="62"/>
                  </a:lnTo>
                  <a:lnTo>
                    <a:pt x="90" y="80"/>
                  </a:lnTo>
                  <a:lnTo>
                    <a:pt x="80" y="89"/>
                  </a:lnTo>
                  <a:lnTo>
                    <a:pt x="60" y="89"/>
                  </a:lnTo>
                  <a:lnTo>
                    <a:pt x="40" y="98"/>
                  </a:lnTo>
                  <a:lnTo>
                    <a:pt x="40" y="89"/>
                  </a:lnTo>
                  <a:lnTo>
                    <a:pt x="30" y="89"/>
                  </a:lnTo>
                  <a:lnTo>
                    <a:pt x="30" y="8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4" name=""/>
            <p:cNvSpPr/>
            <p:nvPr/>
          </p:nvSpPr>
          <p:spPr>
            <a:xfrm>
              <a:off x="2006640" y="1981080"/>
              <a:ext cx="261720" cy="109080"/>
            </a:xfrm>
            <a:custGeom>
              <a:avLst/>
              <a:gdLst/>
              <a:ahLst/>
              <a:rect l="l" t="t" r="r" b="b"/>
              <a:pathLst>
                <a:path w="190" h="72">
                  <a:moveTo>
                    <a:pt x="70" y="72"/>
                  </a:moveTo>
                  <a:lnTo>
                    <a:pt x="60" y="63"/>
                  </a:lnTo>
                  <a:lnTo>
                    <a:pt x="50" y="63"/>
                  </a:lnTo>
                  <a:lnTo>
                    <a:pt x="60" y="63"/>
                  </a:lnTo>
                  <a:lnTo>
                    <a:pt x="70" y="63"/>
                  </a:lnTo>
                  <a:lnTo>
                    <a:pt x="70" y="54"/>
                  </a:lnTo>
                  <a:lnTo>
                    <a:pt x="60" y="54"/>
                  </a:lnTo>
                  <a:lnTo>
                    <a:pt x="60" y="45"/>
                  </a:lnTo>
                  <a:lnTo>
                    <a:pt x="50" y="45"/>
                  </a:lnTo>
                  <a:lnTo>
                    <a:pt x="50" y="54"/>
                  </a:lnTo>
                  <a:lnTo>
                    <a:pt x="40" y="54"/>
                  </a:lnTo>
                  <a:lnTo>
                    <a:pt x="30" y="54"/>
                  </a:lnTo>
                  <a:lnTo>
                    <a:pt x="20" y="54"/>
                  </a:lnTo>
                  <a:lnTo>
                    <a:pt x="10" y="54"/>
                  </a:lnTo>
                  <a:lnTo>
                    <a:pt x="0" y="54"/>
                  </a:lnTo>
                  <a:lnTo>
                    <a:pt x="0" y="45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20" y="36"/>
                  </a:lnTo>
                  <a:lnTo>
                    <a:pt x="30" y="36"/>
                  </a:lnTo>
                  <a:lnTo>
                    <a:pt x="40" y="36"/>
                  </a:lnTo>
                  <a:lnTo>
                    <a:pt x="30" y="36"/>
                  </a:lnTo>
                  <a:lnTo>
                    <a:pt x="20" y="36"/>
                  </a:lnTo>
                  <a:lnTo>
                    <a:pt x="10" y="36"/>
                  </a:lnTo>
                  <a:lnTo>
                    <a:pt x="10" y="27"/>
                  </a:lnTo>
                  <a:lnTo>
                    <a:pt x="20" y="27"/>
                  </a:lnTo>
                  <a:lnTo>
                    <a:pt x="30" y="27"/>
                  </a:lnTo>
                  <a:lnTo>
                    <a:pt x="40" y="27"/>
                  </a:lnTo>
                  <a:lnTo>
                    <a:pt x="50" y="27"/>
                  </a:lnTo>
                  <a:lnTo>
                    <a:pt x="40" y="27"/>
                  </a:lnTo>
                  <a:lnTo>
                    <a:pt x="30" y="27"/>
                  </a:lnTo>
                  <a:lnTo>
                    <a:pt x="20" y="27"/>
                  </a:lnTo>
                  <a:lnTo>
                    <a:pt x="20" y="18"/>
                  </a:lnTo>
                  <a:lnTo>
                    <a:pt x="30" y="18"/>
                  </a:lnTo>
                  <a:lnTo>
                    <a:pt x="40" y="18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50" y="9"/>
                  </a:lnTo>
                  <a:lnTo>
                    <a:pt x="60" y="18"/>
                  </a:lnTo>
                  <a:lnTo>
                    <a:pt x="70" y="18"/>
                  </a:lnTo>
                  <a:lnTo>
                    <a:pt x="80" y="27"/>
                  </a:lnTo>
                  <a:lnTo>
                    <a:pt x="100" y="36"/>
                  </a:lnTo>
                  <a:lnTo>
                    <a:pt x="120" y="36"/>
                  </a:lnTo>
                  <a:lnTo>
                    <a:pt x="130" y="36"/>
                  </a:lnTo>
                  <a:lnTo>
                    <a:pt x="140" y="36"/>
                  </a:lnTo>
                  <a:lnTo>
                    <a:pt x="130" y="36"/>
                  </a:lnTo>
                  <a:lnTo>
                    <a:pt x="120" y="36"/>
                  </a:lnTo>
                  <a:lnTo>
                    <a:pt x="130" y="27"/>
                  </a:lnTo>
                  <a:lnTo>
                    <a:pt x="130" y="18"/>
                  </a:lnTo>
                  <a:lnTo>
                    <a:pt x="120" y="18"/>
                  </a:lnTo>
                  <a:lnTo>
                    <a:pt x="110" y="18"/>
                  </a:lnTo>
                  <a:lnTo>
                    <a:pt x="110" y="9"/>
                  </a:lnTo>
                  <a:lnTo>
                    <a:pt x="120" y="0"/>
                  </a:lnTo>
                  <a:lnTo>
                    <a:pt x="130" y="0"/>
                  </a:lnTo>
                  <a:lnTo>
                    <a:pt x="140" y="0"/>
                  </a:lnTo>
                  <a:lnTo>
                    <a:pt x="140" y="9"/>
                  </a:lnTo>
                  <a:lnTo>
                    <a:pt x="140" y="18"/>
                  </a:lnTo>
                  <a:lnTo>
                    <a:pt x="150" y="27"/>
                  </a:lnTo>
                  <a:lnTo>
                    <a:pt x="170" y="27"/>
                  </a:lnTo>
                  <a:lnTo>
                    <a:pt x="180" y="18"/>
                  </a:lnTo>
                  <a:lnTo>
                    <a:pt x="180" y="27"/>
                  </a:lnTo>
                  <a:lnTo>
                    <a:pt x="190" y="27"/>
                  </a:lnTo>
                  <a:lnTo>
                    <a:pt x="190" y="36"/>
                  </a:lnTo>
                  <a:lnTo>
                    <a:pt x="180" y="54"/>
                  </a:lnTo>
                  <a:lnTo>
                    <a:pt x="170" y="54"/>
                  </a:lnTo>
                  <a:lnTo>
                    <a:pt x="140" y="54"/>
                  </a:lnTo>
                  <a:lnTo>
                    <a:pt x="130" y="63"/>
                  </a:lnTo>
                  <a:lnTo>
                    <a:pt x="110" y="63"/>
                  </a:lnTo>
                  <a:lnTo>
                    <a:pt x="100" y="63"/>
                  </a:lnTo>
                  <a:lnTo>
                    <a:pt x="90" y="63"/>
                  </a:lnTo>
                  <a:lnTo>
                    <a:pt x="80" y="63"/>
                  </a:lnTo>
                  <a:lnTo>
                    <a:pt x="70" y="72"/>
                  </a:lnTo>
                  <a:lnTo>
                    <a:pt x="70" y="72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5" name=""/>
            <p:cNvSpPr/>
            <p:nvPr/>
          </p:nvSpPr>
          <p:spPr>
            <a:xfrm>
              <a:off x="1962000" y="2022480"/>
              <a:ext cx="44640" cy="13680"/>
            </a:xfrm>
            <a:custGeom>
              <a:avLst/>
              <a:gdLst/>
              <a:ahLst/>
              <a:rect l="l" t="t" r="r" b="b"/>
              <a:pathLst>
                <a:path w="30" h="9">
                  <a:moveTo>
                    <a:pt x="10" y="9"/>
                  </a:moveTo>
                  <a:lnTo>
                    <a:pt x="0" y="9"/>
                  </a:lnTo>
                  <a:lnTo>
                    <a:pt x="10" y="9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0" y="9"/>
                  </a:lnTo>
                  <a:lnTo>
                    <a:pt x="20" y="9"/>
                  </a:lnTo>
                  <a:lnTo>
                    <a:pt x="10" y="9"/>
                  </a:lnTo>
                  <a:lnTo>
                    <a:pt x="1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120" bIns="-33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6" name=""/>
            <p:cNvSpPr/>
            <p:nvPr/>
          </p:nvSpPr>
          <p:spPr>
            <a:xfrm>
              <a:off x="2062080" y="1981080"/>
              <a:ext cx="27000" cy="1080"/>
            </a:xfrm>
            <a:custGeom>
              <a:avLst/>
              <a:gdLst/>
              <a:ahLst/>
              <a:rect l="l" t="t" r="r" b="b"/>
              <a:pathLst>
                <a:path w="20" h="0">
                  <a:moveTo>
                    <a:pt x="10" y="0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7" name=""/>
            <p:cNvSpPr/>
            <p:nvPr/>
          </p:nvSpPr>
          <p:spPr>
            <a:xfrm>
              <a:off x="1892160" y="1954080"/>
              <a:ext cx="155520" cy="82080"/>
            </a:xfrm>
            <a:custGeom>
              <a:avLst/>
              <a:gdLst/>
              <a:ahLst/>
              <a:rect l="l" t="t" r="r" b="b"/>
              <a:pathLst>
                <a:path w="111" h="54">
                  <a:moveTo>
                    <a:pt x="111" y="0"/>
                  </a:moveTo>
                  <a:lnTo>
                    <a:pt x="111" y="9"/>
                  </a:lnTo>
                  <a:lnTo>
                    <a:pt x="101" y="9"/>
                  </a:lnTo>
                  <a:lnTo>
                    <a:pt x="101" y="18"/>
                  </a:lnTo>
                  <a:lnTo>
                    <a:pt x="111" y="18"/>
                  </a:lnTo>
                  <a:lnTo>
                    <a:pt x="101" y="18"/>
                  </a:lnTo>
                  <a:lnTo>
                    <a:pt x="81" y="36"/>
                  </a:lnTo>
                  <a:lnTo>
                    <a:pt x="71" y="27"/>
                  </a:lnTo>
                  <a:lnTo>
                    <a:pt x="71" y="18"/>
                  </a:lnTo>
                  <a:lnTo>
                    <a:pt x="61" y="27"/>
                  </a:lnTo>
                  <a:lnTo>
                    <a:pt x="61" y="36"/>
                  </a:lnTo>
                  <a:lnTo>
                    <a:pt x="51" y="36"/>
                  </a:lnTo>
                  <a:lnTo>
                    <a:pt x="51" y="45"/>
                  </a:lnTo>
                  <a:lnTo>
                    <a:pt x="51" y="54"/>
                  </a:lnTo>
                  <a:lnTo>
                    <a:pt x="40" y="54"/>
                  </a:lnTo>
                  <a:lnTo>
                    <a:pt x="30" y="54"/>
                  </a:lnTo>
                  <a:lnTo>
                    <a:pt x="30" y="45"/>
                  </a:lnTo>
                  <a:lnTo>
                    <a:pt x="20" y="45"/>
                  </a:lnTo>
                  <a:lnTo>
                    <a:pt x="10" y="45"/>
                  </a:lnTo>
                  <a:lnTo>
                    <a:pt x="0" y="45"/>
                  </a:lnTo>
                  <a:lnTo>
                    <a:pt x="0" y="36"/>
                  </a:lnTo>
                  <a:lnTo>
                    <a:pt x="10" y="27"/>
                  </a:lnTo>
                  <a:lnTo>
                    <a:pt x="20" y="27"/>
                  </a:lnTo>
                  <a:lnTo>
                    <a:pt x="30" y="18"/>
                  </a:lnTo>
                  <a:lnTo>
                    <a:pt x="40" y="18"/>
                  </a:lnTo>
                  <a:lnTo>
                    <a:pt x="51" y="18"/>
                  </a:lnTo>
                  <a:lnTo>
                    <a:pt x="51" y="9"/>
                  </a:lnTo>
                  <a:lnTo>
                    <a:pt x="61" y="0"/>
                  </a:lnTo>
                  <a:lnTo>
                    <a:pt x="71" y="0"/>
                  </a:lnTo>
                  <a:lnTo>
                    <a:pt x="81" y="0"/>
                  </a:lnTo>
                  <a:lnTo>
                    <a:pt x="101" y="0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8" name=""/>
            <p:cNvSpPr/>
            <p:nvPr/>
          </p:nvSpPr>
          <p:spPr>
            <a:xfrm>
              <a:off x="2101680" y="1898640"/>
              <a:ext cx="84240" cy="28080"/>
            </a:xfrm>
            <a:custGeom>
              <a:avLst/>
              <a:gdLst/>
              <a:ahLst/>
              <a:rect l="l" t="t" r="r" b="b"/>
              <a:pathLst>
                <a:path w="60" h="18">
                  <a:moveTo>
                    <a:pt x="20" y="18"/>
                  </a:moveTo>
                  <a:lnTo>
                    <a:pt x="10" y="9"/>
                  </a:lnTo>
                  <a:lnTo>
                    <a:pt x="0" y="9"/>
                  </a:lnTo>
                  <a:lnTo>
                    <a:pt x="0" y="18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9"/>
                  </a:lnTo>
                  <a:lnTo>
                    <a:pt x="50" y="9"/>
                  </a:lnTo>
                  <a:lnTo>
                    <a:pt x="40" y="18"/>
                  </a:lnTo>
                  <a:lnTo>
                    <a:pt x="30" y="18"/>
                  </a:lnTo>
                  <a:lnTo>
                    <a:pt x="20" y="18"/>
                  </a:lnTo>
                  <a:lnTo>
                    <a:pt x="20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720" bIns="-18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9" name=""/>
            <p:cNvSpPr/>
            <p:nvPr/>
          </p:nvSpPr>
          <p:spPr>
            <a:xfrm>
              <a:off x="2101680" y="1927080"/>
              <a:ext cx="69840" cy="41040"/>
            </a:xfrm>
            <a:custGeom>
              <a:avLst/>
              <a:gdLst/>
              <a:ahLst/>
              <a:rect l="l" t="t" r="r" b="b"/>
              <a:pathLst>
                <a:path w="50" h="27">
                  <a:moveTo>
                    <a:pt x="40" y="9"/>
                  </a:moveTo>
                  <a:lnTo>
                    <a:pt x="30" y="18"/>
                  </a:lnTo>
                  <a:lnTo>
                    <a:pt x="10" y="27"/>
                  </a:lnTo>
                  <a:lnTo>
                    <a:pt x="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50" y="9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4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760" bIns="-5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0" name=""/>
            <p:cNvSpPr/>
            <p:nvPr/>
          </p:nvSpPr>
          <p:spPr>
            <a:xfrm>
              <a:off x="2062080" y="1927080"/>
              <a:ext cx="27000" cy="12240"/>
            </a:xfrm>
            <a:custGeom>
              <a:avLst/>
              <a:gdLst/>
              <a:ahLst/>
              <a:rect l="l" t="t" r="r" b="b"/>
              <a:pathLst>
                <a:path w="20" h="9">
                  <a:moveTo>
                    <a:pt x="20" y="9"/>
                  </a:moveTo>
                  <a:lnTo>
                    <a:pt x="1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9"/>
                  </a:lnTo>
                  <a:lnTo>
                    <a:pt x="20" y="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1" name=""/>
            <p:cNvSpPr/>
            <p:nvPr/>
          </p:nvSpPr>
          <p:spPr>
            <a:xfrm>
              <a:off x="2062080" y="1927080"/>
              <a:ext cx="27000" cy="12240"/>
            </a:xfrm>
            <a:custGeom>
              <a:avLst/>
              <a:gdLst/>
              <a:ahLst/>
              <a:rect l="l" t="t" r="r" b="b"/>
              <a:pathLst>
                <a:path w="20" h="9">
                  <a:moveTo>
                    <a:pt x="20" y="9"/>
                  </a:moveTo>
                  <a:lnTo>
                    <a:pt x="1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9"/>
                  </a:lnTo>
                  <a:lnTo>
                    <a:pt x="20" y="9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2" name=""/>
            <p:cNvSpPr/>
            <p:nvPr/>
          </p:nvSpPr>
          <p:spPr>
            <a:xfrm>
              <a:off x="2340000" y="2119320"/>
              <a:ext cx="137880" cy="94680"/>
            </a:xfrm>
            <a:custGeom>
              <a:avLst/>
              <a:gdLst/>
              <a:ahLst/>
              <a:rect l="l" t="t" r="r" b="b"/>
              <a:pathLst>
                <a:path w="100" h="62">
                  <a:moveTo>
                    <a:pt x="80" y="17"/>
                  </a:moveTo>
                  <a:lnTo>
                    <a:pt x="80" y="26"/>
                  </a:lnTo>
                  <a:lnTo>
                    <a:pt x="80" y="35"/>
                  </a:lnTo>
                  <a:lnTo>
                    <a:pt x="90" y="35"/>
                  </a:lnTo>
                  <a:lnTo>
                    <a:pt x="100" y="35"/>
                  </a:lnTo>
                  <a:lnTo>
                    <a:pt x="90" y="44"/>
                  </a:lnTo>
                  <a:lnTo>
                    <a:pt x="90" y="53"/>
                  </a:lnTo>
                  <a:lnTo>
                    <a:pt x="70" y="62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53"/>
                  </a:lnTo>
                  <a:lnTo>
                    <a:pt x="30" y="44"/>
                  </a:lnTo>
                  <a:lnTo>
                    <a:pt x="20" y="35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10" y="26"/>
                  </a:lnTo>
                  <a:lnTo>
                    <a:pt x="20" y="26"/>
                  </a:lnTo>
                  <a:lnTo>
                    <a:pt x="30" y="26"/>
                  </a:lnTo>
                  <a:lnTo>
                    <a:pt x="30" y="17"/>
                  </a:lnTo>
                  <a:lnTo>
                    <a:pt x="30" y="8"/>
                  </a:lnTo>
                  <a:lnTo>
                    <a:pt x="20" y="8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80" y="0"/>
                  </a:lnTo>
                  <a:lnTo>
                    <a:pt x="80" y="8"/>
                  </a:lnTo>
                  <a:lnTo>
                    <a:pt x="70" y="17"/>
                  </a:lnTo>
                  <a:lnTo>
                    <a:pt x="60" y="17"/>
                  </a:lnTo>
                  <a:lnTo>
                    <a:pt x="70" y="17"/>
                  </a:lnTo>
                  <a:lnTo>
                    <a:pt x="80" y="17"/>
                  </a:lnTo>
                  <a:lnTo>
                    <a:pt x="80" y="17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3" name=""/>
            <p:cNvSpPr/>
            <p:nvPr/>
          </p:nvSpPr>
          <p:spPr>
            <a:xfrm>
              <a:off x="2284200" y="1981080"/>
              <a:ext cx="154080" cy="83880"/>
            </a:xfrm>
            <a:custGeom>
              <a:avLst/>
              <a:gdLst/>
              <a:ahLst/>
              <a:rect l="l" t="t" r="r" b="b"/>
              <a:pathLst>
                <a:path w="111" h="54">
                  <a:moveTo>
                    <a:pt x="11" y="18"/>
                  </a:moveTo>
                  <a:lnTo>
                    <a:pt x="11" y="9"/>
                  </a:lnTo>
                  <a:lnTo>
                    <a:pt x="0" y="0"/>
                  </a:lnTo>
                  <a:lnTo>
                    <a:pt x="11" y="0"/>
                  </a:lnTo>
                  <a:lnTo>
                    <a:pt x="31" y="9"/>
                  </a:lnTo>
                  <a:lnTo>
                    <a:pt x="41" y="27"/>
                  </a:lnTo>
                  <a:lnTo>
                    <a:pt x="61" y="27"/>
                  </a:lnTo>
                  <a:lnTo>
                    <a:pt x="51" y="27"/>
                  </a:lnTo>
                  <a:lnTo>
                    <a:pt x="41" y="18"/>
                  </a:lnTo>
                  <a:lnTo>
                    <a:pt x="41" y="9"/>
                  </a:lnTo>
                  <a:lnTo>
                    <a:pt x="51" y="18"/>
                  </a:lnTo>
                  <a:lnTo>
                    <a:pt x="71" y="18"/>
                  </a:lnTo>
                  <a:lnTo>
                    <a:pt x="71" y="27"/>
                  </a:lnTo>
                  <a:lnTo>
                    <a:pt x="71" y="18"/>
                  </a:lnTo>
                  <a:lnTo>
                    <a:pt x="71" y="9"/>
                  </a:lnTo>
                  <a:lnTo>
                    <a:pt x="61" y="9"/>
                  </a:lnTo>
                  <a:lnTo>
                    <a:pt x="61" y="0"/>
                  </a:lnTo>
                  <a:lnTo>
                    <a:pt x="71" y="0"/>
                  </a:lnTo>
                  <a:lnTo>
                    <a:pt x="81" y="9"/>
                  </a:lnTo>
                  <a:lnTo>
                    <a:pt x="91" y="9"/>
                  </a:lnTo>
                  <a:lnTo>
                    <a:pt x="101" y="9"/>
                  </a:lnTo>
                  <a:lnTo>
                    <a:pt x="101" y="0"/>
                  </a:lnTo>
                  <a:lnTo>
                    <a:pt x="101" y="9"/>
                  </a:lnTo>
                  <a:lnTo>
                    <a:pt x="111" y="9"/>
                  </a:lnTo>
                  <a:lnTo>
                    <a:pt x="111" y="18"/>
                  </a:lnTo>
                  <a:lnTo>
                    <a:pt x="111" y="36"/>
                  </a:lnTo>
                  <a:lnTo>
                    <a:pt x="101" y="36"/>
                  </a:lnTo>
                  <a:lnTo>
                    <a:pt x="101" y="54"/>
                  </a:lnTo>
                  <a:lnTo>
                    <a:pt x="91" y="54"/>
                  </a:lnTo>
                  <a:lnTo>
                    <a:pt x="81" y="54"/>
                  </a:lnTo>
                  <a:lnTo>
                    <a:pt x="71" y="54"/>
                  </a:lnTo>
                  <a:lnTo>
                    <a:pt x="71" y="45"/>
                  </a:lnTo>
                  <a:lnTo>
                    <a:pt x="71" y="36"/>
                  </a:lnTo>
                  <a:lnTo>
                    <a:pt x="81" y="36"/>
                  </a:lnTo>
                  <a:lnTo>
                    <a:pt x="71" y="36"/>
                  </a:lnTo>
                  <a:lnTo>
                    <a:pt x="51" y="36"/>
                  </a:lnTo>
                  <a:lnTo>
                    <a:pt x="41" y="36"/>
                  </a:lnTo>
                  <a:lnTo>
                    <a:pt x="31" y="36"/>
                  </a:lnTo>
                  <a:lnTo>
                    <a:pt x="21" y="36"/>
                  </a:lnTo>
                  <a:lnTo>
                    <a:pt x="21" y="27"/>
                  </a:lnTo>
                  <a:lnTo>
                    <a:pt x="11" y="27"/>
                  </a:lnTo>
                  <a:lnTo>
                    <a:pt x="11" y="18"/>
                  </a:lnTo>
                  <a:lnTo>
                    <a:pt x="11" y="9"/>
                  </a:lnTo>
                  <a:lnTo>
                    <a:pt x="11" y="18"/>
                  </a:lnTo>
                  <a:lnTo>
                    <a:pt x="11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080" bIns="370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4" name=""/>
            <p:cNvSpPr/>
            <p:nvPr/>
          </p:nvSpPr>
          <p:spPr>
            <a:xfrm>
              <a:off x="2409840" y="2268360"/>
              <a:ext cx="82440" cy="56880"/>
            </a:xfrm>
            <a:custGeom>
              <a:avLst/>
              <a:gdLst/>
              <a:ahLst/>
              <a:rect l="l" t="t" r="r" b="b"/>
              <a:pathLst>
                <a:path w="60" h="36">
                  <a:moveTo>
                    <a:pt x="50" y="36"/>
                  </a:moveTo>
                  <a:lnTo>
                    <a:pt x="30" y="27"/>
                  </a:lnTo>
                  <a:lnTo>
                    <a:pt x="10" y="18"/>
                  </a:lnTo>
                  <a:lnTo>
                    <a:pt x="0" y="18"/>
                  </a:lnTo>
                  <a:lnTo>
                    <a:pt x="10" y="18"/>
                  </a:lnTo>
                  <a:lnTo>
                    <a:pt x="10" y="9"/>
                  </a:lnTo>
                  <a:lnTo>
                    <a:pt x="20" y="0"/>
                  </a:lnTo>
                  <a:lnTo>
                    <a:pt x="40" y="9"/>
                  </a:lnTo>
                  <a:lnTo>
                    <a:pt x="50" y="18"/>
                  </a:lnTo>
                  <a:lnTo>
                    <a:pt x="60" y="27"/>
                  </a:lnTo>
                  <a:lnTo>
                    <a:pt x="50" y="27"/>
                  </a:lnTo>
                  <a:lnTo>
                    <a:pt x="50" y="36"/>
                  </a:lnTo>
                  <a:lnTo>
                    <a:pt x="50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5" name=""/>
            <p:cNvSpPr/>
            <p:nvPr/>
          </p:nvSpPr>
          <p:spPr>
            <a:xfrm>
              <a:off x="2409840" y="2268360"/>
              <a:ext cx="82440" cy="56880"/>
            </a:xfrm>
            <a:custGeom>
              <a:avLst/>
              <a:gdLst/>
              <a:ahLst/>
              <a:rect l="l" t="t" r="r" b="b"/>
              <a:pathLst>
                <a:path w="60" h="36">
                  <a:moveTo>
                    <a:pt x="50" y="36"/>
                  </a:moveTo>
                  <a:lnTo>
                    <a:pt x="30" y="27"/>
                  </a:lnTo>
                  <a:lnTo>
                    <a:pt x="10" y="18"/>
                  </a:lnTo>
                  <a:lnTo>
                    <a:pt x="0" y="18"/>
                  </a:lnTo>
                  <a:lnTo>
                    <a:pt x="10" y="18"/>
                  </a:lnTo>
                  <a:lnTo>
                    <a:pt x="10" y="9"/>
                  </a:lnTo>
                  <a:lnTo>
                    <a:pt x="20" y="0"/>
                  </a:lnTo>
                  <a:lnTo>
                    <a:pt x="40" y="9"/>
                  </a:lnTo>
                  <a:lnTo>
                    <a:pt x="50" y="18"/>
                  </a:lnTo>
                  <a:lnTo>
                    <a:pt x="60" y="27"/>
                  </a:lnTo>
                  <a:lnTo>
                    <a:pt x="50" y="27"/>
                  </a:lnTo>
                  <a:lnTo>
                    <a:pt x="50" y="36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6" name=""/>
            <p:cNvSpPr/>
            <p:nvPr/>
          </p:nvSpPr>
          <p:spPr>
            <a:xfrm>
              <a:off x="2477880" y="2090520"/>
              <a:ext cx="127080" cy="96480"/>
            </a:xfrm>
            <a:custGeom>
              <a:avLst/>
              <a:gdLst/>
              <a:ahLst/>
              <a:rect l="l" t="t" r="r" b="b"/>
              <a:pathLst>
                <a:path w="90" h="62">
                  <a:moveTo>
                    <a:pt x="90" y="18"/>
                  </a:moveTo>
                  <a:lnTo>
                    <a:pt x="80" y="18"/>
                  </a:lnTo>
                  <a:lnTo>
                    <a:pt x="70" y="18"/>
                  </a:lnTo>
                  <a:lnTo>
                    <a:pt x="60" y="35"/>
                  </a:lnTo>
                  <a:lnTo>
                    <a:pt x="60" y="44"/>
                  </a:lnTo>
                  <a:lnTo>
                    <a:pt x="40" y="44"/>
                  </a:lnTo>
                  <a:lnTo>
                    <a:pt x="30" y="44"/>
                  </a:lnTo>
                  <a:lnTo>
                    <a:pt x="30" y="53"/>
                  </a:lnTo>
                  <a:lnTo>
                    <a:pt x="30" y="62"/>
                  </a:lnTo>
                  <a:lnTo>
                    <a:pt x="20" y="62"/>
                  </a:lnTo>
                  <a:lnTo>
                    <a:pt x="10" y="62"/>
                  </a:lnTo>
                  <a:lnTo>
                    <a:pt x="10" y="53"/>
                  </a:lnTo>
                  <a:lnTo>
                    <a:pt x="10" y="44"/>
                  </a:lnTo>
                  <a:lnTo>
                    <a:pt x="10" y="35"/>
                  </a:lnTo>
                  <a:lnTo>
                    <a:pt x="0" y="18"/>
                  </a:lnTo>
                  <a:lnTo>
                    <a:pt x="10" y="18"/>
                  </a:lnTo>
                  <a:lnTo>
                    <a:pt x="20" y="18"/>
                  </a:lnTo>
                  <a:lnTo>
                    <a:pt x="20" y="9"/>
                  </a:lnTo>
                  <a:lnTo>
                    <a:pt x="30" y="9"/>
                  </a:lnTo>
                  <a:lnTo>
                    <a:pt x="30" y="0"/>
                  </a:lnTo>
                  <a:lnTo>
                    <a:pt x="50" y="9"/>
                  </a:lnTo>
                  <a:lnTo>
                    <a:pt x="60" y="9"/>
                  </a:lnTo>
                  <a:lnTo>
                    <a:pt x="90" y="9"/>
                  </a:lnTo>
                  <a:lnTo>
                    <a:pt x="90" y="18"/>
                  </a:lnTo>
                  <a:lnTo>
                    <a:pt x="90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7" name=""/>
            <p:cNvSpPr/>
            <p:nvPr/>
          </p:nvSpPr>
          <p:spPr>
            <a:xfrm>
              <a:off x="2254320" y="1939680"/>
              <a:ext cx="29880" cy="28440"/>
            </a:xfrm>
            <a:custGeom>
              <a:avLst/>
              <a:gdLst/>
              <a:ahLst/>
              <a:rect l="l" t="t" r="r" b="b"/>
              <a:pathLst>
                <a:path w="20" h="18">
                  <a:moveTo>
                    <a:pt x="20" y="9"/>
                  </a:moveTo>
                  <a:lnTo>
                    <a:pt x="20" y="18"/>
                  </a:lnTo>
                  <a:lnTo>
                    <a:pt x="1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8" name=""/>
            <p:cNvSpPr/>
            <p:nvPr/>
          </p:nvSpPr>
          <p:spPr>
            <a:xfrm>
              <a:off x="2284200" y="2036520"/>
              <a:ext cx="30240" cy="28440"/>
            </a:xfrm>
            <a:custGeom>
              <a:avLst/>
              <a:gdLst/>
              <a:ahLst/>
              <a:rect l="l" t="t" r="r" b="b"/>
              <a:pathLst>
                <a:path w="21" h="18">
                  <a:moveTo>
                    <a:pt x="11" y="0"/>
                  </a:moveTo>
                  <a:lnTo>
                    <a:pt x="21" y="9"/>
                  </a:lnTo>
                  <a:lnTo>
                    <a:pt x="11" y="18"/>
                  </a:lnTo>
                  <a:lnTo>
                    <a:pt x="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9" name=""/>
            <p:cNvSpPr/>
            <p:nvPr/>
          </p:nvSpPr>
          <p:spPr>
            <a:xfrm>
              <a:off x="2268360" y="1858680"/>
              <a:ext cx="141480" cy="80640"/>
            </a:xfrm>
            <a:custGeom>
              <a:avLst/>
              <a:gdLst/>
              <a:ahLst/>
              <a:rect l="l" t="t" r="r" b="b"/>
              <a:pathLst>
                <a:path w="101" h="53">
                  <a:moveTo>
                    <a:pt x="71" y="44"/>
                  </a:moveTo>
                  <a:lnTo>
                    <a:pt x="51" y="35"/>
                  </a:lnTo>
                  <a:lnTo>
                    <a:pt x="41" y="35"/>
                  </a:lnTo>
                  <a:lnTo>
                    <a:pt x="31" y="35"/>
                  </a:lnTo>
                  <a:lnTo>
                    <a:pt x="21" y="35"/>
                  </a:lnTo>
                  <a:lnTo>
                    <a:pt x="10" y="35"/>
                  </a:lnTo>
                  <a:lnTo>
                    <a:pt x="10" y="26"/>
                  </a:lnTo>
                  <a:lnTo>
                    <a:pt x="21" y="26"/>
                  </a:lnTo>
                  <a:lnTo>
                    <a:pt x="10" y="26"/>
                  </a:lnTo>
                  <a:lnTo>
                    <a:pt x="10" y="17"/>
                  </a:lnTo>
                  <a:lnTo>
                    <a:pt x="0" y="17"/>
                  </a:lnTo>
                  <a:lnTo>
                    <a:pt x="0" y="8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21" y="8"/>
                  </a:lnTo>
                  <a:lnTo>
                    <a:pt x="31" y="8"/>
                  </a:lnTo>
                  <a:lnTo>
                    <a:pt x="41" y="17"/>
                  </a:lnTo>
                  <a:lnTo>
                    <a:pt x="41" y="8"/>
                  </a:lnTo>
                  <a:lnTo>
                    <a:pt x="51" y="8"/>
                  </a:lnTo>
                  <a:lnTo>
                    <a:pt x="61" y="17"/>
                  </a:lnTo>
                  <a:lnTo>
                    <a:pt x="61" y="26"/>
                  </a:lnTo>
                  <a:lnTo>
                    <a:pt x="71" y="26"/>
                  </a:lnTo>
                  <a:lnTo>
                    <a:pt x="71" y="17"/>
                  </a:lnTo>
                  <a:lnTo>
                    <a:pt x="81" y="17"/>
                  </a:lnTo>
                  <a:lnTo>
                    <a:pt x="81" y="26"/>
                  </a:lnTo>
                  <a:lnTo>
                    <a:pt x="91" y="26"/>
                  </a:lnTo>
                  <a:lnTo>
                    <a:pt x="81" y="26"/>
                  </a:lnTo>
                  <a:lnTo>
                    <a:pt x="91" y="35"/>
                  </a:lnTo>
                  <a:lnTo>
                    <a:pt x="101" y="44"/>
                  </a:lnTo>
                  <a:lnTo>
                    <a:pt x="101" y="53"/>
                  </a:lnTo>
                  <a:lnTo>
                    <a:pt x="91" y="53"/>
                  </a:lnTo>
                  <a:lnTo>
                    <a:pt x="81" y="53"/>
                  </a:lnTo>
                  <a:lnTo>
                    <a:pt x="81" y="44"/>
                  </a:lnTo>
                  <a:lnTo>
                    <a:pt x="71" y="44"/>
                  </a:lnTo>
                  <a:lnTo>
                    <a:pt x="71" y="4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0" name=""/>
            <p:cNvSpPr/>
            <p:nvPr/>
          </p:nvSpPr>
          <p:spPr>
            <a:xfrm>
              <a:off x="2340000" y="1927080"/>
              <a:ext cx="28440" cy="12240"/>
            </a:xfrm>
            <a:custGeom>
              <a:avLst/>
              <a:gdLst/>
              <a:ahLst/>
              <a:rect l="l" t="t" r="r" b="b"/>
              <a:pathLst>
                <a:path w="20" h="9">
                  <a:moveTo>
                    <a:pt x="0" y="9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20" y="9"/>
                  </a:lnTo>
                  <a:lnTo>
                    <a:pt x="1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1" name=""/>
            <p:cNvSpPr/>
            <p:nvPr/>
          </p:nvSpPr>
          <p:spPr>
            <a:xfrm>
              <a:off x="2465280" y="1968480"/>
              <a:ext cx="378000" cy="109080"/>
            </a:xfrm>
            <a:custGeom>
              <a:avLst/>
              <a:gdLst/>
              <a:ahLst/>
              <a:rect l="l" t="t" r="r" b="b"/>
              <a:pathLst>
                <a:path w="271" h="72">
                  <a:moveTo>
                    <a:pt x="261" y="54"/>
                  </a:moveTo>
                  <a:lnTo>
                    <a:pt x="261" y="63"/>
                  </a:lnTo>
                  <a:lnTo>
                    <a:pt x="271" y="63"/>
                  </a:lnTo>
                  <a:lnTo>
                    <a:pt x="261" y="72"/>
                  </a:lnTo>
                  <a:lnTo>
                    <a:pt x="241" y="72"/>
                  </a:lnTo>
                  <a:lnTo>
                    <a:pt x="221" y="72"/>
                  </a:lnTo>
                  <a:lnTo>
                    <a:pt x="211" y="72"/>
                  </a:lnTo>
                  <a:lnTo>
                    <a:pt x="201" y="72"/>
                  </a:lnTo>
                  <a:lnTo>
                    <a:pt x="181" y="72"/>
                  </a:lnTo>
                  <a:lnTo>
                    <a:pt x="161" y="72"/>
                  </a:lnTo>
                  <a:lnTo>
                    <a:pt x="151" y="72"/>
                  </a:lnTo>
                  <a:lnTo>
                    <a:pt x="141" y="72"/>
                  </a:lnTo>
                  <a:lnTo>
                    <a:pt x="131" y="72"/>
                  </a:lnTo>
                  <a:lnTo>
                    <a:pt x="121" y="72"/>
                  </a:lnTo>
                  <a:lnTo>
                    <a:pt x="110" y="72"/>
                  </a:lnTo>
                  <a:lnTo>
                    <a:pt x="90" y="72"/>
                  </a:lnTo>
                  <a:lnTo>
                    <a:pt x="70" y="63"/>
                  </a:lnTo>
                  <a:lnTo>
                    <a:pt x="60" y="54"/>
                  </a:lnTo>
                  <a:lnTo>
                    <a:pt x="70" y="54"/>
                  </a:lnTo>
                  <a:lnTo>
                    <a:pt x="70" y="45"/>
                  </a:lnTo>
                  <a:lnTo>
                    <a:pt x="60" y="45"/>
                  </a:lnTo>
                  <a:lnTo>
                    <a:pt x="50" y="27"/>
                  </a:lnTo>
                  <a:lnTo>
                    <a:pt x="50" y="18"/>
                  </a:lnTo>
                  <a:lnTo>
                    <a:pt x="40" y="27"/>
                  </a:lnTo>
                  <a:lnTo>
                    <a:pt x="20" y="18"/>
                  </a:lnTo>
                  <a:lnTo>
                    <a:pt x="10" y="9"/>
                  </a:ln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40" y="9"/>
                  </a:lnTo>
                  <a:lnTo>
                    <a:pt x="60" y="18"/>
                  </a:lnTo>
                  <a:lnTo>
                    <a:pt x="70" y="18"/>
                  </a:lnTo>
                  <a:lnTo>
                    <a:pt x="70" y="9"/>
                  </a:lnTo>
                  <a:lnTo>
                    <a:pt x="80" y="9"/>
                  </a:lnTo>
                  <a:lnTo>
                    <a:pt x="80" y="18"/>
                  </a:lnTo>
                  <a:lnTo>
                    <a:pt x="100" y="27"/>
                  </a:lnTo>
                  <a:lnTo>
                    <a:pt x="110" y="27"/>
                  </a:lnTo>
                  <a:lnTo>
                    <a:pt x="90" y="27"/>
                  </a:lnTo>
                  <a:lnTo>
                    <a:pt x="80" y="27"/>
                  </a:lnTo>
                  <a:lnTo>
                    <a:pt x="90" y="45"/>
                  </a:lnTo>
                  <a:lnTo>
                    <a:pt x="100" y="45"/>
                  </a:lnTo>
                  <a:lnTo>
                    <a:pt x="110" y="45"/>
                  </a:lnTo>
                  <a:lnTo>
                    <a:pt x="131" y="45"/>
                  </a:lnTo>
                  <a:lnTo>
                    <a:pt x="141" y="54"/>
                  </a:lnTo>
                  <a:lnTo>
                    <a:pt x="151" y="54"/>
                  </a:lnTo>
                  <a:lnTo>
                    <a:pt x="171" y="45"/>
                  </a:lnTo>
                  <a:lnTo>
                    <a:pt x="201" y="45"/>
                  </a:lnTo>
                  <a:lnTo>
                    <a:pt x="221" y="45"/>
                  </a:lnTo>
                  <a:lnTo>
                    <a:pt x="241" y="45"/>
                  </a:lnTo>
                  <a:lnTo>
                    <a:pt x="251" y="45"/>
                  </a:lnTo>
                  <a:lnTo>
                    <a:pt x="271" y="54"/>
                  </a:lnTo>
                  <a:lnTo>
                    <a:pt x="261" y="54"/>
                  </a:lnTo>
                  <a:lnTo>
                    <a:pt x="261" y="54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2" name=""/>
            <p:cNvSpPr/>
            <p:nvPr/>
          </p:nvSpPr>
          <p:spPr>
            <a:xfrm>
              <a:off x="2465280" y="2036520"/>
              <a:ext cx="69840" cy="41040"/>
            </a:xfrm>
            <a:custGeom>
              <a:avLst/>
              <a:gdLst/>
              <a:ahLst/>
              <a:rect l="l" t="t" r="r" b="b"/>
              <a:pathLst>
                <a:path w="50" h="27">
                  <a:moveTo>
                    <a:pt x="10" y="9"/>
                  </a:moveTo>
                  <a:lnTo>
                    <a:pt x="10" y="0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40" y="9"/>
                  </a:lnTo>
                  <a:lnTo>
                    <a:pt x="50" y="18"/>
                  </a:lnTo>
                  <a:lnTo>
                    <a:pt x="40" y="27"/>
                  </a:lnTo>
                  <a:lnTo>
                    <a:pt x="30" y="27"/>
                  </a:lnTo>
                  <a:lnTo>
                    <a:pt x="10" y="18"/>
                  </a:lnTo>
                  <a:lnTo>
                    <a:pt x="0" y="18"/>
                  </a:lnTo>
                  <a:lnTo>
                    <a:pt x="10" y="9"/>
                  </a:lnTo>
                  <a:lnTo>
                    <a:pt x="1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760" bIns="-5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3" name=""/>
            <p:cNvSpPr/>
            <p:nvPr/>
          </p:nvSpPr>
          <p:spPr>
            <a:xfrm>
              <a:off x="2477880" y="1939680"/>
              <a:ext cx="57240" cy="14040"/>
            </a:xfrm>
            <a:custGeom>
              <a:avLst/>
              <a:gdLst/>
              <a:ahLst/>
              <a:rect l="l" t="t" r="r" b="b"/>
              <a:pathLst>
                <a:path w="40" h="9">
                  <a:moveTo>
                    <a:pt x="30" y="0"/>
                  </a:moveTo>
                  <a:lnTo>
                    <a:pt x="40" y="0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20" y="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4" name=""/>
            <p:cNvSpPr/>
            <p:nvPr/>
          </p:nvSpPr>
          <p:spPr>
            <a:xfrm>
              <a:off x="2477880" y="1939680"/>
              <a:ext cx="57240" cy="14040"/>
            </a:xfrm>
            <a:custGeom>
              <a:avLst/>
              <a:gdLst/>
              <a:ahLst/>
              <a:rect l="l" t="t" r="r" b="b"/>
              <a:pathLst>
                <a:path w="40" h="9">
                  <a:moveTo>
                    <a:pt x="30" y="0"/>
                  </a:moveTo>
                  <a:lnTo>
                    <a:pt x="40" y="0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20" y="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0" y="0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5" name=""/>
            <p:cNvSpPr/>
            <p:nvPr/>
          </p:nvSpPr>
          <p:spPr>
            <a:xfrm>
              <a:off x="2424240" y="1885680"/>
              <a:ext cx="82440" cy="53640"/>
            </a:xfrm>
            <a:custGeom>
              <a:avLst/>
              <a:gdLst/>
              <a:ahLst/>
              <a:rect l="l" t="t" r="r" b="b"/>
              <a:pathLst>
                <a:path w="60" h="36">
                  <a:moveTo>
                    <a:pt x="20" y="36"/>
                  </a:moveTo>
                  <a:lnTo>
                    <a:pt x="20" y="27"/>
                  </a:lnTo>
                  <a:lnTo>
                    <a:pt x="10" y="18"/>
                  </a:lnTo>
                  <a:lnTo>
                    <a:pt x="0" y="9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2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50" y="9"/>
                  </a:lnTo>
                  <a:lnTo>
                    <a:pt x="60" y="18"/>
                  </a:lnTo>
                  <a:lnTo>
                    <a:pt x="50" y="18"/>
                  </a:lnTo>
                  <a:lnTo>
                    <a:pt x="50" y="27"/>
                  </a:lnTo>
                  <a:lnTo>
                    <a:pt x="60" y="36"/>
                  </a:lnTo>
                  <a:lnTo>
                    <a:pt x="40" y="36"/>
                  </a:lnTo>
                  <a:lnTo>
                    <a:pt x="20" y="36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6" name=""/>
            <p:cNvSpPr/>
            <p:nvPr/>
          </p:nvSpPr>
          <p:spPr>
            <a:xfrm>
              <a:off x="2395440" y="1830240"/>
              <a:ext cx="28800" cy="15480"/>
            </a:xfrm>
            <a:custGeom>
              <a:avLst/>
              <a:gdLst/>
              <a:ahLst/>
              <a:rect l="l" t="t" r="r" b="b"/>
              <a:pathLst>
                <a:path w="20" h="9">
                  <a:moveTo>
                    <a:pt x="20" y="0"/>
                  </a:moveTo>
                  <a:lnTo>
                    <a:pt x="20" y="9"/>
                  </a:lnTo>
                  <a:lnTo>
                    <a:pt x="1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320" bIns="-313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7" name=""/>
            <p:cNvSpPr/>
            <p:nvPr/>
          </p:nvSpPr>
          <p:spPr>
            <a:xfrm>
              <a:off x="2477880" y="1761840"/>
              <a:ext cx="225720" cy="164880"/>
            </a:xfrm>
            <a:custGeom>
              <a:avLst/>
              <a:gdLst/>
              <a:ahLst/>
              <a:rect l="l" t="t" r="r" b="b"/>
              <a:pathLst>
                <a:path w="161" h="107">
                  <a:moveTo>
                    <a:pt x="111" y="45"/>
                  </a:moveTo>
                  <a:lnTo>
                    <a:pt x="121" y="45"/>
                  </a:lnTo>
                  <a:lnTo>
                    <a:pt x="121" y="36"/>
                  </a:lnTo>
                  <a:lnTo>
                    <a:pt x="131" y="36"/>
                  </a:lnTo>
                  <a:lnTo>
                    <a:pt x="131" y="45"/>
                  </a:lnTo>
                  <a:lnTo>
                    <a:pt x="131" y="54"/>
                  </a:lnTo>
                  <a:lnTo>
                    <a:pt x="141" y="54"/>
                  </a:lnTo>
                  <a:lnTo>
                    <a:pt x="151" y="54"/>
                  </a:lnTo>
                  <a:lnTo>
                    <a:pt x="161" y="63"/>
                  </a:lnTo>
                  <a:lnTo>
                    <a:pt x="161" y="71"/>
                  </a:lnTo>
                  <a:lnTo>
                    <a:pt x="141" y="80"/>
                  </a:lnTo>
                  <a:lnTo>
                    <a:pt x="131" y="89"/>
                  </a:lnTo>
                  <a:lnTo>
                    <a:pt x="121" y="89"/>
                  </a:lnTo>
                  <a:lnTo>
                    <a:pt x="121" y="80"/>
                  </a:lnTo>
                  <a:lnTo>
                    <a:pt x="121" y="89"/>
                  </a:lnTo>
                  <a:lnTo>
                    <a:pt x="111" y="89"/>
                  </a:lnTo>
                  <a:lnTo>
                    <a:pt x="121" y="89"/>
                  </a:lnTo>
                  <a:lnTo>
                    <a:pt x="121" y="98"/>
                  </a:lnTo>
                  <a:lnTo>
                    <a:pt x="111" y="98"/>
                  </a:lnTo>
                  <a:lnTo>
                    <a:pt x="111" y="107"/>
                  </a:lnTo>
                  <a:lnTo>
                    <a:pt x="100" y="98"/>
                  </a:lnTo>
                  <a:lnTo>
                    <a:pt x="100" y="89"/>
                  </a:lnTo>
                  <a:lnTo>
                    <a:pt x="90" y="98"/>
                  </a:lnTo>
                  <a:lnTo>
                    <a:pt x="90" y="107"/>
                  </a:lnTo>
                  <a:lnTo>
                    <a:pt x="80" y="107"/>
                  </a:lnTo>
                  <a:lnTo>
                    <a:pt x="70" y="107"/>
                  </a:lnTo>
                  <a:lnTo>
                    <a:pt x="60" y="98"/>
                  </a:lnTo>
                  <a:lnTo>
                    <a:pt x="60" y="89"/>
                  </a:lnTo>
                  <a:lnTo>
                    <a:pt x="40" y="89"/>
                  </a:lnTo>
                  <a:lnTo>
                    <a:pt x="40" y="80"/>
                  </a:lnTo>
                  <a:lnTo>
                    <a:pt x="50" y="71"/>
                  </a:lnTo>
                  <a:lnTo>
                    <a:pt x="60" y="71"/>
                  </a:lnTo>
                  <a:lnTo>
                    <a:pt x="80" y="71"/>
                  </a:lnTo>
                  <a:lnTo>
                    <a:pt x="70" y="71"/>
                  </a:lnTo>
                  <a:lnTo>
                    <a:pt x="60" y="63"/>
                  </a:lnTo>
                  <a:lnTo>
                    <a:pt x="50" y="63"/>
                  </a:lnTo>
                  <a:lnTo>
                    <a:pt x="50" y="71"/>
                  </a:lnTo>
                  <a:lnTo>
                    <a:pt x="40" y="71"/>
                  </a:lnTo>
                  <a:lnTo>
                    <a:pt x="30" y="63"/>
                  </a:lnTo>
                  <a:lnTo>
                    <a:pt x="30" y="71"/>
                  </a:lnTo>
                  <a:lnTo>
                    <a:pt x="20" y="63"/>
                  </a:lnTo>
                  <a:lnTo>
                    <a:pt x="30" y="63"/>
                  </a:lnTo>
                  <a:lnTo>
                    <a:pt x="30" y="54"/>
                  </a:lnTo>
                  <a:lnTo>
                    <a:pt x="20" y="54"/>
                  </a:lnTo>
                  <a:lnTo>
                    <a:pt x="0" y="54"/>
                  </a:lnTo>
                  <a:lnTo>
                    <a:pt x="0" y="45"/>
                  </a:lnTo>
                  <a:lnTo>
                    <a:pt x="10" y="45"/>
                  </a:lnTo>
                  <a:lnTo>
                    <a:pt x="20" y="45"/>
                  </a:lnTo>
                  <a:lnTo>
                    <a:pt x="30" y="45"/>
                  </a:lnTo>
                  <a:lnTo>
                    <a:pt x="20" y="36"/>
                  </a:lnTo>
                  <a:lnTo>
                    <a:pt x="10" y="36"/>
                  </a:lnTo>
                  <a:lnTo>
                    <a:pt x="0" y="27"/>
                  </a:lnTo>
                  <a:lnTo>
                    <a:pt x="10" y="27"/>
                  </a:lnTo>
                  <a:lnTo>
                    <a:pt x="20" y="27"/>
                  </a:lnTo>
                  <a:lnTo>
                    <a:pt x="30" y="27"/>
                  </a:lnTo>
                  <a:lnTo>
                    <a:pt x="40" y="27"/>
                  </a:lnTo>
                  <a:lnTo>
                    <a:pt x="30" y="27"/>
                  </a:lnTo>
                  <a:lnTo>
                    <a:pt x="20" y="27"/>
                  </a:lnTo>
                  <a:lnTo>
                    <a:pt x="20" y="18"/>
                  </a:lnTo>
                  <a:lnTo>
                    <a:pt x="30" y="9"/>
                  </a:lnTo>
                  <a:lnTo>
                    <a:pt x="30" y="18"/>
                  </a:lnTo>
                  <a:lnTo>
                    <a:pt x="40" y="18"/>
                  </a:lnTo>
                  <a:lnTo>
                    <a:pt x="50" y="18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60" y="0"/>
                  </a:lnTo>
                  <a:lnTo>
                    <a:pt x="60" y="9"/>
                  </a:lnTo>
                  <a:lnTo>
                    <a:pt x="70" y="18"/>
                  </a:lnTo>
                  <a:lnTo>
                    <a:pt x="70" y="27"/>
                  </a:lnTo>
                  <a:lnTo>
                    <a:pt x="80" y="27"/>
                  </a:lnTo>
                  <a:lnTo>
                    <a:pt x="90" y="27"/>
                  </a:lnTo>
                  <a:lnTo>
                    <a:pt x="100" y="27"/>
                  </a:lnTo>
                  <a:lnTo>
                    <a:pt x="111" y="36"/>
                  </a:lnTo>
                  <a:lnTo>
                    <a:pt x="111" y="45"/>
                  </a:lnTo>
                  <a:lnTo>
                    <a:pt x="111" y="45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8" name=""/>
            <p:cNvSpPr/>
            <p:nvPr/>
          </p:nvSpPr>
          <p:spPr>
            <a:xfrm>
              <a:off x="2899080" y="2338200"/>
              <a:ext cx="41400" cy="28080"/>
            </a:xfrm>
            <a:custGeom>
              <a:avLst/>
              <a:gdLst/>
              <a:ahLst/>
              <a:rect l="l" t="t" r="r" b="b"/>
              <a:pathLst>
                <a:path w="30" h="18">
                  <a:moveTo>
                    <a:pt x="30" y="9"/>
                  </a:moveTo>
                  <a:lnTo>
                    <a:pt x="10" y="18"/>
                  </a:lnTo>
                  <a:lnTo>
                    <a:pt x="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30" y="9"/>
                  </a:lnTo>
                  <a:lnTo>
                    <a:pt x="3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720" bIns="-187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9" name=""/>
            <p:cNvSpPr/>
            <p:nvPr/>
          </p:nvSpPr>
          <p:spPr>
            <a:xfrm>
              <a:off x="2800440" y="2119320"/>
              <a:ext cx="112680" cy="39240"/>
            </a:xfrm>
            <a:custGeom>
              <a:avLst/>
              <a:gdLst/>
              <a:ahLst/>
              <a:rect l="l" t="t" r="r" b="b"/>
              <a:pathLst>
                <a:path w="80" h="26">
                  <a:moveTo>
                    <a:pt x="30" y="26"/>
                  </a:moveTo>
                  <a:lnTo>
                    <a:pt x="20" y="26"/>
                  </a:lnTo>
                  <a:lnTo>
                    <a:pt x="20" y="17"/>
                  </a:lnTo>
                  <a:lnTo>
                    <a:pt x="10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30" y="0"/>
                  </a:lnTo>
                  <a:lnTo>
                    <a:pt x="40" y="0"/>
                  </a:lnTo>
                  <a:lnTo>
                    <a:pt x="60" y="0"/>
                  </a:lnTo>
                  <a:lnTo>
                    <a:pt x="70" y="8"/>
                  </a:lnTo>
                  <a:lnTo>
                    <a:pt x="80" y="17"/>
                  </a:lnTo>
                  <a:lnTo>
                    <a:pt x="70" y="17"/>
                  </a:lnTo>
                  <a:lnTo>
                    <a:pt x="70" y="26"/>
                  </a:lnTo>
                  <a:lnTo>
                    <a:pt x="60" y="26"/>
                  </a:lnTo>
                  <a:lnTo>
                    <a:pt x="50" y="17"/>
                  </a:lnTo>
                  <a:lnTo>
                    <a:pt x="50" y="26"/>
                  </a:lnTo>
                  <a:lnTo>
                    <a:pt x="40" y="26"/>
                  </a:lnTo>
                  <a:lnTo>
                    <a:pt x="30" y="26"/>
                  </a:lnTo>
                  <a:lnTo>
                    <a:pt x="30" y="2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560" bIns="-7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0" name=""/>
            <p:cNvSpPr/>
            <p:nvPr/>
          </p:nvSpPr>
          <p:spPr>
            <a:xfrm>
              <a:off x="2940480" y="2338200"/>
              <a:ext cx="28440" cy="12240"/>
            </a:xfrm>
            <a:custGeom>
              <a:avLst/>
              <a:gdLst/>
              <a:ahLst/>
              <a:rect l="l" t="t" r="r" b="b"/>
              <a:pathLst>
                <a:path w="21" h="9">
                  <a:moveTo>
                    <a:pt x="1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9"/>
                  </a:lnTo>
                  <a:lnTo>
                    <a:pt x="10" y="9"/>
                  </a:lnTo>
                  <a:lnTo>
                    <a:pt x="10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1" name=""/>
            <p:cNvSpPr/>
            <p:nvPr/>
          </p:nvSpPr>
          <p:spPr>
            <a:xfrm>
              <a:off x="2940480" y="2338200"/>
              <a:ext cx="28440" cy="12240"/>
            </a:xfrm>
            <a:custGeom>
              <a:avLst/>
              <a:gdLst/>
              <a:ahLst/>
              <a:rect l="l" t="t" r="r" b="b"/>
              <a:pathLst>
                <a:path w="21" h="9">
                  <a:moveTo>
                    <a:pt x="1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9"/>
                  </a:lnTo>
                  <a:lnTo>
                    <a:pt x="10" y="9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560" bIns="-345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2" name=""/>
            <p:cNvSpPr/>
            <p:nvPr/>
          </p:nvSpPr>
          <p:spPr>
            <a:xfrm>
              <a:off x="2843280" y="2296800"/>
              <a:ext cx="11160" cy="1440"/>
            </a:xfrm>
            <a:custGeom>
              <a:avLst/>
              <a:gdLst/>
              <a:ah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3" name=""/>
            <p:cNvSpPr/>
            <p:nvPr/>
          </p:nvSpPr>
          <p:spPr>
            <a:xfrm>
              <a:off x="2843280" y="2296800"/>
              <a:ext cx="11160" cy="1440"/>
            </a:xfrm>
            <a:custGeom>
              <a:avLst/>
              <a:gdLst/>
              <a:ah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  <a:lnTo>
                    <a:pt x="0" y="0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4" name=""/>
            <p:cNvSpPr/>
            <p:nvPr/>
          </p:nvSpPr>
          <p:spPr>
            <a:xfrm>
              <a:off x="2604960" y="2119320"/>
              <a:ext cx="630360" cy="424800"/>
            </a:xfrm>
            <a:custGeom>
              <a:avLst/>
              <a:gdLst/>
              <a:ahLst/>
              <a:rect l="l" t="t" r="r" b="b"/>
              <a:pathLst>
                <a:path w="452" h="277">
                  <a:moveTo>
                    <a:pt x="422" y="196"/>
                  </a:moveTo>
                  <a:lnTo>
                    <a:pt x="422" y="205"/>
                  </a:lnTo>
                  <a:lnTo>
                    <a:pt x="412" y="205"/>
                  </a:lnTo>
                  <a:lnTo>
                    <a:pt x="392" y="205"/>
                  </a:lnTo>
                  <a:lnTo>
                    <a:pt x="382" y="187"/>
                  </a:lnTo>
                  <a:lnTo>
                    <a:pt x="362" y="179"/>
                  </a:lnTo>
                  <a:lnTo>
                    <a:pt x="352" y="179"/>
                  </a:lnTo>
                  <a:lnTo>
                    <a:pt x="352" y="187"/>
                  </a:lnTo>
                  <a:lnTo>
                    <a:pt x="362" y="187"/>
                  </a:lnTo>
                  <a:lnTo>
                    <a:pt x="352" y="187"/>
                  </a:lnTo>
                  <a:lnTo>
                    <a:pt x="352" y="196"/>
                  </a:lnTo>
                  <a:lnTo>
                    <a:pt x="362" y="196"/>
                  </a:lnTo>
                  <a:lnTo>
                    <a:pt x="362" y="205"/>
                  </a:lnTo>
                  <a:lnTo>
                    <a:pt x="372" y="205"/>
                  </a:lnTo>
                  <a:lnTo>
                    <a:pt x="382" y="205"/>
                  </a:lnTo>
                  <a:lnTo>
                    <a:pt x="382" y="214"/>
                  </a:lnTo>
                  <a:lnTo>
                    <a:pt x="392" y="214"/>
                  </a:lnTo>
                  <a:lnTo>
                    <a:pt x="402" y="214"/>
                  </a:lnTo>
                  <a:lnTo>
                    <a:pt x="402" y="223"/>
                  </a:lnTo>
                  <a:lnTo>
                    <a:pt x="402" y="232"/>
                  </a:lnTo>
                  <a:lnTo>
                    <a:pt x="402" y="241"/>
                  </a:lnTo>
                  <a:lnTo>
                    <a:pt x="402" y="250"/>
                  </a:lnTo>
                  <a:lnTo>
                    <a:pt x="402" y="259"/>
                  </a:lnTo>
                  <a:lnTo>
                    <a:pt x="382" y="250"/>
                  </a:lnTo>
                  <a:lnTo>
                    <a:pt x="362" y="241"/>
                  </a:lnTo>
                  <a:lnTo>
                    <a:pt x="342" y="232"/>
                  </a:lnTo>
                  <a:lnTo>
                    <a:pt x="352" y="250"/>
                  </a:lnTo>
                  <a:lnTo>
                    <a:pt x="372" y="259"/>
                  </a:lnTo>
                  <a:lnTo>
                    <a:pt x="372" y="268"/>
                  </a:lnTo>
                  <a:lnTo>
                    <a:pt x="372" y="277"/>
                  </a:lnTo>
                  <a:lnTo>
                    <a:pt x="372" y="268"/>
                  </a:lnTo>
                  <a:lnTo>
                    <a:pt x="352" y="259"/>
                  </a:lnTo>
                  <a:lnTo>
                    <a:pt x="342" y="259"/>
                  </a:lnTo>
                  <a:lnTo>
                    <a:pt x="332" y="259"/>
                  </a:lnTo>
                  <a:lnTo>
                    <a:pt x="302" y="259"/>
                  </a:lnTo>
                  <a:lnTo>
                    <a:pt x="292" y="250"/>
                  </a:lnTo>
                  <a:lnTo>
                    <a:pt x="292" y="232"/>
                  </a:lnTo>
                  <a:lnTo>
                    <a:pt x="272" y="232"/>
                  </a:lnTo>
                  <a:lnTo>
                    <a:pt x="262" y="223"/>
                  </a:lnTo>
                  <a:lnTo>
                    <a:pt x="241" y="214"/>
                  </a:lnTo>
                  <a:lnTo>
                    <a:pt x="241" y="223"/>
                  </a:lnTo>
                  <a:lnTo>
                    <a:pt x="231" y="214"/>
                  </a:lnTo>
                  <a:lnTo>
                    <a:pt x="221" y="214"/>
                  </a:lnTo>
                  <a:lnTo>
                    <a:pt x="211" y="223"/>
                  </a:lnTo>
                  <a:lnTo>
                    <a:pt x="191" y="214"/>
                  </a:lnTo>
                  <a:lnTo>
                    <a:pt x="191" y="205"/>
                  </a:lnTo>
                  <a:lnTo>
                    <a:pt x="191" y="205"/>
                  </a:lnTo>
                  <a:lnTo>
                    <a:pt x="201" y="205"/>
                  </a:lnTo>
                  <a:lnTo>
                    <a:pt x="211" y="205"/>
                  </a:lnTo>
                  <a:lnTo>
                    <a:pt x="221" y="205"/>
                  </a:lnTo>
                  <a:lnTo>
                    <a:pt x="231" y="205"/>
                  </a:lnTo>
                  <a:lnTo>
                    <a:pt x="241" y="205"/>
                  </a:lnTo>
                  <a:lnTo>
                    <a:pt x="251" y="205"/>
                  </a:lnTo>
                  <a:lnTo>
                    <a:pt x="262" y="196"/>
                  </a:lnTo>
                  <a:lnTo>
                    <a:pt x="251" y="196"/>
                  </a:lnTo>
                  <a:lnTo>
                    <a:pt x="251" y="187"/>
                  </a:lnTo>
                  <a:lnTo>
                    <a:pt x="241" y="187"/>
                  </a:lnTo>
                  <a:lnTo>
                    <a:pt x="251" y="179"/>
                  </a:lnTo>
                  <a:lnTo>
                    <a:pt x="262" y="179"/>
                  </a:lnTo>
                  <a:lnTo>
                    <a:pt x="272" y="179"/>
                  </a:lnTo>
                  <a:lnTo>
                    <a:pt x="272" y="170"/>
                  </a:lnTo>
                  <a:lnTo>
                    <a:pt x="272" y="161"/>
                  </a:lnTo>
                  <a:lnTo>
                    <a:pt x="272" y="143"/>
                  </a:lnTo>
                  <a:lnTo>
                    <a:pt x="251" y="125"/>
                  </a:lnTo>
                  <a:lnTo>
                    <a:pt x="231" y="116"/>
                  </a:lnTo>
                  <a:lnTo>
                    <a:pt x="231" y="125"/>
                  </a:lnTo>
                  <a:lnTo>
                    <a:pt x="221" y="125"/>
                  </a:lnTo>
                  <a:lnTo>
                    <a:pt x="211" y="125"/>
                  </a:lnTo>
                  <a:lnTo>
                    <a:pt x="211" y="116"/>
                  </a:lnTo>
                  <a:lnTo>
                    <a:pt x="221" y="116"/>
                  </a:lnTo>
                  <a:lnTo>
                    <a:pt x="211" y="107"/>
                  </a:lnTo>
                  <a:lnTo>
                    <a:pt x="201" y="89"/>
                  </a:lnTo>
                  <a:lnTo>
                    <a:pt x="181" y="89"/>
                  </a:lnTo>
                  <a:lnTo>
                    <a:pt x="171" y="89"/>
                  </a:lnTo>
                  <a:lnTo>
                    <a:pt x="171" y="98"/>
                  </a:lnTo>
                  <a:lnTo>
                    <a:pt x="161" y="107"/>
                  </a:lnTo>
                  <a:lnTo>
                    <a:pt x="151" y="107"/>
                  </a:lnTo>
                  <a:lnTo>
                    <a:pt x="151" y="98"/>
                  </a:lnTo>
                  <a:lnTo>
                    <a:pt x="131" y="89"/>
                  </a:lnTo>
                  <a:lnTo>
                    <a:pt x="101" y="98"/>
                  </a:lnTo>
                  <a:lnTo>
                    <a:pt x="71" y="98"/>
                  </a:lnTo>
                  <a:lnTo>
                    <a:pt x="71" y="89"/>
                  </a:lnTo>
                  <a:lnTo>
                    <a:pt x="61" y="89"/>
                  </a:lnTo>
                  <a:lnTo>
                    <a:pt x="51" y="89"/>
                  </a:lnTo>
                  <a:lnTo>
                    <a:pt x="41" y="89"/>
                  </a:lnTo>
                  <a:lnTo>
                    <a:pt x="31" y="89"/>
                  </a:lnTo>
                  <a:lnTo>
                    <a:pt x="21" y="80"/>
                  </a:lnTo>
                  <a:lnTo>
                    <a:pt x="10" y="71"/>
                  </a:lnTo>
                  <a:lnTo>
                    <a:pt x="21" y="71"/>
                  </a:lnTo>
                  <a:lnTo>
                    <a:pt x="31" y="71"/>
                  </a:lnTo>
                  <a:lnTo>
                    <a:pt x="41" y="71"/>
                  </a:lnTo>
                  <a:lnTo>
                    <a:pt x="41" y="62"/>
                  </a:lnTo>
                  <a:lnTo>
                    <a:pt x="31" y="62"/>
                  </a:lnTo>
                  <a:lnTo>
                    <a:pt x="10" y="62"/>
                  </a:lnTo>
                  <a:lnTo>
                    <a:pt x="10" y="53"/>
                  </a:lnTo>
                  <a:lnTo>
                    <a:pt x="0" y="53"/>
                  </a:lnTo>
                  <a:lnTo>
                    <a:pt x="10" y="35"/>
                  </a:lnTo>
                  <a:lnTo>
                    <a:pt x="10" y="26"/>
                  </a:lnTo>
                  <a:lnTo>
                    <a:pt x="10" y="17"/>
                  </a:lnTo>
                  <a:lnTo>
                    <a:pt x="31" y="0"/>
                  </a:lnTo>
                  <a:lnTo>
                    <a:pt x="41" y="0"/>
                  </a:lnTo>
                  <a:lnTo>
                    <a:pt x="61" y="0"/>
                  </a:lnTo>
                  <a:lnTo>
                    <a:pt x="71" y="0"/>
                  </a:lnTo>
                  <a:lnTo>
                    <a:pt x="71" y="8"/>
                  </a:lnTo>
                  <a:lnTo>
                    <a:pt x="61" y="17"/>
                  </a:lnTo>
                  <a:lnTo>
                    <a:pt x="51" y="26"/>
                  </a:lnTo>
                  <a:lnTo>
                    <a:pt x="51" y="35"/>
                  </a:lnTo>
                  <a:lnTo>
                    <a:pt x="61" y="35"/>
                  </a:lnTo>
                  <a:lnTo>
                    <a:pt x="61" y="44"/>
                  </a:lnTo>
                  <a:lnTo>
                    <a:pt x="71" y="44"/>
                  </a:lnTo>
                  <a:lnTo>
                    <a:pt x="71" y="35"/>
                  </a:lnTo>
                  <a:lnTo>
                    <a:pt x="71" y="26"/>
                  </a:lnTo>
                  <a:lnTo>
                    <a:pt x="81" y="8"/>
                  </a:lnTo>
                  <a:lnTo>
                    <a:pt x="111" y="0"/>
                  </a:lnTo>
                  <a:lnTo>
                    <a:pt x="131" y="0"/>
                  </a:lnTo>
                  <a:lnTo>
                    <a:pt x="141" y="0"/>
                  </a:lnTo>
                  <a:lnTo>
                    <a:pt x="141" y="17"/>
                  </a:lnTo>
                  <a:lnTo>
                    <a:pt x="151" y="35"/>
                  </a:lnTo>
                  <a:lnTo>
                    <a:pt x="161" y="35"/>
                  </a:lnTo>
                  <a:lnTo>
                    <a:pt x="171" y="35"/>
                  </a:lnTo>
                  <a:lnTo>
                    <a:pt x="181" y="35"/>
                  </a:lnTo>
                  <a:lnTo>
                    <a:pt x="191" y="35"/>
                  </a:lnTo>
                  <a:lnTo>
                    <a:pt x="201" y="26"/>
                  </a:lnTo>
                  <a:lnTo>
                    <a:pt x="211" y="26"/>
                  </a:lnTo>
                  <a:lnTo>
                    <a:pt x="221" y="35"/>
                  </a:lnTo>
                  <a:lnTo>
                    <a:pt x="241" y="35"/>
                  </a:lnTo>
                  <a:lnTo>
                    <a:pt x="241" y="44"/>
                  </a:lnTo>
                  <a:lnTo>
                    <a:pt x="251" y="53"/>
                  </a:lnTo>
                  <a:lnTo>
                    <a:pt x="272" y="62"/>
                  </a:lnTo>
                  <a:lnTo>
                    <a:pt x="282" y="62"/>
                  </a:lnTo>
                  <a:lnTo>
                    <a:pt x="292" y="62"/>
                  </a:lnTo>
                  <a:lnTo>
                    <a:pt x="302" y="62"/>
                  </a:lnTo>
                  <a:lnTo>
                    <a:pt x="312" y="71"/>
                  </a:lnTo>
                  <a:lnTo>
                    <a:pt x="332" y="80"/>
                  </a:lnTo>
                  <a:lnTo>
                    <a:pt x="342" y="80"/>
                  </a:lnTo>
                  <a:lnTo>
                    <a:pt x="342" y="89"/>
                  </a:lnTo>
                  <a:lnTo>
                    <a:pt x="352" y="89"/>
                  </a:lnTo>
                  <a:lnTo>
                    <a:pt x="362" y="89"/>
                  </a:lnTo>
                  <a:lnTo>
                    <a:pt x="372" y="98"/>
                  </a:lnTo>
                  <a:lnTo>
                    <a:pt x="362" y="98"/>
                  </a:lnTo>
                  <a:lnTo>
                    <a:pt x="352" y="107"/>
                  </a:lnTo>
                  <a:lnTo>
                    <a:pt x="342" y="107"/>
                  </a:lnTo>
                  <a:lnTo>
                    <a:pt x="352" y="107"/>
                  </a:lnTo>
                  <a:lnTo>
                    <a:pt x="362" y="107"/>
                  </a:lnTo>
                  <a:lnTo>
                    <a:pt x="372" y="107"/>
                  </a:lnTo>
                  <a:lnTo>
                    <a:pt x="372" y="116"/>
                  </a:lnTo>
                  <a:lnTo>
                    <a:pt x="362" y="116"/>
                  </a:lnTo>
                  <a:lnTo>
                    <a:pt x="352" y="125"/>
                  </a:lnTo>
                  <a:lnTo>
                    <a:pt x="362" y="125"/>
                  </a:lnTo>
                  <a:lnTo>
                    <a:pt x="372" y="125"/>
                  </a:lnTo>
                  <a:lnTo>
                    <a:pt x="372" y="134"/>
                  </a:lnTo>
                  <a:lnTo>
                    <a:pt x="382" y="143"/>
                  </a:lnTo>
                  <a:lnTo>
                    <a:pt x="392" y="152"/>
                  </a:lnTo>
                  <a:lnTo>
                    <a:pt x="402" y="152"/>
                  </a:lnTo>
                  <a:lnTo>
                    <a:pt x="402" y="161"/>
                  </a:lnTo>
                  <a:lnTo>
                    <a:pt x="412" y="161"/>
                  </a:lnTo>
                  <a:lnTo>
                    <a:pt x="422" y="161"/>
                  </a:lnTo>
                  <a:lnTo>
                    <a:pt x="432" y="170"/>
                  </a:lnTo>
                  <a:lnTo>
                    <a:pt x="442" y="170"/>
                  </a:lnTo>
                  <a:lnTo>
                    <a:pt x="442" y="179"/>
                  </a:lnTo>
                  <a:lnTo>
                    <a:pt x="452" y="179"/>
                  </a:lnTo>
                  <a:lnTo>
                    <a:pt x="442" y="179"/>
                  </a:lnTo>
                  <a:lnTo>
                    <a:pt x="442" y="187"/>
                  </a:lnTo>
                  <a:lnTo>
                    <a:pt x="442" y="196"/>
                  </a:lnTo>
                  <a:lnTo>
                    <a:pt x="432" y="196"/>
                  </a:lnTo>
                  <a:lnTo>
                    <a:pt x="422" y="196"/>
                  </a:lnTo>
                  <a:lnTo>
                    <a:pt x="422" y="196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5" name=""/>
            <p:cNvSpPr/>
            <p:nvPr/>
          </p:nvSpPr>
          <p:spPr>
            <a:xfrm>
              <a:off x="2562120" y="1666800"/>
              <a:ext cx="673200" cy="340920"/>
            </a:xfrm>
            <a:custGeom>
              <a:avLst/>
              <a:gdLst/>
              <a:ahLst/>
              <a:rect l="l" t="t" r="r" b="b"/>
              <a:pathLst>
                <a:path w="482" h="224">
                  <a:moveTo>
                    <a:pt x="402" y="9"/>
                  </a:moveTo>
                  <a:lnTo>
                    <a:pt x="392" y="18"/>
                  </a:lnTo>
                  <a:lnTo>
                    <a:pt x="382" y="18"/>
                  </a:lnTo>
                  <a:lnTo>
                    <a:pt x="402" y="18"/>
                  </a:lnTo>
                  <a:lnTo>
                    <a:pt x="412" y="9"/>
                  </a:lnTo>
                  <a:lnTo>
                    <a:pt x="432" y="9"/>
                  </a:lnTo>
                  <a:lnTo>
                    <a:pt x="442" y="18"/>
                  </a:lnTo>
                  <a:lnTo>
                    <a:pt x="462" y="27"/>
                  </a:lnTo>
                  <a:lnTo>
                    <a:pt x="472" y="27"/>
                  </a:lnTo>
                  <a:lnTo>
                    <a:pt x="482" y="27"/>
                  </a:lnTo>
                  <a:lnTo>
                    <a:pt x="482" y="36"/>
                  </a:lnTo>
                  <a:lnTo>
                    <a:pt x="472" y="36"/>
                  </a:lnTo>
                  <a:lnTo>
                    <a:pt x="442" y="45"/>
                  </a:lnTo>
                  <a:lnTo>
                    <a:pt x="422" y="54"/>
                  </a:lnTo>
                  <a:lnTo>
                    <a:pt x="392" y="63"/>
                  </a:lnTo>
                  <a:lnTo>
                    <a:pt x="402" y="63"/>
                  </a:lnTo>
                  <a:lnTo>
                    <a:pt x="422" y="63"/>
                  </a:lnTo>
                  <a:lnTo>
                    <a:pt x="432" y="63"/>
                  </a:lnTo>
                  <a:lnTo>
                    <a:pt x="412" y="72"/>
                  </a:lnTo>
                  <a:lnTo>
                    <a:pt x="392" y="81"/>
                  </a:lnTo>
                  <a:lnTo>
                    <a:pt x="372" y="90"/>
                  </a:lnTo>
                  <a:lnTo>
                    <a:pt x="352" y="90"/>
                  </a:lnTo>
                  <a:lnTo>
                    <a:pt x="332" y="108"/>
                  </a:lnTo>
                  <a:lnTo>
                    <a:pt x="322" y="117"/>
                  </a:lnTo>
                  <a:lnTo>
                    <a:pt x="312" y="117"/>
                  </a:lnTo>
                  <a:lnTo>
                    <a:pt x="302" y="117"/>
                  </a:lnTo>
                  <a:lnTo>
                    <a:pt x="292" y="117"/>
                  </a:lnTo>
                  <a:lnTo>
                    <a:pt x="271" y="126"/>
                  </a:lnTo>
                  <a:lnTo>
                    <a:pt x="261" y="134"/>
                  </a:lnTo>
                  <a:lnTo>
                    <a:pt x="271" y="134"/>
                  </a:lnTo>
                  <a:lnTo>
                    <a:pt x="271" y="143"/>
                  </a:lnTo>
                  <a:lnTo>
                    <a:pt x="261" y="143"/>
                  </a:lnTo>
                  <a:lnTo>
                    <a:pt x="271" y="152"/>
                  </a:lnTo>
                  <a:lnTo>
                    <a:pt x="261" y="161"/>
                  </a:lnTo>
                  <a:lnTo>
                    <a:pt x="251" y="170"/>
                  </a:lnTo>
                  <a:lnTo>
                    <a:pt x="241" y="179"/>
                  </a:lnTo>
                  <a:lnTo>
                    <a:pt x="231" y="179"/>
                  </a:lnTo>
                  <a:lnTo>
                    <a:pt x="221" y="179"/>
                  </a:lnTo>
                  <a:lnTo>
                    <a:pt x="221" y="188"/>
                  </a:lnTo>
                  <a:lnTo>
                    <a:pt x="201" y="197"/>
                  </a:lnTo>
                  <a:lnTo>
                    <a:pt x="201" y="206"/>
                  </a:lnTo>
                  <a:lnTo>
                    <a:pt x="211" y="206"/>
                  </a:lnTo>
                  <a:lnTo>
                    <a:pt x="221" y="206"/>
                  </a:lnTo>
                  <a:lnTo>
                    <a:pt x="211" y="215"/>
                  </a:lnTo>
                  <a:lnTo>
                    <a:pt x="201" y="224"/>
                  </a:lnTo>
                  <a:lnTo>
                    <a:pt x="181" y="224"/>
                  </a:lnTo>
                  <a:lnTo>
                    <a:pt x="171" y="224"/>
                  </a:lnTo>
                  <a:lnTo>
                    <a:pt x="161" y="215"/>
                  </a:lnTo>
                  <a:lnTo>
                    <a:pt x="141" y="215"/>
                  </a:lnTo>
                  <a:lnTo>
                    <a:pt x="121" y="215"/>
                  </a:lnTo>
                  <a:lnTo>
                    <a:pt x="111" y="215"/>
                  </a:lnTo>
                  <a:lnTo>
                    <a:pt x="111" y="224"/>
                  </a:lnTo>
                  <a:lnTo>
                    <a:pt x="101" y="224"/>
                  </a:lnTo>
                  <a:lnTo>
                    <a:pt x="91" y="224"/>
                  </a:lnTo>
                  <a:lnTo>
                    <a:pt x="71" y="215"/>
                  </a:lnTo>
                  <a:lnTo>
                    <a:pt x="51" y="215"/>
                  </a:lnTo>
                  <a:lnTo>
                    <a:pt x="40" y="215"/>
                  </a:lnTo>
                  <a:lnTo>
                    <a:pt x="51" y="206"/>
                  </a:lnTo>
                  <a:lnTo>
                    <a:pt x="71" y="197"/>
                  </a:lnTo>
                  <a:lnTo>
                    <a:pt x="81" y="197"/>
                  </a:lnTo>
                  <a:lnTo>
                    <a:pt x="71" y="188"/>
                  </a:lnTo>
                  <a:lnTo>
                    <a:pt x="61" y="179"/>
                  </a:lnTo>
                  <a:lnTo>
                    <a:pt x="71" y="179"/>
                  </a:lnTo>
                  <a:lnTo>
                    <a:pt x="91" y="179"/>
                  </a:lnTo>
                  <a:lnTo>
                    <a:pt x="101" y="179"/>
                  </a:lnTo>
                  <a:lnTo>
                    <a:pt x="111" y="188"/>
                  </a:lnTo>
                  <a:lnTo>
                    <a:pt x="121" y="188"/>
                  </a:lnTo>
                  <a:lnTo>
                    <a:pt x="111" y="179"/>
                  </a:lnTo>
                  <a:lnTo>
                    <a:pt x="101" y="179"/>
                  </a:lnTo>
                  <a:lnTo>
                    <a:pt x="101" y="170"/>
                  </a:lnTo>
                  <a:lnTo>
                    <a:pt x="91" y="170"/>
                  </a:lnTo>
                  <a:lnTo>
                    <a:pt x="81" y="170"/>
                  </a:lnTo>
                  <a:lnTo>
                    <a:pt x="71" y="170"/>
                  </a:lnTo>
                  <a:lnTo>
                    <a:pt x="71" y="161"/>
                  </a:lnTo>
                  <a:lnTo>
                    <a:pt x="71" y="152"/>
                  </a:lnTo>
                  <a:lnTo>
                    <a:pt x="81" y="152"/>
                  </a:lnTo>
                  <a:lnTo>
                    <a:pt x="91" y="152"/>
                  </a:lnTo>
                  <a:lnTo>
                    <a:pt x="101" y="152"/>
                  </a:lnTo>
                  <a:lnTo>
                    <a:pt x="111" y="143"/>
                  </a:lnTo>
                  <a:lnTo>
                    <a:pt x="121" y="134"/>
                  </a:lnTo>
                  <a:lnTo>
                    <a:pt x="111" y="117"/>
                  </a:lnTo>
                  <a:lnTo>
                    <a:pt x="91" y="117"/>
                  </a:lnTo>
                  <a:lnTo>
                    <a:pt x="81" y="108"/>
                  </a:lnTo>
                  <a:lnTo>
                    <a:pt x="91" y="108"/>
                  </a:lnTo>
                  <a:lnTo>
                    <a:pt x="101" y="108"/>
                  </a:lnTo>
                  <a:lnTo>
                    <a:pt x="91" y="108"/>
                  </a:lnTo>
                  <a:lnTo>
                    <a:pt x="91" y="99"/>
                  </a:lnTo>
                  <a:lnTo>
                    <a:pt x="101" y="99"/>
                  </a:lnTo>
                  <a:lnTo>
                    <a:pt x="111" y="99"/>
                  </a:lnTo>
                  <a:lnTo>
                    <a:pt x="121" y="99"/>
                  </a:lnTo>
                  <a:lnTo>
                    <a:pt x="141" y="108"/>
                  </a:lnTo>
                  <a:lnTo>
                    <a:pt x="141" y="117"/>
                  </a:lnTo>
                  <a:lnTo>
                    <a:pt x="161" y="117"/>
                  </a:lnTo>
                  <a:lnTo>
                    <a:pt x="151" y="117"/>
                  </a:lnTo>
                  <a:lnTo>
                    <a:pt x="141" y="108"/>
                  </a:lnTo>
                  <a:lnTo>
                    <a:pt x="141" y="99"/>
                  </a:lnTo>
                  <a:lnTo>
                    <a:pt x="151" y="99"/>
                  </a:lnTo>
                  <a:lnTo>
                    <a:pt x="161" y="99"/>
                  </a:lnTo>
                  <a:lnTo>
                    <a:pt x="171" y="99"/>
                  </a:lnTo>
                  <a:lnTo>
                    <a:pt x="181" y="90"/>
                  </a:lnTo>
                  <a:lnTo>
                    <a:pt x="191" y="90"/>
                  </a:lnTo>
                  <a:lnTo>
                    <a:pt x="201" y="90"/>
                  </a:lnTo>
                  <a:lnTo>
                    <a:pt x="191" y="90"/>
                  </a:lnTo>
                  <a:lnTo>
                    <a:pt x="171" y="90"/>
                  </a:lnTo>
                  <a:lnTo>
                    <a:pt x="161" y="90"/>
                  </a:lnTo>
                  <a:lnTo>
                    <a:pt x="141" y="90"/>
                  </a:lnTo>
                  <a:lnTo>
                    <a:pt x="131" y="90"/>
                  </a:lnTo>
                  <a:lnTo>
                    <a:pt x="121" y="90"/>
                  </a:lnTo>
                  <a:lnTo>
                    <a:pt x="111" y="90"/>
                  </a:lnTo>
                  <a:lnTo>
                    <a:pt x="101" y="90"/>
                  </a:lnTo>
                  <a:lnTo>
                    <a:pt x="91" y="90"/>
                  </a:lnTo>
                  <a:lnTo>
                    <a:pt x="81" y="90"/>
                  </a:lnTo>
                  <a:lnTo>
                    <a:pt x="71" y="90"/>
                  </a:lnTo>
                  <a:lnTo>
                    <a:pt x="51" y="90"/>
                  </a:lnTo>
                  <a:lnTo>
                    <a:pt x="40" y="81"/>
                  </a:lnTo>
                  <a:lnTo>
                    <a:pt x="51" y="81"/>
                  </a:lnTo>
                  <a:lnTo>
                    <a:pt x="61" y="72"/>
                  </a:lnTo>
                  <a:lnTo>
                    <a:pt x="51" y="72"/>
                  </a:lnTo>
                  <a:lnTo>
                    <a:pt x="40" y="72"/>
                  </a:lnTo>
                  <a:lnTo>
                    <a:pt x="40" y="63"/>
                  </a:lnTo>
                  <a:lnTo>
                    <a:pt x="51" y="63"/>
                  </a:lnTo>
                  <a:lnTo>
                    <a:pt x="71" y="63"/>
                  </a:lnTo>
                  <a:lnTo>
                    <a:pt x="61" y="63"/>
                  </a:lnTo>
                  <a:lnTo>
                    <a:pt x="51" y="63"/>
                  </a:lnTo>
                  <a:lnTo>
                    <a:pt x="40" y="63"/>
                  </a:lnTo>
                  <a:lnTo>
                    <a:pt x="30" y="63"/>
                  </a:lnTo>
                  <a:lnTo>
                    <a:pt x="40" y="63"/>
                  </a:lnTo>
                  <a:lnTo>
                    <a:pt x="30" y="63"/>
                  </a:lnTo>
                  <a:lnTo>
                    <a:pt x="20" y="63"/>
                  </a:lnTo>
                  <a:lnTo>
                    <a:pt x="10" y="63"/>
                  </a:lnTo>
                  <a:lnTo>
                    <a:pt x="0" y="63"/>
                  </a:lnTo>
                  <a:lnTo>
                    <a:pt x="10" y="54"/>
                  </a:lnTo>
                  <a:lnTo>
                    <a:pt x="40" y="45"/>
                  </a:lnTo>
                  <a:lnTo>
                    <a:pt x="61" y="36"/>
                  </a:lnTo>
                  <a:lnTo>
                    <a:pt x="71" y="36"/>
                  </a:lnTo>
                  <a:lnTo>
                    <a:pt x="91" y="27"/>
                  </a:lnTo>
                  <a:lnTo>
                    <a:pt x="101" y="27"/>
                  </a:lnTo>
                  <a:lnTo>
                    <a:pt x="111" y="27"/>
                  </a:lnTo>
                  <a:lnTo>
                    <a:pt x="121" y="27"/>
                  </a:lnTo>
                  <a:lnTo>
                    <a:pt x="141" y="36"/>
                  </a:lnTo>
                  <a:lnTo>
                    <a:pt x="141" y="27"/>
                  </a:lnTo>
                  <a:lnTo>
                    <a:pt x="151" y="18"/>
                  </a:lnTo>
                  <a:lnTo>
                    <a:pt x="161" y="18"/>
                  </a:lnTo>
                  <a:lnTo>
                    <a:pt x="171" y="18"/>
                  </a:lnTo>
                  <a:lnTo>
                    <a:pt x="171" y="9"/>
                  </a:lnTo>
                  <a:lnTo>
                    <a:pt x="181" y="9"/>
                  </a:lnTo>
                  <a:lnTo>
                    <a:pt x="201" y="9"/>
                  </a:lnTo>
                  <a:lnTo>
                    <a:pt x="221" y="9"/>
                  </a:lnTo>
                  <a:lnTo>
                    <a:pt x="241" y="9"/>
                  </a:lnTo>
                  <a:lnTo>
                    <a:pt x="251" y="0"/>
                  </a:lnTo>
                  <a:lnTo>
                    <a:pt x="261" y="0"/>
                  </a:lnTo>
                  <a:lnTo>
                    <a:pt x="271" y="9"/>
                  </a:lnTo>
                  <a:lnTo>
                    <a:pt x="281" y="9"/>
                  </a:lnTo>
                  <a:lnTo>
                    <a:pt x="281" y="0"/>
                  </a:lnTo>
                  <a:lnTo>
                    <a:pt x="292" y="0"/>
                  </a:lnTo>
                  <a:lnTo>
                    <a:pt x="302" y="0"/>
                  </a:lnTo>
                  <a:lnTo>
                    <a:pt x="312" y="0"/>
                  </a:lnTo>
                  <a:lnTo>
                    <a:pt x="322" y="0"/>
                  </a:lnTo>
                  <a:lnTo>
                    <a:pt x="342" y="0"/>
                  </a:lnTo>
                  <a:lnTo>
                    <a:pt x="372" y="9"/>
                  </a:lnTo>
                  <a:lnTo>
                    <a:pt x="402" y="9"/>
                  </a:lnTo>
                  <a:lnTo>
                    <a:pt x="402" y="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6" name=""/>
            <p:cNvSpPr/>
            <p:nvPr/>
          </p:nvSpPr>
          <p:spPr>
            <a:xfrm>
              <a:off x="2983320" y="1638360"/>
              <a:ext cx="1284120" cy="960120"/>
            </a:xfrm>
            <a:custGeom>
              <a:avLst/>
              <a:gdLst/>
              <a:ahLst/>
              <a:rect l="l" t="t" r="r" b="b"/>
              <a:pathLst>
                <a:path w="923" h="627">
                  <a:moveTo>
                    <a:pt x="311" y="439"/>
                  </a:moveTo>
                  <a:lnTo>
                    <a:pt x="321" y="439"/>
                  </a:lnTo>
                  <a:lnTo>
                    <a:pt x="321" y="430"/>
                  </a:lnTo>
                  <a:lnTo>
                    <a:pt x="331" y="421"/>
                  </a:lnTo>
                  <a:lnTo>
                    <a:pt x="341" y="403"/>
                  </a:lnTo>
                  <a:lnTo>
                    <a:pt x="321" y="403"/>
                  </a:lnTo>
                  <a:lnTo>
                    <a:pt x="291" y="403"/>
                  </a:lnTo>
                  <a:lnTo>
                    <a:pt x="281" y="385"/>
                  </a:lnTo>
                  <a:lnTo>
                    <a:pt x="291" y="385"/>
                  </a:lnTo>
                  <a:lnTo>
                    <a:pt x="301" y="394"/>
                  </a:lnTo>
                  <a:lnTo>
                    <a:pt x="311" y="394"/>
                  </a:lnTo>
                  <a:lnTo>
                    <a:pt x="321" y="394"/>
                  </a:lnTo>
                  <a:lnTo>
                    <a:pt x="321" y="385"/>
                  </a:lnTo>
                  <a:lnTo>
                    <a:pt x="321" y="376"/>
                  </a:lnTo>
                  <a:lnTo>
                    <a:pt x="301" y="367"/>
                  </a:lnTo>
                  <a:lnTo>
                    <a:pt x="291" y="358"/>
                  </a:lnTo>
                  <a:lnTo>
                    <a:pt x="291" y="367"/>
                  </a:lnTo>
                  <a:lnTo>
                    <a:pt x="281" y="367"/>
                  </a:lnTo>
                  <a:lnTo>
                    <a:pt x="271" y="376"/>
                  </a:lnTo>
                  <a:lnTo>
                    <a:pt x="261" y="367"/>
                  </a:lnTo>
                  <a:lnTo>
                    <a:pt x="261" y="358"/>
                  </a:lnTo>
                  <a:lnTo>
                    <a:pt x="261" y="349"/>
                  </a:lnTo>
                  <a:lnTo>
                    <a:pt x="271" y="349"/>
                  </a:lnTo>
                  <a:lnTo>
                    <a:pt x="271" y="340"/>
                  </a:lnTo>
                  <a:lnTo>
                    <a:pt x="261" y="331"/>
                  </a:lnTo>
                  <a:lnTo>
                    <a:pt x="261" y="322"/>
                  </a:lnTo>
                  <a:lnTo>
                    <a:pt x="261" y="305"/>
                  </a:lnTo>
                  <a:lnTo>
                    <a:pt x="241" y="287"/>
                  </a:lnTo>
                  <a:lnTo>
                    <a:pt x="231" y="269"/>
                  </a:lnTo>
                  <a:lnTo>
                    <a:pt x="200" y="260"/>
                  </a:lnTo>
                  <a:lnTo>
                    <a:pt x="180" y="242"/>
                  </a:lnTo>
                  <a:lnTo>
                    <a:pt x="150" y="242"/>
                  </a:lnTo>
                  <a:lnTo>
                    <a:pt x="140" y="242"/>
                  </a:lnTo>
                  <a:lnTo>
                    <a:pt x="130" y="242"/>
                  </a:lnTo>
                  <a:lnTo>
                    <a:pt x="120" y="251"/>
                  </a:lnTo>
                  <a:lnTo>
                    <a:pt x="110" y="251"/>
                  </a:lnTo>
                  <a:lnTo>
                    <a:pt x="110" y="242"/>
                  </a:lnTo>
                  <a:lnTo>
                    <a:pt x="100" y="242"/>
                  </a:lnTo>
                  <a:lnTo>
                    <a:pt x="100" y="251"/>
                  </a:lnTo>
                  <a:lnTo>
                    <a:pt x="90" y="251"/>
                  </a:lnTo>
                  <a:lnTo>
                    <a:pt x="80" y="251"/>
                  </a:lnTo>
                  <a:lnTo>
                    <a:pt x="70" y="242"/>
                  </a:lnTo>
                  <a:lnTo>
                    <a:pt x="60" y="242"/>
                  </a:lnTo>
                  <a:lnTo>
                    <a:pt x="60" y="233"/>
                  </a:lnTo>
                  <a:lnTo>
                    <a:pt x="70" y="233"/>
                  </a:lnTo>
                  <a:lnTo>
                    <a:pt x="70" y="224"/>
                  </a:lnTo>
                  <a:lnTo>
                    <a:pt x="60" y="224"/>
                  </a:lnTo>
                  <a:lnTo>
                    <a:pt x="50" y="224"/>
                  </a:lnTo>
                  <a:lnTo>
                    <a:pt x="40" y="224"/>
                  </a:lnTo>
                  <a:lnTo>
                    <a:pt x="30" y="224"/>
                  </a:lnTo>
                  <a:lnTo>
                    <a:pt x="30" y="215"/>
                  </a:lnTo>
                  <a:lnTo>
                    <a:pt x="40" y="215"/>
                  </a:lnTo>
                  <a:lnTo>
                    <a:pt x="50" y="215"/>
                  </a:lnTo>
                  <a:lnTo>
                    <a:pt x="60" y="215"/>
                  </a:lnTo>
                  <a:lnTo>
                    <a:pt x="70" y="215"/>
                  </a:lnTo>
                  <a:lnTo>
                    <a:pt x="70" y="206"/>
                  </a:lnTo>
                  <a:lnTo>
                    <a:pt x="90" y="206"/>
                  </a:lnTo>
                  <a:lnTo>
                    <a:pt x="100" y="206"/>
                  </a:lnTo>
                  <a:lnTo>
                    <a:pt x="100" y="197"/>
                  </a:lnTo>
                  <a:lnTo>
                    <a:pt x="90" y="197"/>
                  </a:lnTo>
                  <a:lnTo>
                    <a:pt x="80" y="197"/>
                  </a:lnTo>
                  <a:lnTo>
                    <a:pt x="70" y="197"/>
                  </a:lnTo>
                  <a:lnTo>
                    <a:pt x="60" y="197"/>
                  </a:lnTo>
                  <a:lnTo>
                    <a:pt x="40" y="197"/>
                  </a:lnTo>
                  <a:lnTo>
                    <a:pt x="20" y="197"/>
                  </a:lnTo>
                  <a:lnTo>
                    <a:pt x="0" y="179"/>
                  </a:lnTo>
                  <a:lnTo>
                    <a:pt x="10" y="170"/>
                  </a:lnTo>
                  <a:lnTo>
                    <a:pt x="20" y="170"/>
                  </a:lnTo>
                  <a:lnTo>
                    <a:pt x="30" y="170"/>
                  </a:lnTo>
                  <a:lnTo>
                    <a:pt x="40" y="170"/>
                  </a:lnTo>
                  <a:lnTo>
                    <a:pt x="50" y="161"/>
                  </a:lnTo>
                  <a:lnTo>
                    <a:pt x="60" y="161"/>
                  </a:lnTo>
                  <a:lnTo>
                    <a:pt x="70" y="161"/>
                  </a:lnTo>
                  <a:lnTo>
                    <a:pt x="90" y="161"/>
                  </a:lnTo>
                  <a:lnTo>
                    <a:pt x="100" y="152"/>
                  </a:lnTo>
                  <a:lnTo>
                    <a:pt x="110" y="144"/>
                  </a:lnTo>
                  <a:lnTo>
                    <a:pt x="120" y="135"/>
                  </a:lnTo>
                  <a:lnTo>
                    <a:pt x="100" y="126"/>
                  </a:lnTo>
                  <a:lnTo>
                    <a:pt x="90" y="126"/>
                  </a:lnTo>
                  <a:lnTo>
                    <a:pt x="80" y="117"/>
                  </a:lnTo>
                  <a:lnTo>
                    <a:pt x="90" y="108"/>
                  </a:lnTo>
                  <a:lnTo>
                    <a:pt x="110" y="108"/>
                  </a:lnTo>
                  <a:lnTo>
                    <a:pt x="130" y="99"/>
                  </a:lnTo>
                  <a:lnTo>
                    <a:pt x="140" y="81"/>
                  </a:lnTo>
                  <a:lnTo>
                    <a:pt x="150" y="81"/>
                  </a:lnTo>
                  <a:lnTo>
                    <a:pt x="160" y="90"/>
                  </a:lnTo>
                  <a:lnTo>
                    <a:pt x="170" y="81"/>
                  </a:lnTo>
                  <a:lnTo>
                    <a:pt x="170" y="72"/>
                  </a:lnTo>
                  <a:lnTo>
                    <a:pt x="180" y="63"/>
                  </a:lnTo>
                  <a:lnTo>
                    <a:pt x="200" y="63"/>
                  </a:lnTo>
                  <a:lnTo>
                    <a:pt x="210" y="54"/>
                  </a:lnTo>
                  <a:lnTo>
                    <a:pt x="231" y="54"/>
                  </a:lnTo>
                  <a:lnTo>
                    <a:pt x="241" y="45"/>
                  </a:lnTo>
                  <a:lnTo>
                    <a:pt x="261" y="45"/>
                  </a:lnTo>
                  <a:lnTo>
                    <a:pt x="261" y="45"/>
                  </a:lnTo>
                  <a:lnTo>
                    <a:pt x="271" y="45"/>
                  </a:lnTo>
                  <a:lnTo>
                    <a:pt x="281" y="54"/>
                  </a:lnTo>
                  <a:lnTo>
                    <a:pt x="291" y="63"/>
                  </a:lnTo>
                  <a:lnTo>
                    <a:pt x="291" y="54"/>
                  </a:lnTo>
                  <a:lnTo>
                    <a:pt x="291" y="45"/>
                  </a:lnTo>
                  <a:lnTo>
                    <a:pt x="301" y="54"/>
                  </a:lnTo>
                  <a:lnTo>
                    <a:pt x="321" y="54"/>
                  </a:lnTo>
                  <a:lnTo>
                    <a:pt x="321" y="45"/>
                  </a:lnTo>
                  <a:lnTo>
                    <a:pt x="331" y="45"/>
                  </a:lnTo>
                  <a:lnTo>
                    <a:pt x="351" y="45"/>
                  </a:lnTo>
                  <a:lnTo>
                    <a:pt x="371" y="45"/>
                  </a:lnTo>
                  <a:lnTo>
                    <a:pt x="381" y="54"/>
                  </a:lnTo>
                  <a:lnTo>
                    <a:pt x="391" y="54"/>
                  </a:lnTo>
                  <a:lnTo>
                    <a:pt x="401" y="54"/>
                  </a:lnTo>
                  <a:lnTo>
                    <a:pt x="391" y="54"/>
                  </a:lnTo>
                  <a:lnTo>
                    <a:pt x="381" y="45"/>
                  </a:lnTo>
                  <a:lnTo>
                    <a:pt x="371" y="36"/>
                  </a:lnTo>
                  <a:lnTo>
                    <a:pt x="381" y="36"/>
                  </a:lnTo>
                  <a:lnTo>
                    <a:pt x="391" y="36"/>
                  </a:lnTo>
                  <a:lnTo>
                    <a:pt x="391" y="27"/>
                  </a:lnTo>
                  <a:lnTo>
                    <a:pt x="401" y="18"/>
                  </a:lnTo>
                  <a:lnTo>
                    <a:pt x="421" y="18"/>
                  </a:lnTo>
                  <a:lnTo>
                    <a:pt x="431" y="18"/>
                  </a:lnTo>
                  <a:lnTo>
                    <a:pt x="441" y="18"/>
                  </a:lnTo>
                  <a:lnTo>
                    <a:pt x="461" y="18"/>
                  </a:lnTo>
                  <a:lnTo>
                    <a:pt x="472" y="18"/>
                  </a:lnTo>
                  <a:lnTo>
                    <a:pt x="482" y="18"/>
                  </a:lnTo>
                  <a:lnTo>
                    <a:pt x="492" y="18"/>
                  </a:lnTo>
                  <a:lnTo>
                    <a:pt x="502" y="18"/>
                  </a:lnTo>
                  <a:lnTo>
                    <a:pt x="522" y="9"/>
                  </a:lnTo>
                  <a:lnTo>
                    <a:pt x="552" y="0"/>
                  </a:lnTo>
                  <a:lnTo>
                    <a:pt x="572" y="0"/>
                  </a:lnTo>
                  <a:lnTo>
                    <a:pt x="602" y="0"/>
                  </a:lnTo>
                  <a:lnTo>
                    <a:pt x="622" y="0"/>
                  </a:lnTo>
                  <a:lnTo>
                    <a:pt x="662" y="0"/>
                  </a:lnTo>
                  <a:lnTo>
                    <a:pt x="682" y="9"/>
                  </a:lnTo>
                  <a:lnTo>
                    <a:pt x="713" y="18"/>
                  </a:lnTo>
                  <a:lnTo>
                    <a:pt x="733" y="27"/>
                  </a:lnTo>
                  <a:lnTo>
                    <a:pt x="753" y="27"/>
                  </a:lnTo>
                  <a:lnTo>
                    <a:pt x="763" y="27"/>
                  </a:lnTo>
                  <a:lnTo>
                    <a:pt x="783" y="36"/>
                  </a:lnTo>
                  <a:lnTo>
                    <a:pt x="773" y="45"/>
                  </a:lnTo>
                  <a:lnTo>
                    <a:pt x="753" y="45"/>
                  </a:lnTo>
                  <a:lnTo>
                    <a:pt x="723" y="45"/>
                  </a:lnTo>
                  <a:lnTo>
                    <a:pt x="713" y="54"/>
                  </a:lnTo>
                  <a:lnTo>
                    <a:pt x="672" y="54"/>
                  </a:lnTo>
                  <a:lnTo>
                    <a:pt x="622" y="54"/>
                  </a:lnTo>
                  <a:lnTo>
                    <a:pt x="612" y="54"/>
                  </a:lnTo>
                  <a:lnTo>
                    <a:pt x="622" y="63"/>
                  </a:lnTo>
                  <a:lnTo>
                    <a:pt x="662" y="54"/>
                  </a:lnTo>
                  <a:lnTo>
                    <a:pt x="692" y="54"/>
                  </a:lnTo>
                  <a:lnTo>
                    <a:pt x="723" y="54"/>
                  </a:lnTo>
                  <a:lnTo>
                    <a:pt x="713" y="63"/>
                  </a:lnTo>
                  <a:lnTo>
                    <a:pt x="702" y="81"/>
                  </a:lnTo>
                  <a:lnTo>
                    <a:pt x="692" y="81"/>
                  </a:lnTo>
                  <a:lnTo>
                    <a:pt x="723" y="81"/>
                  </a:lnTo>
                  <a:lnTo>
                    <a:pt x="743" y="63"/>
                  </a:lnTo>
                  <a:lnTo>
                    <a:pt x="763" y="54"/>
                  </a:lnTo>
                  <a:lnTo>
                    <a:pt x="773" y="54"/>
                  </a:lnTo>
                  <a:lnTo>
                    <a:pt x="773" y="63"/>
                  </a:lnTo>
                  <a:lnTo>
                    <a:pt x="783" y="72"/>
                  </a:lnTo>
                  <a:lnTo>
                    <a:pt x="763" y="81"/>
                  </a:lnTo>
                  <a:lnTo>
                    <a:pt x="753" y="99"/>
                  </a:lnTo>
                  <a:lnTo>
                    <a:pt x="743" y="108"/>
                  </a:lnTo>
                  <a:lnTo>
                    <a:pt x="763" y="99"/>
                  </a:lnTo>
                  <a:lnTo>
                    <a:pt x="783" y="81"/>
                  </a:lnTo>
                  <a:lnTo>
                    <a:pt x="793" y="72"/>
                  </a:lnTo>
                  <a:lnTo>
                    <a:pt x="803" y="72"/>
                  </a:lnTo>
                  <a:lnTo>
                    <a:pt x="823" y="72"/>
                  </a:lnTo>
                  <a:lnTo>
                    <a:pt x="833" y="72"/>
                  </a:lnTo>
                  <a:lnTo>
                    <a:pt x="843" y="72"/>
                  </a:lnTo>
                  <a:lnTo>
                    <a:pt x="853" y="72"/>
                  </a:lnTo>
                  <a:lnTo>
                    <a:pt x="853" y="63"/>
                  </a:lnTo>
                  <a:lnTo>
                    <a:pt x="863" y="63"/>
                  </a:lnTo>
                  <a:lnTo>
                    <a:pt x="883" y="63"/>
                  </a:lnTo>
                  <a:lnTo>
                    <a:pt x="893" y="63"/>
                  </a:lnTo>
                  <a:lnTo>
                    <a:pt x="893" y="54"/>
                  </a:lnTo>
                  <a:lnTo>
                    <a:pt x="913" y="54"/>
                  </a:lnTo>
                  <a:lnTo>
                    <a:pt x="923" y="63"/>
                  </a:lnTo>
                  <a:lnTo>
                    <a:pt x="923" y="72"/>
                  </a:lnTo>
                  <a:lnTo>
                    <a:pt x="923" y="81"/>
                  </a:lnTo>
                  <a:lnTo>
                    <a:pt x="893" y="90"/>
                  </a:lnTo>
                  <a:lnTo>
                    <a:pt x="883" y="99"/>
                  </a:lnTo>
                  <a:lnTo>
                    <a:pt x="863" y="108"/>
                  </a:lnTo>
                  <a:lnTo>
                    <a:pt x="873" y="108"/>
                  </a:lnTo>
                  <a:lnTo>
                    <a:pt x="863" y="117"/>
                  </a:lnTo>
                  <a:lnTo>
                    <a:pt x="853" y="117"/>
                  </a:lnTo>
                  <a:lnTo>
                    <a:pt x="853" y="126"/>
                  </a:lnTo>
                  <a:lnTo>
                    <a:pt x="843" y="135"/>
                  </a:lnTo>
                  <a:lnTo>
                    <a:pt x="833" y="135"/>
                  </a:lnTo>
                  <a:lnTo>
                    <a:pt x="823" y="135"/>
                  </a:lnTo>
                  <a:lnTo>
                    <a:pt x="823" y="144"/>
                  </a:lnTo>
                  <a:lnTo>
                    <a:pt x="823" y="152"/>
                  </a:lnTo>
                  <a:lnTo>
                    <a:pt x="813" y="161"/>
                  </a:lnTo>
                  <a:lnTo>
                    <a:pt x="803" y="170"/>
                  </a:lnTo>
                  <a:lnTo>
                    <a:pt x="793" y="170"/>
                  </a:lnTo>
                  <a:lnTo>
                    <a:pt x="793" y="179"/>
                  </a:lnTo>
                  <a:lnTo>
                    <a:pt x="793" y="188"/>
                  </a:lnTo>
                  <a:lnTo>
                    <a:pt x="803" y="188"/>
                  </a:lnTo>
                  <a:lnTo>
                    <a:pt x="813" y="188"/>
                  </a:lnTo>
                  <a:lnTo>
                    <a:pt x="823" y="188"/>
                  </a:lnTo>
                  <a:lnTo>
                    <a:pt x="823" y="197"/>
                  </a:lnTo>
                  <a:lnTo>
                    <a:pt x="833" y="197"/>
                  </a:lnTo>
                  <a:lnTo>
                    <a:pt x="823" y="197"/>
                  </a:lnTo>
                  <a:lnTo>
                    <a:pt x="843" y="206"/>
                  </a:lnTo>
                  <a:lnTo>
                    <a:pt x="843" y="215"/>
                  </a:lnTo>
                  <a:lnTo>
                    <a:pt x="833" y="224"/>
                  </a:lnTo>
                  <a:lnTo>
                    <a:pt x="823" y="224"/>
                  </a:lnTo>
                  <a:lnTo>
                    <a:pt x="803" y="224"/>
                  </a:lnTo>
                  <a:lnTo>
                    <a:pt x="793" y="224"/>
                  </a:lnTo>
                  <a:lnTo>
                    <a:pt x="793" y="233"/>
                  </a:lnTo>
                  <a:lnTo>
                    <a:pt x="803" y="233"/>
                  </a:lnTo>
                  <a:lnTo>
                    <a:pt x="813" y="233"/>
                  </a:lnTo>
                  <a:lnTo>
                    <a:pt x="823" y="251"/>
                  </a:lnTo>
                  <a:lnTo>
                    <a:pt x="823" y="260"/>
                  </a:lnTo>
                  <a:lnTo>
                    <a:pt x="823" y="269"/>
                  </a:lnTo>
                  <a:lnTo>
                    <a:pt x="813" y="269"/>
                  </a:lnTo>
                  <a:lnTo>
                    <a:pt x="803" y="269"/>
                  </a:lnTo>
                  <a:lnTo>
                    <a:pt x="803" y="278"/>
                  </a:lnTo>
                  <a:lnTo>
                    <a:pt x="813" y="287"/>
                  </a:lnTo>
                  <a:lnTo>
                    <a:pt x="823" y="287"/>
                  </a:lnTo>
                  <a:lnTo>
                    <a:pt x="813" y="296"/>
                  </a:lnTo>
                  <a:lnTo>
                    <a:pt x="803" y="296"/>
                  </a:lnTo>
                  <a:lnTo>
                    <a:pt x="803" y="305"/>
                  </a:lnTo>
                  <a:lnTo>
                    <a:pt x="793" y="314"/>
                  </a:lnTo>
                  <a:lnTo>
                    <a:pt x="783" y="322"/>
                  </a:lnTo>
                  <a:lnTo>
                    <a:pt x="773" y="322"/>
                  </a:lnTo>
                  <a:lnTo>
                    <a:pt x="763" y="314"/>
                  </a:lnTo>
                  <a:lnTo>
                    <a:pt x="753" y="314"/>
                  </a:lnTo>
                  <a:lnTo>
                    <a:pt x="763" y="322"/>
                  </a:lnTo>
                  <a:lnTo>
                    <a:pt x="773" y="322"/>
                  </a:lnTo>
                  <a:lnTo>
                    <a:pt x="783" y="340"/>
                  </a:lnTo>
                  <a:lnTo>
                    <a:pt x="783" y="349"/>
                  </a:lnTo>
                  <a:lnTo>
                    <a:pt x="773" y="349"/>
                  </a:lnTo>
                  <a:lnTo>
                    <a:pt x="763" y="349"/>
                  </a:lnTo>
                  <a:lnTo>
                    <a:pt x="753" y="340"/>
                  </a:lnTo>
                  <a:lnTo>
                    <a:pt x="743" y="322"/>
                  </a:lnTo>
                  <a:lnTo>
                    <a:pt x="733" y="322"/>
                  </a:lnTo>
                  <a:lnTo>
                    <a:pt x="733" y="331"/>
                  </a:lnTo>
                  <a:lnTo>
                    <a:pt x="763" y="349"/>
                  </a:lnTo>
                  <a:lnTo>
                    <a:pt x="783" y="367"/>
                  </a:lnTo>
                  <a:lnTo>
                    <a:pt x="793" y="385"/>
                  </a:lnTo>
                  <a:lnTo>
                    <a:pt x="793" y="394"/>
                  </a:lnTo>
                  <a:lnTo>
                    <a:pt x="783" y="394"/>
                  </a:lnTo>
                  <a:lnTo>
                    <a:pt x="763" y="385"/>
                  </a:lnTo>
                  <a:lnTo>
                    <a:pt x="753" y="376"/>
                  </a:lnTo>
                  <a:lnTo>
                    <a:pt x="733" y="376"/>
                  </a:lnTo>
                  <a:lnTo>
                    <a:pt x="723" y="376"/>
                  </a:lnTo>
                  <a:lnTo>
                    <a:pt x="733" y="376"/>
                  </a:lnTo>
                  <a:lnTo>
                    <a:pt x="723" y="385"/>
                  </a:lnTo>
                  <a:lnTo>
                    <a:pt x="733" y="403"/>
                  </a:lnTo>
                  <a:lnTo>
                    <a:pt x="763" y="403"/>
                  </a:lnTo>
                  <a:lnTo>
                    <a:pt x="783" y="403"/>
                  </a:lnTo>
                  <a:lnTo>
                    <a:pt x="773" y="403"/>
                  </a:lnTo>
                  <a:lnTo>
                    <a:pt x="763" y="412"/>
                  </a:lnTo>
                  <a:lnTo>
                    <a:pt x="743" y="421"/>
                  </a:lnTo>
                  <a:lnTo>
                    <a:pt x="723" y="430"/>
                  </a:lnTo>
                  <a:lnTo>
                    <a:pt x="692" y="439"/>
                  </a:lnTo>
                  <a:lnTo>
                    <a:pt x="682" y="439"/>
                  </a:lnTo>
                  <a:lnTo>
                    <a:pt x="662" y="448"/>
                  </a:lnTo>
                  <a:lnTo>
                    <a:pt x="642" y="448"/>
                  </a:lnTo>
                  <a:lnTo>
                    <a:pt x="632" y="448"/>
                  </a:lnTo>
                  <a:lnTo>
                    <a:pt x="622" y="448"/>
                  </a:lnTo>
                  <a:lnTo>
                    <a:pt x="622" y="457"/>
                  </a:lnTo>
                  <a:lnTo>
                    <a:pt x="622" y="466"/>
                  </a:lnTo>
                  <a:lnTo>
                    <a:pt x="612" y="466"/>
                  </a:lnTo>
                  <a:lnTo>
                    <a:pt x="602" y="475"/>
                  </a:lnTo>
                  <a:lnTo>
                    <a:pt x="592" y="484"/>
                  </a:lnTo>
                  <a:lnTo>
                    <a:pt x="592" y="493"/>
                  </a:lnTo>
                  <a:lnTo>
                    <a:pt x="582" y="493"/>
                  </a:lnTo>
                  <a:lnTo>
                    <a:pt x="562" y="501"/>
                  </a:lnTo>
                  <a:lnTo>
                    <a:pt x="552" y="501"/>
                  </a:lnTo>
                  <a:lnTo>
                    <a:pt x="542" y="501"/>
                  </a:lnTo>
                  <a:lnTo>
                    <a:pt x="542" y="493"/>
                  </a:lnTo>
                  <a:lnTo>
                    <a:pt x="532" y="493"/>
                  </a:lnTo>
                  <a:lnTo>
                    <a:pt x="532" y="501"/>
                  </a:lnTo>
                  <a:lnTo>
                    <a:pt x="532" y="510"/>
                  </a:lnTo>
                  <a:lnTo>
                    <a:pt x="522" y="519"/>
                  </a:lnTo>
                  <a:lnTo>
                    <a:pt x="492" y="519"/>
                  </a:lnTo>
                  <a:lnTo>
                    <a:pt x="492" y="519"/>
                  </a:lnTo>
                  <a:lnTo>
                    <a:pt x="492" y="528"/>
                  </a:lnTo>
                  <a:lnTo>
                    <a:pt x="492" y="537"/>
                  </a:lnTo>
                  <a:lnTo>
                    <a:pt x="492" y="546"/>
                  </a:lnTo>
                  <a:lnTo>
                    <a:pt x="492" y="555"/>
                  </a:lnTo>
                  <a:lnTo>
                    <a:pt x="472" y="555"/>
                  </a:lnTo>
                  <a:lnTo>
                    <a:pt x="472" y="573"/>
                  </a:lnTo>
                  <a:lnTo>
                    <a:pt x="461" y="573"/>
                  </a:lnTo>
                  <a:lnTo>
                    <a:pt x="461" y="582"/>
                  </a:lnTo>
                  <a:lnTo>
                    <a:pt x="472" y="600"/>
                  </a:lnTo>
                  <a:lnTo>
                    <a:pt x="461" y="600"/>
                  </a:lnTo>
                  <a:lnTo>
                    <a:pt x="461" y="618"/>
                  </a:lnTo>
                  <a:lnTo>
                    <a:pt x="451" y="627"/>
                  </a:lnTo>
                  <a:lnTo>
                    <a:pt x="441" y="627"/>
                  </a:lnTo>
                  <a:lnTo>
                    <a:pt x="441" y="618"/>
                  </a:lnTo>
                  <a:lnTo>
                    <a:pt x="431" y="618"/>
                  </a:lnTo>
                  <a:lnTo>
                    <a:pt x="431" y="627"/>
                  </a:lnTo>
                  <a:lnTo>
                    <a:pt x="421" y="618"/>
                  </a:lnTo>
                  <a:lnTo>
                    <a:pt x="411" y="600"/>
                  </a:lnTo>
                  <a:lnTo>
                    <a:pt x="401" y="600"/>
                  </a:lnTo>
                  <a:lnTo>
                    <a:pt x="391" y="600"/>
                  </a:lnTo>
                  <a:lnTo>
                    <a:pt x="381" y="600"/>
                  </a:lnTo>
                  <a:lnTo>
                    <a:pt x="371" y="600"/>
                  </a:lnTo>
                  <a:lnTo>
                    <a:pt x="361" y="600"/>
                  </a:lnTo>
                  <a:lnTo>
                    <a:pt x="361" y="591"/>
                  </a:lnTo>
                  <a:lnTo>
                    <a:pt x="361" y="582"/>
                  </a:lnTo>
                  <a:lnTo>
                    <a:pt x="351" y="573"/>
                  </a:lnTo>
                  <a:lnTo>
                    <a:pt x="331" y="555"/>
                  </a:lnTo>
                  <a:lnTo>
                    <a:pt x="321" y="546"/>
                  </a:lnTo>
                  <a:lnTo>
                    <a:pt x="321" y="537"/>
                  </a:lnTo>
                  <a:lnTo>
                    <a:pt x="331" y="537"/>
                  </a:lnTo>
                  <a:lnTo>
                    <a:pt x="331" y="528"/>
                  </a:lnTo>
                  <a:lnTo>
                    <a:pt x="321" y="528"/>
                  </a:lnTo>
                  <a:lnTo>
                    <a:pt x="311" y="528"/>
                  </a:lnTo>
                  <a:lnTo>
                    <a:pt x="311" y="519"/>
                  </a:lnTo>
                  <a:lnTo>
                    <a:pt x="311" y="519"/>
                  </a:lnTo>
                  <a:lnTo>
                    <a:pt x="301" y="519"/>
                  </a:lnTo>
                  <a:lnTo>
                    <a:pt x="291" y="501"/>
                  </a:lnTo>
                  <a:lnTo>
                    <a:pt x="291" y="493"/>
                  </a:lnTo>
                  <a:lnTo>
                    <a:pt x="291" y="484"/>
                  </a:lnTo>
                  <a:lnTo>
                    <a:pt x="291" y="475"/>
                  </a:lnTo>
                  <a:lnTo>
                    <a:pt x="291" y="466"/>
                  </a:lnTo>
                  <a:lnTo>
                    <a:pt x="301" y="457"/>
                  </a:lnTo>
                  <a:lnTo>
                    <a:pt x="311" y="448"/>
                  </a:lnTo>
                  <a:lnTo>
                    <a:pt x="311" y="439"/>
                  </a:lnTo>
                  <a:lnTo>
                    <a:pt x="311" y="439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7" name=""/>
            <p:cNvSpPr/>
            <p:nvPr/>
          </p:nvSpPr>
          <p:spPr>
            <a:xfrm>
              <a:off x="3360960" y="2255760"/>
              <a:ext cx="68400" cy="40680"/>
            </a:xfrm>
            <a:custGeom>
              <a:avLst/>
              <a:gdLst/>
              <a:ahLst/>
              <a:rect l="l" t="t" r="r" b="b"/>
              <a:pathLst>
                <a:path w="50" h="27">
                  <a:moveTo>
                    <a:pt x="10" y="27"/>
                  </a:moveTo>
                  <a:lnTo>
                    <a:pt x="10" y="18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50" y="9"/>
                  </a:lnTo>
                  <a:lnTo>
                    <a:pt x="40" y="18"/>
                  </a:lnTo>
                  <a:lnTo>
                    <a:pt x="30" y="27"/>
                  </a:lnTo>
                  <a:lnTo>
                    <a:pt x="20" y="27"/>
                  </a:lnTo>
                  <a:lnTo>
                    <a:pt x="10" y="27"/>
                  </a:lnTo>
                  <a:lnTo>
                    <a:pt x="10" y="27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120" bIns="-612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8" name=""/>
            <p:cNvSpPr/>
            <p:nvPr/>
          </p:nvSpPr>
          <p:spPr>
            <a:xfrm>
              <a:off x="4129560" y="2036520"/>
              <a:ext cx="54000" cy="28440"/>
            </a:xfrm>
            <a:custGeom>
              <a:avLst/>
              <a:gdLst/>
              <a:ahLst/>
              <a:rect l="l" t="t" r="r" b="b"/>
              <a:pathLst>
                <a:path w="40" h="18">
                  <a:moveTo>
                    <a:pt x="10" y="18"/>
                  </a:moveTo>
                  <a:lnTo>
                    <a:pt x="10" y="9"/>
                  </a:ln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2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20" y="18"/>
                  </a:lnTo>
                  <a:lnTo>
                    <a:pt x="10" y="18"/>
                  </a:lnTo>
                  <a:lnTo>
                    <a:pt x="10" y="18"/>
                  </a:lnTo>
                  <a:close/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9" name=""/>
            <p:cNvSpPr/>
            <p:nvPr/>
          </p:nvSpPr>
          <p:spPr>
            <a:xfrm>
              <a:off x="4129560" y="2036520"/>
              <a:ext cx="54000" cy="28440"/>
            </a:xfrm>
            <a:custGeom>
              <a:avLst/>
              <a:gdLst/>
              <a:ahLst/>
              <a:rect l="l" t="t" r="r" b="b"/>
              <a:pathLst>
                <a:path w="40" h="18">
                  <a:moveTo>
                    <a:pt x="10" y="18"/>
                  </a:moveTo>
                  <a:lnTo>
                    <a:pt x="10" y="9"/>
                  </a:lnTo>
                  <a:lnTo>
                    <a:pt x="0" y="9"/>
                  </a:lnTo>
                  <a:lnTo>
                    <a:pt x="10" y="9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20" y="9"/>
                  </a:lnTo>
                  <a:lnTo>
                    <a:pt x="30" y="9"/>
                  </a:lnTo>
                  <a:lnTo>
                    <a:pt x="40" y="9"/>
                  </a:lnTo>
                  <a:lnTo>
                    <a:pt x="30" y="9"/>
                  </a:lnTo>
                  <a:lnTo>
                    <a:pt x="20" y="18"/>
                  </a:lnTo>
                  <a:lnTo>
                    <a:pt x="10" y="18"/>
                  </a:lnTo>
                </a:path>
              </a:pathLst>
            </a:custGeom>
            <a:solidFill>
              <a:srgbClr val="e2e2e2"/>
            </a:solidFill>
            <a:ln w="648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80" name=""/>
          <p:cNvSpPr/>
          <p:nvPr/>
        </p:nvSpPr>
        <p:spPr>
          <a:xfrm>
            <a:off x="1574640" y="2484360"/>
            <a:ext cx="1455840" cy="1455840"/>
          </a:xfrm>
          <a:prstGeom prst="ellipse">
            <a:avLst/>
          </a:prstGeom>
          <a:solidFill>
            <a:srgbClr val="79a2b3">
              <a:alpha val="85000"/>
            </a:srgbClr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1" name=""/>
          <p:cNvSpPr/>
          <p:nvPr/>
        </p:nvSpPr>
        <p:spPr>
          <a:xfrm>
            <a:off x="1798560" y="3090960"/>
            <a:ext cx="1008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US: $251M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2" name=""/>
          <p:cNvSpPr/>
          <p:nvPr/>
        </p:nvSpPr>
        <p:spPr>
          <a:xfrm>
            <a:off x="2077920" y="241452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Canada: $13M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3" name=""/>
          <p:cNvSpPr/>
          <p:nvPr/>
        </p:nvSpPr>
        <p:spPr>
          <a:xfrm>
            <a:off x="2697120" y="387684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Honduras: $2M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4" name=""/>
          <p:cNvSpPr/>
          <p:nvPr/>
        </p:nvSpPr>
        <p:spPr>
          <a:xfrm>
            <a:off x="7699320" y="526716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New Zealand: $7M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5" name=""/>
          <p:cNvSpPr/>
          <p:nvPr/>
        </p:nvSpPr>
        <p:spPr>
          <a:xfrm>
            <a:off x="1544760" y="3710160"/>
            <a:ext cx="1296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Mexico: $3M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6" name=""/>
          <p:cNvSpPr/>
          <p:nvPr/>
        </p:nvSpPr>
        <p:spPr>
          <a:xfrm>
            <a:off x="7594560" y="333216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Japan: $2M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7" name=""/>
          <p:cNvSpPr/>
          <p:nvPr/>
        </p:nvSpPr>
        <p:spPr>
          <a:xfrm>
            <a:off x="2960640" y="3705120"/>
            <a:ext cx="1440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Dom. Rep.: $1M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8" name=""/>
          <p:cNvSpPr/>
          <p:nvPr/>
        </p:nvSpPr>
        <p:spPr>
          <a:xfrm>
            <a:off x="6926400" y="3760920"/>
            <a:ext cx="1296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Hong Kong: $1M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9" name=""/>
          <p:cNvSpPr/>
          <p:nvPr/>
        </p:nvSpPr>
        <p:spPr>
          <a:xfrm>
            <a:off x="5221440" y="4700520"/>
            <a:ext cx="1296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Swaziland: $1M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0" name=""/>
          <p:cNvSpPr/>
          <p:nvPr/>
        </p:nvSpPr>
        <p:spPr>
          <a:xfrm>
            <a:off x="1503360" y="389880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Guatemala: $2M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1" name=""/>
          <p:cNvSpPr/>
          <p:nvPr/>
        </p:nvSpPr>
        <p:spPr>
          <a:xfrm>
            <a:off x="1793880" y="2373480"/>
            <a:ext cx="316080" cy="3124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2" name=""/>
          <p:cNvSpPr/>
          <p:nvPr/>
        </p:nvSpPr>
        <p:spPr>
          <a:xfrm>
            <a:off x="2424240" y="3787920"/>
            <a:ext cx="144360" cy="1411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3" name=""/>
          <p:cNvSpPr/>
          <p:nvPr/>
        </p:nvSpPr>
        <p:spPr>
          <a:xfrm>
            <a:off x="2558880" y="3902040"/>
            <a:ext cx="105120" cy="1033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6280" bIns="26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4" name=""/>
          <p:cNvSpPr/>
          <p:nvPr/>
        </p:nvSpPr>
        <p:spPr>
          <a:xfrm>
            <a:off x="2658960" y="3949560"/>
            <a:ext cx="106560" cy="1033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6280" bIns="26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5" name=""/>
          <p:cNvSpPr/>
          <p:nvPr/>
        </p:nvSpPr>
        <p:spPr>
          <a:xfrm>
            <a:off x="2978280" y="3852720"/>
            <a:ext cx="68040" cy="6516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60" bIns="-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6" name=""/>
          <p:cNvSpPr/>
          <p:nvPr/>
        </p:nvSpPr>
        <p:spPr>
          <a:xfrm>
            <a:off x="5183280" y="4773600"/>
            <a:ext cx="68040" cy="6516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60" bIns="-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7" name=""/>
          <p:cNvSpPr/>
          <p:nvPr/>
        </p:nvSpPr>
        <p:spPr>
          <a:xfrm>
            <a:off x="6916680" y="3803760"/>
            <a:ext cx="68400" cy="6480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720" bIns="-72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8" name=""/>
          <p:cNvSpPr/>
          <p:nvPr/>
        </p:nvSpPr>
        <p:spPr>
          <a:xfrm>
            <a:off x="7534440" y="3411360"/>
            <a:ext cx="106200" cy="1033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6280" bIns="26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9" name=""/>
          <p:cNvSpPr/>
          <p:nvPr/>
        </p:nvSpPr>
        <p:spPr>
          <a:xfrm>
            <a:off x="7286760" y="4586400"/>
            <a:ext cx="372960" cy="3697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0" name=""/>
          <p:cNvSpPr/>
          <p:nvPr/>
        </p:nvSpPr>
        <p:spPr>
          <a:xfrm>
            <a:off x="7615080" y="467028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Australia: $17M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1" name=""/>
          <p:cNvSpPr/>
          <p:nvPr/>
        </p:nvSpPr>
        <p:spPr>
          <a:xfrm>
            <a:off x="8190000" y="5108400"/>
            <a:ext cx="220680" cy="21780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2" name=""/>
          <p:cNvSpPr/>
          <p:nvPr/>
        </p:nvSpPr>
        <p:spPr>
          <a:xfrm>
            <a:off x="3706920" y="2027160"/>
            <a:ext cx="1439640" cy="1436760"/>
          </a:xfrm>
          <a:prstGeom prst="ellipse">
            <a:avLst/>
          </a:prstGeom>
          <a:solidFill>
            <a:srgbClr val="79a2b3">
              <a:alpha val="85000"/>
            </a:srgbClr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3" name=""/>
          <p:cNvSpPr/>
          <p:nvPr/>
        </p:nvSpPr>
        <p:spPr>
          <a:xfrm>
            <a:off x="4395960" y="1957320"/>
            <a:ext cx="734760" cy="7318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4" name=""/>
          <p:cNvSpPr/>
          <p:nvPr/>
        </p:nvSpPr>
        <p:spPr>
          <a:xfrm>
            <a:off x="4552920" y="2077920"/>
            <a:ext cx="677880" cy="67464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5" name=""/>
          <p:cNvSpPr/>
          <p:nvPr/>
        </p:nvSpPr>
        <p:spPr>
          <a:xfrm>
            <a:off x="3706920" y="2612880"/>
            <a:ext cx="10080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宋体"/>
              </a:rPr>
              <a:t>UK: $247M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6" name=""/>
          <p:cNvSpPr/>
          <p:nvPr/>
        </p:nvSpPr>
        <p:spPr>
          <a:xfrm>
            <a:off x="4613400" y="1893960"/>
            <a:ext cx="1296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Norway: $67M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7" name=""/>
          <p:cNvSpPr/>
          <p:nvPr/>
        </p:nvSpPr>
        <p:spPr>
          <a:xfrm>
            <a:off x="4824360" y="210996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Sweden: $55M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8" name=""/>
          <p:cNvSpPr/>
          <p:nvPr/>
        </p:nvSpPr>
        <p:spPr>
          <a:xfrm>
            <a:off x="4729320" y="3435480"/>
            <a:ext cx="803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Italy: $8M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9" name=""/>
          <p:cNvSpPr/>
          <p:nvPr/>
        </p:nvSpPr>
        <p:spPr>
          <a:xfrm>
            <a:off x="3389400" y="287172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Netherlands: $5M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0" name=""/>
          <p:cNvSpPr/>
          <p:nvPr/>
        </p:nvSpPr>
        <p:spPr>
          <a:xfrm>
            <a:off x="3112920" y="324180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Spain: $5M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1" name=""/>
          <p:cNvSpPr/>
          <p:nvPr/>
        </p:nvSpPr>
        <p:spPr>
          <a:xfrm>
            <a:off x="5081760" y="3060720"/>
            <a:ext cx="143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Romania: $2M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2" name=""/>
          <p:cNvSpPr/>
          <p:nvPr/>
        </p:nvSpPr>
        <p:spPr>
          <a:xfrm>
            <a:off x="4083120" y="2438280"/>
            <a:ext cx="90360" cy="907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7280" bIns="1728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3" name=""/>
          <p:cNvSpPr/>
          <p:nvPr/>
        </p:nvSpPr>
        <p:spPr>
          <a:xfrm>
            <a:off x="3336840" y="2228760"/>
            <a:ext cx="9432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Iceland: $1M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4" name=""/>
          <p:cNvSpPr/>
          <p:nvPr/>
        </p:nvSpPr>
        <p:spPr>
          <a:xfrm>
            <a:off x="5060880" y="283356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Lithuania: $1M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5" name=""/>
          <p:cNvSpPr/>
          <p:nvPr/>
        </p:nvSpPr>
        <p:spPr>
          <a:xfrm>
            <a:off x="4365720" y="3303720"/>
            <a:ext cx="182520" cy="1792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6" name=""/>
          <p:cNvSpPr/>
          <p:nvPr/>
        </p:nvSpPr>
        <p:spPr>
          <a:xfrm>
            <a:off x="4710240" y="3260880"/>
            <a:ext cx="239760" cy="2365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7" name=""/>
          <p:cNvSpPr/>
          <p:nvPr/>
        </p:nvSpPr>
        <p:spPr>
          <a:xfrm>
            <a:off x="5060880" y="3191040"/>
            <a:ext cx="106560" cy="10296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5920" bIns="2592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8" name=""/>
          <p:cNvSpPr/>
          <p:nvPr/>
        </p:nvSpPr>
        <p:spPr>
          <a:xfrm>
            <a:off x="5054760" y="2924280"/>
            <a:ext cx="68040" cy="6516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60" bIns="-36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9" name=""/>
          <p:cNvSpPr/>
          <p:nvPr/>
        </p:nvSpPr>
        <p:spPr>
          <a:xfrm>
            <a:off x="4579920" y="2933640"/>
            <a:ext cx="182520" cy="1792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0" name=""/>
          <p:cNvSpPr/>
          <p:nvPr/>
        </p:nvSpPr>
        <p:spPr>
          <a:xfrm>
            <a:off x="4559400" y="2428920"/>
            <a:ext cx="411120" cy="4078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1" name=""/>
          <p:cNvSpPr/>
          <p:nvPr/>
        </p:nvSpPr>
        <p:spPr>
          <a:xfrm>
            <a:off x="5014800" y="2293920"/>
            <a:ext cx="335160" cy="33192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2" name=""/>
          <p:cNvSpPr/>
          <p:nvPr/>
        </p:nvSpPr>
        <p:spPr>
          <a:xfrm>
            <a:off x="4614840" y="263376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Denmark: $21M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3" name=""/>
          <p:cNvSpPr/>
          <p:nvPr/>
        </p:nvSpPr>
        <p:spPr>
          <a:xfrm>
            <a:off x="5170320" y="2343240"/>
            <a:ext cx="1297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Finland: $15M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4" name=""/>
          <p:cNvSpPr/>
          <p:nvPr/>
        </p:nvSpPr>
        <p:spPr>
          <a:xfrm>
            <a:off x="1741320" y="5776920"/>
            <a:ext cx="6423120" cy="531720"/>
          </a:xfrm>
          <a:prstGeom prst="rect">
            <a:avLst/>
          </a:prstGeom>
          <a:solidFill>
            <a:srgbClr val="177b57"/>
          </a:solidFill>
          <a:ln w="936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宋体"/>
              </a:rPr>
              <a:t>... but divided by different donor markets and requirements, different views about food aid, sponsorship and advocacy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5" name=""/>
          <p:cNvSpPr/>
          <p:nvPr/>
        </p:nvSpPr>
        <p:spPr>
          <a:xfrm>
            <a:off x="455760" y="6324480"/>
            <a:ext cx="89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Preliminary Save the Children Data (2004)—requires verification/update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German market largest, Netherlands market most stable</a:t>
            </a:r>
            <a:endParaRPr b="1" lang="en-US" sz="2400" spc="-1" strike="noStrike">
              <a:solidFill>
                <a:srgbClr val="177b57"/>
              </a:solidFill>
              <a:latin typeface="Arial"/>
            </a:endParaRPr>
          </a:p>
        </p:txBody>
      </p:sp>
      <p:grpSp>
        <p:nvGrpSpPr>
          <p:cNvPr id="2727" name=""/>
          <p:cNvGrpSpPr/>
          <p:nvPr/>
        </p:nvGrpSpPr>
        <p:grpSpPr>
          <a:xfrm>
            <a:off x="3259080" y="1822320"/>
            <a:ext cx="3725640" cy="4622760"/>
            <a:chOff x="3259080" y="1822320"/>
            <a:chExt cx="3725640" cy="4622760"/>
          </a:xfrm>
        </p:grpSpPr>
        <p:sp>
          <p:nvSpPr>
            <p:cNvPr id="2728" name=""/>
            <p:cNvSpPr/>
            <p:nvPr/>
          </p:nvSpPr>
          <p:spPr>
            <a:xfrm>
              <a:off x="3416040" y="4095720"/>
              <a:ext cx="2365560" cy="2349360"/>
            </a:xfrm>
            <a:custGeom>
              <a:avLst/>
              <a:gdLst/>
              <a:ahLst/>
              <a:rect l="l" t="t" r="r" b="b"/>
              <a:pathLst>
                <a:path w="120" h="123">
                  <a:moveTo>
                    <a:pt x="65" y="121"/>
                  </a:moveTo>
                  <a:lnTo>
                    <a:pt x="65" y="119"/>
                  </a:lnTo>
                  <a:lnTo>
                    <a:pt x="65" y="114"/>
                  </a:lnTo>
                  <a:lnTo>
                    <a:pt x="68" y="110"/>
                  </a:lnTo>
                  <a:lnTo>
                    <a:pt x="71" y="110"/>
                  </a:lnTo>
                  <a:lnTo>
                    <a:pt x="77" y="107"/>
                  </a:lnTo>
                  <a:lnTo>
                    <a:pt x="83" y="111"/>
                  </a:lnTo>
                  <a:lnTo>
                    <a:pt x="86" y="109"/>
                  </a:lnTo>
                  <a:lnTo>
                    <a:pt x="90" y="112"/>
                  </a:lnTo>
                  <a:lnTo>
                    <a:pt x="95" y="114"/>
                  </a:lnTo>
                  <a:lnTo>
                    <a:pt x="99" y="116"/>
                  </a:lnTo>
                  <a:lnTo>
                    <a:pt x="103" y="112"/>
                  </a:lnTo>
                  <a:lnTo>
                    <a:pt x="111" y="107"/>
                  </a:lnTo>
                  <a:lnTo>
                    <a:pt x="112" y="106"/>
                  </a:lnTo>
                  <a:lnTo>
                    <a:pt x="112" y="104"/>
                  </a:lnTo>
                  <a:lnTo>
                    <a:pt x="114" y="101"/>
                  </a:lnTo>
                  <a:lnTo>
                    <a:pt x="112" y="101"/>
                  </a:lnTo>
                  <a:lnTo>
                    <a:pt x="111" y="101"/>
                  </a:lnTo>
                  <a:lnTo>
                    <a:pt x="107" y="99"/>
                  </a:lnTo>
                  <a:lnTo>
                    <a:pt x="105" y="97"/>
                  </a:lnTo>
                  <a:lnTo>
                    <a:pt x="107" y="93"/>
                  </a:lnTo>
                  <a:lnTo>
                    <a:pt x="107" y="91"/>
                  </a:lnTo>
                  <a:lnTo>
                    <a:pt x="105" y="90"/>
                  </a:lnTo>
                  <a:lnTo>
                    <a:pt x="103" y="86"/>
                  </a:lnTo>
                  <a:lnTo>
                    <a:pt x="108" y="85"/>
                  </a:lnTo>
                  <a:lnTo>
                    <a:pt x="109" y="83"/>
                  </a:lnTo>
                  <a:lnTo>
                    <a:pt x="108" y="80"/>
                  </a:lnTo>
                  <a:lnTo>
                    <a:pt x="106" y="77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4"/>
                  </a:lnTo>
                  <a:lnTo>
                    <a:pt x="106" y="73"/>
                  </a:lnTo>
                  <a:lnTo>
                    <a:pt x="106" y="69"/>
                  </a:lnTo>
                  <a:lnTo>
                    <a:pt x="103" y="68"/>
                  </a:lnTo>
                  <a:lnTo>
                    <a:pt x="101" y="70"/>
                  </a:lnTo>
                  <a:lnTo>
                    <a:pt x="101" y="72"/>
                  </a:lnTo>
                  <a:lnTo>
                    <a:pt x="98" y="72"/>
                  </a:lnTo>
                  <a:lnTo>
                    <a:pt x="98" y="70"/>
                  </a:lnTo>
                  <a:lnTo>
                    <a:pt x="100" y="69"/>
                  </a:lnTo>
                  <a:lnTo>
                    <a:pt x="99" y="67"/>
                  </a:lnTo>
                  <a:lnTo>
                    <a:pt x="100" y="65"/>
                  </a:lnTo>
                  <a:lnTo>
                    <a:pt x="103" y="64"/>
                  </a:lnTo>
                  <a:lnTo>
                    <a:pt x="104" y="62"/>
                  </a:lnTo>
                  <a:lnTo>
                    <a:pt x="103" y="61"/>
                  </a:lnTo>
                  <a:lnTo>
                    <a:pt x="106" y="58"/>
                  </a:lnTo>
                  <a:lnTo>
                    <a:pt x="109" y="57"/>
                  </a:lnTo>
                  <a:lnTo>
                    <a:pt x="108" y="55"/>
                  </a:lnTo>
                  <a:lnTo>
                    <a:pt x="109" y="53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4" y="47"/>
                  </a:lnTo>
                  <a:lnTo>
                    <a:pt x="115" y="44"/>
                  </a:lnTo>
                  <a:lnTo>
                    <a:pt x="116" y="42"/>
                  </a:lnTo>
                  <a:lnTo>
                    <a:pt x="117" y="39"/>
                  </a:lnTo>
                  <a:lnTo>
                    <a:pt x="117" y="37"/>
                  </a:lnTo>
                  <a:lnTo>
                    <a:pt x="120" y="35"/>
                  </a:lnTo>
                  <a:lnTo>
                    <a:pt x="120" y="33"/>
                  </a:lnTo>
                  <a:lnTo>
                    <a:pt x="117" y="32"/>
                  </a:lnTo>
                  <a:lnTo>
                    <a:pt x="115" y="32"/>
                  </a:lnTo>
                  <a:lnTo>
                    <a:pt x="114" y="30"/>
                  </a:lnTo>
                  <a:lnTo>
                    <a:pt x="111" y="31"/>
                  </a:lnTo>
                  <a:lnTo>
                    <a:pt x="109" y="30"/>
                  </a:lnTo>
                  <a:lnTo>
                    <a:pt x="106" y="30"/>
                  </a:lnTo>
                  <a:lnTo>
                    <a:pt x="106" y="28"/>
                  </a:lnTo>
                  <a:lnTo>
                    <a:pt x="104" y="25"/>
                  </a:lnTo>
                  <a:lnTo>
                    <a:pt x="100" y="25"/>
                  </a:lnTo>
                  <a:lnTo>
                    <a:pt x="99" y="24"/>
                  </a:lnTo>
                  <a:lnTo>
                    <a:pt x="97" y="24"/>
                  </a:lnTo>
                  <a:lnTo>
                    <a:pt x="95" y="23"/>
                  </a:lnTo>
                  <a:lnTo>
                    <a:pt x="92" y="21"/>
                  </a:lnTo>
                  <a:lnTo>
                    <a:pt x="90" y="20"/>
                  </a:lnTo>
                  <a:lnTo>
                    <a:pt x="92" y="15"/>
                  </a:lnTo>
                  <a:lnTo>
                    <a:pt x="90" y="15"/>
                  </a:lnTo>
                  <a:lnTo>
                    <a:pt x="89" y="17"/>
                  </a:lnTo>
                  <a:lnTo>
                    <a:pt x="87" y="18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12"/>
                  </a:lnTo>
                  <a:lnTo>
                    <a:pt x="81" y="12"/>
                  </a:lnTo>
                  <a:lnTo>
                    <a:pt x="80" y="9"/>
                  </a:lnTo>
                  <a:lnTo>
                    <a:pt x="78" y="9"/>
                  </a:lnTo>
                  <a:lnTo>
                    <a:pt x="77" y="8"/>
                  </a:lnTo>
                  <a:lnTo>
                    <a:pt x="77" y="6"/>
                  </a:lnTo>
                  <a:lnTo>
                    <a:pt x="76" y="5"/>
                  </a:lnTo>
                  <a:lnTo>
                    <a:pt x="75" y="5"/>
                  </a:lnTo>
                  <a:lnTo>
                    <a:pt x="75" y="6"/>
                  </a:lnTo>
                  <a:lnTo>
                    <a:pt x="73" y="6"/>
                  </a:lnTo>
                  <a:lnTo>
                    <a:pt x="72" y="4"/>
                  </a:lnTo>
                  <a:lnTo>
                    <a:pt x="73" y="1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68" y="1"/>
                  </a:lnTo>
                  <a:lnTo>
                    <a:pt x="65" y="0"/>
                  </a:lnTo>
                  <a:lnTo>
                    <a:pt x="63" y="5"/>
                  </a:lnTo>
                  <a:lnTo>
                    <a:pt x="62" y="10"/>
                  </a:lnTo>
                  <a:lnTo>
                    <a:pt x="61" y="12"/>
                  </a:lnTo>
                  <a:lnTo>
                    <a:pt x="53" y="15"/>
                  </a:lnTo>
                  <a:lnTo>
                    <a:pt x="48" y="18"/>
                  </a:lnTo>
                  <a:lnTo>
                    <a:pt x="47" y="19"/>
                  </a:lnTo>
                  <a:lnTo>
                    <a:pt x="49" y="21"/>
                  </a:lnTo>
                  <a:lnTo>
                    <a:pt x="45" y="22"/>
                  </a:lnTo>
                  <a:lnTo>
                    <a:pt x="41" y="21"/>
                  </a:lnTo>
                  <a:lnTo>
                    <a:pt x="36" y="20"/>
                  </a:lnTo>
                  <a:lnTo>
                    <a:pt x="34" y="17"/>
                  </a:lnTo>
                  <a:lnTo>
                    <a:pt x="35" y="15"/>
                  </a:lnTo>
                  <a:lnTo>
                    <a:pt x="32" y="15"/>
                  </a:lnTo>
                  <a:lnTo>
                    <a:pt x="30" y="14"/>
                  </a:lnTo>
                  <a:lnTo>
                    <a:pt x="29" y="16"/>
                  </a:lnTo>
                  <a:lnTo>
                    <a:pt x="30" y="19"/>
                  </a:lnTo>
                  <a:lnTo>
                    <a:pt x="30" y="22"/>
                  </a:lnTo>
                  <a:lnTo>
                    <a:pt x="31" y="26"/>
                  </a:lnTo>
                  <a:lnTo>
                    <a:pt x="32" y="30"/>
                  </a:lnTo>
                  <a:lnTo>
                    <a:pt x="26" y="29"/>
                  </a:lnTo>
                  <a:lnTo>
                    <a:pt x="22" y="28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7" y="24"/>
                  </a:lnTo>
                  <a:lnTo>
                    <a:pt x="13" y="24"/>
                  </a:lnTo>
                  <a:lnTo>
                    <a:pt x="11" y="26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5"/>
                  </a:lnTo>
                  <a:lnTo>
                    <a:pt x="3" y="25"/>
                  </a:lnTo>
                  <a:lnTo>
                    <a:pt x="0" y="27"/>
                  </a:lnTo>
                  <a:lnTo>
                    <a:pt x="2" y="29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0" y="32"/>
                  </a:lnTo>
                  <a:lnTo>
                    <a:pt x="2" y="34"/>
                  </a:lnTo>
                  <a:lnTo>
                    <a:pt x="3" y="37"/>
                  </a:lnTo>
                  <a:lnTo>
                    <a:pt x="6" y="37"/>
                  </a:lnTo>
                  <a:lnTo>
                    <a:pt x="10" y="39"/>
                  </a:lnTo>
                  <a:lnTo>
                    <a:pt x="12" y="40"/>
                  </a:lnTo>
                  <a:lnTo>
                    <a:pt x="13" y="42"/>
                  </a:lnTo>
                  <a:lnTo>
                    <a:pt x="19" y="44"/>
                  </a:lnTo>
                  <a:lnTo>
                    <a:pt x="19" y="46"/>
                  </a:lnTo>
                  <a:lnTo>
                    <a:pt x="22" y="48"/>
                  </a:lnTo>
                  <a:lnTo>
                    <a:pt x="24" y="52"/>
                  </a:lnTo>
                  <a:cubicBezTo>
                    <a:pt x="24" y="52"/>
                    <a:pt x="21" y="53"/>
                    <a:pt x="21" y="54"/>
                  </a:cubicBezTo>
                  <a:cubicBezTo>
                    <a:pt x="21" y="55"/>
                    <a:pt x="23" y="58"/>
                    <a:pt x="23" y="59"/>
                  </a:cubicBezTo>
                  <a:cubicBezTo>
                    <a:pt x="24" y="60"/>
                    <a:pt x="28" y="63"/>
                    <a:pt x="28" y="63"/>
                  </a:cubicBezTo>
                  <a:lnTo>
                    <a:pt x="29" y="66"/>
                  </a:lnTo>
                  <a:lnTo>
                    <a:pt x="28" y="69"/>
                  </a:lnTo>
                  <a:lnTo>
                    <a:pt x="27" y="71"/>
                  </a:lnTo>
                  <a:lnTo>
                    <a:pt x="30" y="74"/>
                  </a:lnTo>
                  <a:lnTo>
                    <a:pt x="32" y="78"/>
                  </a:lnTo>
                  <a:lnTo>
                    <a:pt x="33" y="82"/>
                  </a:lnTo>
                  <a:lnTo>
                    <a:pt x="30" y="81"/>
                  </a:lnTo>
                  <a:lnTo>
                    <a:pt x="30" y="78"/>
                  </a:lnTo>
                  <a:lnTo>
                    <a:pt x="28" y="75"/>
                  </a:lnTo>
                  <a:lnTo>
                    <a:pt x="26" y="79"/>
                  </a:lnTo>
                  <a:lnTo>
                    <a:pt x="24" y="84"/>
                  </a:lnTo>
                  <a:lnTo>
                    <a:pt x="26" y="84"/>
                  </a:lnTo>
                  <a:lnTo>
                    <a:pt x="26" y="85"/>
                  </a:lnTo>
                  <a:lnTo>
                    <a:pt x="24" y="86"/>
                  </a:lnTo>
                  <a:lnTo>
                    <a:pt x="24" y="88"/>
                  </a:lnTo>
                  <a:lnTo>
                    <a:pt x="23" y="91"/>
                  </a:lnTo>
                  <a:lnTo>
                    <a:pt x="22" y="94"/>
                  </a:lnTo>
                  <a:lnTo>
                    <a:pt x="21" y="99"/>
                  </a:lnTo>
                  <a:lnTo>
                    <a:pt x="20" y="100"/>
                  </a:lnTo>
                  <a:lnTo>
                    <a:pt x="19" y="101"/>
                  </a:lnTo>
                  <a:lnTo>
                    <a:pt x="17" y="102"/>
                  </a:lnTo>
                  <a:lnTo>
                    <a:pt x="18" y="104"/>
                  </a:lnTo>
                  <a:lnTo>
                    <a:pt x="20" y="104"/>
                  </a:lnTo>
                  <a:lnTo>
                    <a:pt x="19" y="107"/>
                  </a:lnTo>
                  <a:lnTo>
                    <a:pt x="21" y="107"/>
                  </a:lnTo>
                  <a:lnTo>
                    <a:pt x="25" y="110"/>
                  </a:lnTo>
                  <a:lnTo>
                    <a:pt x="26" y="109"/>
                  </a:lnTo>
                  <a:lnTo>
                    <a:pt x="28" y="113"/>
                  </a:lnTo>
                  <a:lnTo>
                    <a:pt x="31" y="112"/>
                  </a:lnTo>
                  <a:lnTo>
                    <a:pt x="33" y="115"/>
                  </a:lnTo>
                  <a:lnTo>
                    <a:pt x="39" y="115"/>
                  </a:lnTo>
                  <a:lnTo>
                    <a:pt x="41" y="115"/>
                  </a:lnTo>
                  <a:lnTo>
                    <a:pt x="40" y="113"/>
                  </a:lnTo>
                  <a:lnTo>
                    <a:pt x="43" y="114"/>
                  </a:lnTo>
                  <a:lnTo>
                    <a:pt x="46" y="116"/>
                  </a:lnTo>
                  <a:lnTo>
                    <a:pt x="48" y="116"/>
                  </a:lnTo>
                  <a:lnTo>
                    <a:pt x="48" y="117"/>
                  </a:lnTo>
                  <a:lnTo>
                    <a:pt x="50" y="116"/>
                  </a:lnTo>
                  <a:lnTo>
                    <a:pt x="52" y="118"/>
                  </a:lnTo>
                  <a:lnTo>
                    <a:pt x="52" y="119"/>
                  </a:lnTo>
                  <a:lnTo>
                    <a:pt x="53" y="120"/>
                  </a:lnTo>
                  <a:lnTo>
                    <a:pt x="53" y="122"/>
                  </a:lnTo>
                  <a:lnTo>
                    <a:pt x="55" y="122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59" y="123"/>
                  </a:lnTo>
                  <a:lnTo>
                    <a:pt x="61" y="123"/>
                  </a:lnTo>
                  <a:lnTo>
                    <a:pt x="62" y="121"/>
                  </a:lnTo>
                  <a:lnTo>
                    <a:pt x="65" y="121"/>
                  </a:lnTo>
                </a:path>
              </a:pathLst>
            </a:custGeom>
            <a:solidFill>
              <a:srgbClr val="e2e2e2"/>
            </a:solidFill>
            <a:ln w="936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r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9" name=""/>
            <p:cNvSpPr/>
            <p:nvPr/>
          </p:nvSpPr>
          <p:spPr>
            <a:xfrm>
              <a:off x="5429160" y="3139920"/>
              <a:ext cx="1555560" cy="2044800"/>
            </a:xfrm>
            <a:custGeom>
              <a:avLst/>
              <a:gdLst/>
              <a:ahLst/>
              <a:rect l="l" t="t" r="r" b="b"/>
              <a:pathLst>
                <a:path w="79" h="107">
                  <a:moveTo>
                    <a:pt x="12" y="104"/>
                  </a:moveTo>
                  <a:lnTo>
                    <a:pt x="13" y="103"/>
                  </a:lnTo>
                  <a:lnTo>
                    <a:pt x="14" y="102"/>
                  </a:lnTo>
                  <a:lnTo>
                    <a:pt x="15" y="102"/>
                  </a:lnTo>
                  <a:lnTo>
                    <a:pt x="17" y="103"/>
                  </a:lnTo>
                  <a:lnTo>
                    <a:pt x="19" y="102"/>
                  </a:lnTo>
                  <a:lnTo>
                    <a:pt x="21" y="103"/>
                  </a:lnTo>
                  <a:lnTo>
                    <a:pt x="22" y="102"/>
                  </a:lnTo>
                  <a:lnTo>
                    <a:pt x="20" y="101"/>
                  </a:lnTo>
                  <a:lnTo>
                    <a:pt x="21" y="99"/>
                  </a:lnTo>
                  <a:lnTo>
                    <a:pt x="23" y="100"/>
                  </a:lnTo>
                  <a:lnTo>
                    <a:pt x="24" y="101"/>
                  </a:lnTo>
                  <a:lnTo>
                    <a:pt x="27" y="102"/>
                  </a:lnTo>
                  <a:lnTo>
                    <a:pt x="28" y="101"/>
                  </a:lnTo>
                  <a:lnTo>
                    <a:pt x="30" y="103"/>
                  </a:lnTo>
                  <a:lnTo>
                    <a:pt x="32" y="104"/>
                  </a:lnTo>
                  <a:lnTo>
                    <a:pt x="33" y="103"/>
                  </a:lnTo>
                  <a:lnTo>
                    <a:pt x="36" y="105"/>
                  </a:lnTo>
                  <a:lnTo>
                    <a:pt x="37" y="107"/>
                  </a:lnTo>
                  <a:lnTo>
                    <a:pt x="40" y="106"/>
                  </a:lnTo>
                  <a:lnTo>
                    <a:pt x="39" y="103"/>
                  </a:lnTo>
                  <a:lnTo>
                    <a:pt x="43" y="103"/>
                  </a:lnTo>
                  <a:lnTo>
                    <a:pt x="45" y="106"/>
                  </a:lnTo>
                  <a:lnTo>
                    <a:pt x="49" y="105"/>
                  </a:lnTo>
                  <a:lnTo>
                    <a:pt x="51" y="103"/>
                  </a:lnTo>
                  <a:lnTo>
                    <a:pt x="55" y="102"/>
                  </a:lnTo>
                  <a:lnTo>
                    <a:pt x="57" y="100"/>
                  </a:lnTo>
                  <a:lnTo>
                    <a:pt x="59" y="101"/>
                  </a:lnTo>
                  <a:lnTo>
                    <a:pt x="61" y="101"/>
                  </a:lnTo>
                  <a:lnTo>
                    <a:pt x="63" y="104"/>
                  </a:lnTo>
                  <a:lnTo>
                    <a:pt x="64" y="103"/>
                  </a:lnTo>
                  <a:lnTo>
                    <a:pt x="64" y="101"/>
                  </a:lnTo>
                  <a:lnTo>
                    <a:pt x="62" y="100"/>
                  </a:lnTo>
                  <a:lnTo>
                    <a:pt x="63" y="98"/>
                  </a:lnTo>
                  <a:lnTo>
                    <a:pt x="60" y="96"/>
                  </a:lnTo>
                  <a:lnTo>
                    <a:pt x="62" y="93"/>
                  </a:lnTo>
                  <a:lnTo>
                    <a:pt x="66" y="92"/>
                  </a:lnTo>
                  <a:lnTo>
                    <a:pt x="67" y="88"/>
                  </a:lnTo>
                  <a:lnTo>
                    <a:pt x="69" y="88"/>
                  </a:lnTo>
                  <a:lnTo>
                    <a:pt x="70" y="89"/>
                  </a:lnTo>
                  <a:lnTo>
                    <a:pt x="70" y="85"/>
                  </a:lnTo>
                  <a:lnTo>
                    <a:pt x="69" y="83"/>
                  </a:lnTo>
                  <a:lnTo>
                    <a:pt x="67" y="83"/>
                  </a:lnTo>
                  <a:lnTo>
                    <a:pt x="65" y="81"/>
                  </a:lnTo>
                  <a:lnTo>
                    <a:pt x="62" y="78"/>
                  </a:lnTo>
                  <a:lnTo>
                    <a:pt x="60" y="78"/>
                  </a:lnTo>
                  <a:lnTo>
                    <a:pt x="59" y="74"/>
                  </a:lnTo>
                  <a:lnTo>
                    <a:pt x="57" y="72"/>
                  </a:lnTo>
                  <a:lnTo>
                    <a:pt x="58" y="70"/>
                  </a:lnTo>
                  <a:lnTo>
                    <a:pt x="56" y="68"/>
                  </a:lnTo>
                  <a:lnTo>
                    <a:pt x="54" y="67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8" y="63"/>
                  </a:lnTo>
                  <a:lnTo>
                    <a:pt x="61" y="63"/>
                  </a:lnTo>
                  <a:lnTo>
                    <a:pt x="64" y="60"/>
                  </a:lnTo>
                  <a:lnTo>
                    <a:pt x="67" y="58"/>
                  </a:lnTo>
                  <a:lnTo>
                    <a:pt x="70" y="57"/>
                  </a:lnTo>
                  <a:lnTo>
                    <a:pt x="73" y="55"/>
                  </a:lnTo>
                  <a:lnTo>
                    <a:pt x="73" y="53"/>
                  </a:lnTo>
                  <a:lnTo>
                    <a:pt x="75" y="53"/>
                  </a:lnTo>
                  <a:lnTo>
                    <a:pt x="77" y="56"/>
                  </a:lnTo>
                  <a:lnTo>
                    <a:pt x="79" y="53"/>
                  </a:lnTo>
                  <a:lnTo>
                    <a:pt x="79" y="50"/>
                  </a:lnTo>
                  <a:lnTo>
                    <a:pt x="78" y="47"/>
                  </a:lnTo>
                  <a:lnTo>
                    <a:pt x="76" y="47"/>
                  </a:lnTo>
                  <a:lnTo>
                    <a:pt x="77" y="45"/>
                  </a:lnTo>
                  <a:lnTo>
                    <a:pt x="75" y="43"/>
                  </a:lnTo>
                  <a:lnTo>
                    <a:pt x="76" y="40"/>
                  </a:lnTo>
                  <a:lnTo>
                    <a:pt x="76" y="38"/>
                  </a:lnTo>
                  <a:lnTo>
                    <a:pt x="75" y="38"/>
                  </a:lnTo>
                  <a:lnTo>
                    <a:pt x="73" y="34"/>
                  </a:lnTo>
                  <a:lnTo>
                    <a:pt x="74" y="32"/>
                  </a:lnTo>
                  <a:lnTo>
                    <a:pt x="71" y="29"/>
                  </a:lnTo>
                  <a:lnTo>
                    <a:pt x="70" y="28"/>
                  </a:lnTo>
                  <a:lnTo>
                    <a:pt x="70" y="25"/>
                  </a:lnTo>
                  <a:lnTo>
                    <a:pt x="72" y="23"/>
                  </a:lnTo>
                  <a:lnTo>
                    <a:pt x="72" y="20"/>
                  </a:lnTo>
                  <a:lnTo>
                    <a:pt x="70" y="17"/>
                  </a:lnTo>
                  <a:lnTo>
                    <a:pt x="70" y="16"/>
                  </a:lnTo>
                  <a:lnTo>
                    <a:pt x="67" y="15"/>
                  </a:lnTo>
                  <a:lnTo>
                    <a:pt x="66" y="11"/>
                  </a:lnTo>
                  <a:lnTo>
                    <a:pt x="63" y="11"/>
                  </a:lnTo>
                  <a:lnTo>
                    <a:pt x="60" y="7"/>
                  </a:lnTo>
                  <a:lnTo>
                    <a:pt x="56" y="7"/>
                  </a:lnTo>
                  <a:lnTo>
                    <a:pt x="53" y="9"/>
                  </a:lnTo>
                  <a:lnTo>
                    <a:pt x="48" y="11"/>
                  </a:lnTo>
                  <a:lnTo>
                    <a:pt x="46" y="13"/>
                  </a:lnTo>
                  <a:lnTo>
                    <a:pt x="42" y="13"/>
                  </a:lnTo>
                  <a:lnTo>
                    <a:pt x="41" y="12"/>
                  </a:lnTo>
                  <a:lnTo>
                    <a:pt x="44" y="8"/>
                  </a:lnTo>
                  <a:lnTo>
                    <a:pt x="40" y="8"/>
                  </a:lnTo>
                  <a:lnTo>
                    <a:pt x="37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28" y="1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7" y="6"/>
                  </a:lnTo>
                  <a:lnTo>
                    <a:pt x="26" y="10"/>
                  </a:lnTo>
                  <a:lnTo>
                    <a:pt x="27" y="14"/>
                  </a:lnTo>
                  <a:lnTo>
                    <a:pt x="31" y="16"/>
                  </a:lnTo>
                  <a:lnTo>
                    <a:pt x="27" y="16"/>
                  </a:lnTo>
                  <a:lnTo>
                    <a:pt x="24" y="15"/>
                  </a:lnTo>
                  <a:lnTo>
                    <a:pt x="22" y="19"/>
                  </a:lnTo>
                  <a:lnTo>
                    <a:pt x="20" y="21"/>
                  </a:lnTo>
                  <a:lnTo>
                    <a:pt x="18" y="17"/>
                  </a:lnTo>
                  <a:lnTo>
                    <a:pt x="14" y="18"/>
                  </a:lnTo>
                  <a:lnTo>
                    <a:pt x="10" y="19"/>
                  </a:lnTo>
                  <a:lnTo>
                    <a:pt x="10" y="20"/>
                  </a:lnTo>
                  <a:lnTo>
                    <a:pt x="12" y="23"/>
                  </a:lnTo>
                  <a:lnTo>
                    <a:pt x="11" y="28"/>
                  </a:lnTo>
                  <a:lnTo>
                    <a:pt x="10" y="29"/>
                  </a:lnTo>
                  <a:lnTo>
                    <a:pt x="10" y="31"/>
                  </a:lnTo>
                  <a:lnTo>
                    <a:pt x="8" y="32"/>
                  </a:lnTo>
                  <a:lnTo>
                    <a:pt x="7" y="33"/>
                  </a:lnTo>
                  <a:lnTo>
                    <a:pt x="9" y="34"/>
                  </a:lnTo>
                  <a:lnTo>
                    <a:pt x="10" y="37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8" y="42"/>
                  </a:lnTo>
                  <a:lnTo>
                    <a:pt x="6" y="42"/>
                  </a:lnTo>
                  <a:lnTo>
                    <a:pt x="4" y="42"/>
                  </a:lnTo>
                  <a:lnTo>
                    <a:pt x="1" y="42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3" y="47"/>
                  </a:lnTo>
                  <a:lnTo>
                    <a:pt x="2" y="49"/>
                  </a:lnTo>
                  <a:lnTo>
                    <a:pt x="1" y="52"/>
                  </a:lnTo>
                  <a:lnTo>
                    <a:pt x="0" y="54"/>
                  </a:lnTo>
                  <a:lnTo>
                    <a:pt x="1" y="5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2" y="70"/>
                  </a:lnTo>
                  <a:lnTo>
                    <a:pt x="4" y="72"/>
                  </a:lnTo>
                  <a:lnTo>
                    <a:pt x="3" y="74"/>
                  </a:lnTo>
                  <a:lnTo>
                    <a:pt x="2" y="75"/>
                  </a:lnTo>
                  <a:lnTo>
                    <a:pt x="4" y="78"/>
                  </a:lnTo>
                  <a:lnTo>
                    <a:pt x="4" y="80"/>
                  </a:lnTo>
                  <a:lnTo>
                    <a:pt x="7" y="80"/>
                  </a:lnTo>
                  <a:lnTo>
                    <a:pt x="9" y="81"/>
                  </a:lnTo>
                  <a:lnTo>
                    <a:pt x="12" y="80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8" y="83"/>
                  </a:lnTo>
                  <a:lnTo>
                    <a:pt x="18" y="85"/>
                  </a:lnTo>
                  <a:lnTo>
                    <a:pt x="15" y="87"/>
                  </a:lnTo>
                  <a:lnTo>
                    <a:pt x="15" y="89"/>
                  </a:lnTo>
                  <a:lnTo>
                    <a:pt x="14" y="92"/>
                  </a:lnTo>
                  <a:lnTo>
                    <a:pt x="13" y="94"/>
                  </a:lnTo>
                  <a:lnTo>
                    <a:pt x="12" y="97"/>
                  </a:lnTo>
                  <a:lnTo>
                    <a:pt x="11" y="99"/>
                  </a:lnTo>
                  <a:lnTo>
                    <a:pt x="11" y="102"/>
                  </a:lnTo>
                  <a:lnTo>
                    <a:pt x="12" y="104"/>
                  </a:lnTo>
                </a:path>
              </a:pathLst>
            </a:custGeom>
            <a:solidFill>
              <a:srgbClr val="e2e2e2"/>
            </a:solidFill>
            <a:ln w="936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r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0" name=""/>
            <p:cNvSpPr/>
            <p:nvPr/>
          </p:nvSpPr>
          <p:spPr>
            <a:xfrm>
              <a:off x="4835520" y="4038480"/>
              <a:ext cx="652320" cy="533520"/>
            </a:xfrm>
            <a:custGeom>
              <a:avLst/>
              <a:gdLst/>
              <a:ahLst/>
              <a:rect l="l" t="t" r="r" b="b"/>
              <a:pathLst>
                <a:path w="33" h="28">
                  <a:moveTo>
                    <a:pt x="7" y="0"/>
                  </a:moveTo>
                  <a:lnTo>
                    <a:pt x="8" y="2"/>
                  </a:lnTo>
                  <a:lnTo>
                    <a:pt x="10" y="2"/>
                  </a:lnTo>
                  <a:lnTo>
                    <a:pt x="12" y="3"/>
                  </a:lnTo>
                  <a:lnTo>
                    <a:pt x="15" y="2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3" y="2"/>
                  </a:lnTo>
                  <a:lnTo>
                    <a:pt x="24" y="3"/>
                  </a:lnTo>
                  <a:lnTo>
                    <a:pt x="27" y="3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7" y="10"/>
                  </a:lnTo>
                  <a:lnTo>
                    <a:pt x="29" y="11"/>
                  </a:lnTo>
                  <a:lnTo>
                    <a:pt x="32" y="11"/>
                  </a:lnTo>
                  <a:lnTo>
                    <a:pt x="32" y="14"/>
                  </a:lnTo>
                  <a:lnTo>
                    <a:pt x="33" y="16"/>
                  </a:lnTo>
                  <a:lnTo>
                    <a:pt x="31" y="19"/>
                  </a:lnTo>
                  <a:lnTo>
                    <a:pt x="29" y="19"/>
                  </a:lnTo>
                  <a:lnTo>
                    <a:pt x="28" y="22"/>
                  </a:lnTo>
                  <a:lnTo>
                    <a:pt x="27" y="24"/>
                  </a:lnTo>
                  <a:lnTo>
                    <a:pt x="28" y="26"/>
                  </a:lnTo>
                  <a:lnTo>
                    <a:pt x="27" y="28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3" y="26"/>
                  </a:lnTo>
                  <a:lnTo>
                    <a:pt x="22" y="25"/>
                  </a:lnTo>
                  <a:lnTo>
                    <a:pt x="20" y="24"/>
                  </a:lnTo>
                  <a:lnTo>
                    <a:pt x="18" y="23"/>
                  </a:lnTo>
                  <a:lnTo>
                    <a:pt x="19" y="21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8" y="19"/>
                  </a:lnTo>
                  <a:lnTo>
                    <a:pt x="17" y="20"/>
                  </a:lnTo>
                  <a:lnTo>
                    <a:pt x="15" y="21"/>
                  </a:lnTo>
                  <a:lnTo>
                    <a:pt x="12" y="20"/>
                  </a:lnTo>
                  <a:lnTo>
                    <a:pt x="13" y="16"/>
                  </a:lnTo>
                  <a:lnTo>
                    <a:pt x="12" y="15"/>
                  </a:lnTo>
                  <a:lnTo>
                    <a:pt x="9" y="15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5" y="9"/>
                  </a:lnTo>
                  <a:lnTo>
                    <a:pt x="4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1" y="9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7" y="0"/>
                  </a:lnTo>
                </a:path>
              </a:pathLst>
            </a:custGeom>
            <a:solidFill>
              <a:srgbClr val="e2e2e2"/>
            </a:solidFill>
            <a:ln w="936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r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1" name=""/>
            <p:cNvSpPr/>
            <p:nvPr/>
          </p:nvSpPr>
          <p:spPr>
            <a:xfrm>
              <a:off x="4973400" y="3502080"/>
              <a:ext cx="690480" cy="745920"/>
            </a:xfrm>
            <a:custGeom>
              <a:avLst/>
              <a:gdLst/>
              <a:ahLst/>
              <a:rect l="l" t="t" r="r" b="b"/>
              <a:pathLst>
                <a:path w="35" h="39">
                  <a:moveTo>
                    <a:pt x="33" y="1"/>
                  </a:moveTo>
                  <a:lnTo>
                    <a:pt x="35" y="4"/>
                  </a:lnTo>
                  <a:lnTo>
                    <a:pt x="34" y="9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2" y="15"/>
                  </a:lnTo>
                  <a:lnTo>
                    <a:pt x="33" y="18"/>
                  </a:lnTo>
                  <a:lnTo>
                    <a:pt x="32" y="20"/>
                  </a:lnTo>
                  <a:lnTo>
                    <a:pt x="30" y="20"/>
                  </a:lnTo>
                  <a:lnTo>
                    <a:pt x="31" y="23"/>
                  </a:lnTo>
                  <a:lnTo>
                    <a:pt x="29" y="23"/>
                  </a:lnTo>
                  <a:lnTo>
                    <a:pt x="27" y="23"/>
                  </a:lnTo>
                  <a:lnTo>
                    <a:pt x="24" y="23"/>
                  </a:lnTo>
                  <a:lnTo>
                    <a:pt x="23" y="24"/>
                  </a:lnTo>
                  <a:lnTo>
                    <a:pt x="24" y="26"/>
                  </a:lnTo>
                  <a:lnTo>
                    <a:pt x="26" y="28"/>
                  </a:lnTo>
                  <a:lnTo>
                    <a:pt x="25" y="30"/>
                  </a:lnTo>
                  <a:lnTo>
                    <a:pt x="24" y="33"/>
                  </a:lnTo>
                  <a:lnTo>
                    <a:pt x="23" y="35"/>
                  </a:lnTo>
                  <a:lnTo>
                    <a:pt x="24" y="37"/>
                  </a:lnTo>
                  <a:lnTo>
                    <a:pt x="23" y="39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20" y="35"/>
                  </a:lnTo>
                  <a:lnTo>
                    <a:pt x="22" y="33"/>
                  </a:lnTo>
                  <a:lnTo>
                    <a:pt x="20" y="31"/>
                  </a:lnTo>
                  <a:lnTo>
                    <a:pt x="17" y="31"/>
                  </a:lnTo>
                  <a:lnTo>
                    <a:pt x="16" y="30"/>
                  </a:lnTo>
                  <a:lnTo>
                    <a:pt x="14" y="28"/>
                  </a:lnTo>
                  <a:lnTo>
                    <a:pt x="10" y="28"/>
                  </a:lnTo>
                  <a:lnTo>
                    <a:pt x="8" y="30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1" y="3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3" y="28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6" y="27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3" y="24"/>
                  </a:lnTo>
                  <a:lnTo>
                    <a:pt x="8" y="19"/>
                  </a:lnTo>
                  <a:lnTo>
                    <a:pt x="9" y="18"/>
                  </a:lnTo>
                  <a:lnTo>
                    <a:pt x="12" y="15"/>
                  </a:lnTo>
                  <a:lnTo>
                    <a:pt x="16" y="15"/>
                  </a:lnTo>
                  <a:lnTo>
                    <a:pt x="12" y="14"/>
                  </a:lnTo>
                  <a:lnTo>
                    <a:pt x="13" y="11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8" y="7"/>
                  </a:lnTo>
                  <a:lnTo>
                    <a:pt x="20" y="4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1" y="1"/>
                  </a:lnTo>
                  <a:lnTo>
                    <a:pt x="33" y="3"/>
                  </a:lnTo>
                  <a:lnTo>
                    <a:pt x="33" y="1"/>
                  </a:lnTo>
                </a:path>
              </a:pathLst>
            </a:custGeom>
            <a:solidFill>
              <a:srgbClr val="e2e2e2"/>
            </a:solidFill>
            <a:ln w="936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r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2" name=""/>
            <p:cNvSpPr/>
            <p:nvPr/>
          </p:nvSpPr>
          <p:spPr>
            <a:xfrm>
              <a:off x="5368680" y="4400640"/>
              <a:ext cx="138240" cy="171360"/>
            </a:xfrm>
            <a:custGeom>
              <a:avLst/>
              <a:gdLst/>
              <a:ahLst/>
              <a:rect l="l" t="t" r="r" b="b"/>
              <a:pathLst>
                <a:path w="7" h="9">
                  <a:moveTo>
                    <a:pt x="4" y="0"/>
                  </a:moveTo>
                  <a:lnTo>
                    <a:pt x="4" y="2"/>
                  </a:lnTo>
                  <a:lnTo>
                    <a:pt x="5" y="4"/>
                  </a:lnTo>
                  <a:lnTo>
                    <a:pt x="7" y="6"/>
                  </a:lnTo>
                  <a:lnTo>
                    <a:pt x="6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9"/>
                  </a:lnTo>
                  <a:lnTo>
                    <a:pt x="1" y="9"/>
                  </a:lnTo>
                  <a:lnTo>
                    <a:pt x="0" y="9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0"/>
                  </a:lnTo>
                  <a:lnTo>
                    <a:pt x="4" y="0"/>
                  </a:lnTo>
                </a:path>
              </a:pathLst>
            </a:custGeom>
            <a:solidFill>
              <a:srgbClr val="e2e2e2"/>
            </a:solidFill>
            <a:ln w="9360">
              <a:solidFill>
                <a:srgbClr val="b2b2b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rIns="18000" anchor="t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33" name=""/>
            <p:cNvGrpSpPr/>
            <p:nvPr/>
          </p:nvGrpSpPr>
          <p:grpSpPr>
            <a:xfrm>
              <a:off x="3259080" y="1822320"/>
              <a:ext cx="1477080" cy="2368080"/>
              <a:chOff x="3259080" y="1822320"/>
              <a:chExt cx="1477080" cy="2368080"/>
            </a:xfrm>
          </p:grpSpPr>
          <p:sp>
            <p:nvSpPr>
              <p:cNvPr id="2734" name=""/>
              <p:cNvSpPr/>
              <p:nvPr/>
            </p:nvSpPr>
            <p:spPr>
              <a:xfrm>
                <a:off x="3259080" y="2777040"/>
                <a:ext cx="393840" cy="324720"/>
              </a:xfrm>
              <a:custGeom>
                <a:avLst/>
                <a:gdLst/>
                <a:ahLst/>
                <a:rect l="l" t="t" r="r" b="b"/>
                <a:pathLst>
                  <a:path w="20" h="17">
                    <a:moveTo>
                      <a:pt x="9" y="1"/>
                    </a:move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2"/>
                    </a:lnTo>
                    <a:lnTo>
                      <a:pt x="17" y="5"/>
                    </a:lnTo>
                    <a:lnTo>
                      <a:pt x="20" y="8"/>
                    </a:lnTo>
                    <a:lnTo>
                      <a:pt x="20" y="12"/>
                    </a:lnTo>
                    <a:lnTo>
                      <a:pt x="19" y="15"/>
                    </a:lnTo>
                    <a:lnTo>
                      <a:pt x="17" y="16"/>
                    </a:lnTo>
                    <a:lnTo>
                      <a:pt x="17" y="16"/>
                    </a:lnTo>
                    <a:lnTo>
                      <a:pt x="14" y="17"/>
                    </a:lnTo>
                    <a:lnTo>
                      <a:pt x="13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8" y="10"/>
                    </a:lnTo>
                    <a:lnTo>
                      <a:pt x="6" y="11"/>
                    </a:lnTo>
                    <a:lnTo>
                      <a:pt x="3" y="14"/>
                    </a:lnTo>
                    <a:lnTo>
                      <a:pt x="1" y="10"/>
                    </a:lnTo>
                    <a:lnTo>
                      <a:pt x="0" y="7"/>
                    </a:lnTo>
                    <a:lnTo>
                      <a:pt x="3" y="7"/>
                    </a:lnTo>
                    <a:lnTo>
                      <a:pt x="2" y="5"/>
                    </a:lnTo>
                    <a:lnTo>
                      <a:pt x="4" y="6"/>
                    </a:lnTo>
                    <a:lnTo>
                      <a:pt x="5" y="4"/>
                    </a:lnTo>
                    <a:lnTo>
                      <a:pt x="9" y="1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5" name=""/>
              <p:cNvSpPr/>
              <p:nvPr/>
            </p:nvSpPr>
            <p:spPr>
              <a:xfrm>
                <a:off x="3357360" y="1936800"/>
                <a:ext cx="1378800" cy="2253600"/>
              </a:xfrm>
              <a:custGeom>
                <a:avLst/>
                <a:gdLst/>
                <a:ahLst/>
                <a:rect l="l" t="t" r="r" b="b"/>
                <a:pathLst>
                  <a:path w="70" h="118">
                    <a:moveTo>
                      <a:pt x="33" y="98"/>
                    </a:moveTo>
                    <a:lnTo>
                      <a:pt x="30" y="101"/>
                    </a:lnTo>
                    <a:lnTo>
                      <a:pt x="27" y="103"/>
                    </a:lnTo>
                    <a:lnTo>
                      <a:pt x="26" y="106"/>
                    </a:lnTo>
                    <a:lnTo>
                      <a:pt x="23" y="104"/>
                    </a:lnTo>
                    <a:lnTo>
                      <a:pt x="20" y="103"/>
                    </a:lnTo>
                    <a:lnTo>
                      <a:pt x="16" y="103"/>
                    </a:lnTo>
                    <a:lnTo>
                      <a:pt x="15" y="105"/>
                    </a:lnTo>
                    <a:lnTo>
                      <a:pt x="12" y="106"/>
                    </a:lnTo>
                    <a:lnTo>
                      <a:pt x="12" y="108"/>
                    </a:lnTo>
                    <a:lnTo>
                      <a:pt x="9" y="110"/>
                    </a:lnTo>
                    <a:lnTo>
                      <a:pt x="4" y="114"/>
                    </a:lnTo>
                    <a:lnTo>
                      <a:pt x="1" y="114"/>
                    </a:lnTo>
                    <a:lnTo>
                      <a:pt x="0" y="115"/>
                    </a:lnTo>
                    <a:lnTo>
                      <a:pt x="3" y="115"/>
                    </a:lnTo>
                    <a:lnTo>
                      <a:pt x="5" y="118"/>
                    </a:lnTo>
                    <a:lnTo>
                      <a:pt x="7" y="115"/>
                    </a:lnTo>
                    <a:lnTo>
                      <a:pt x="14" y="114"/>
                    </a:lnTo>
                    <a:lnTo>
                      <a:pt x="16" y="115"/>
                    </a:lnTo>
                    <a:lnTo>
                      <a:pt x="17" y="117"/>
                    </a:lnTo>
                    <a:lnTo>
                      <a:pt x="19" y="116"/>
                    </a:lnTo>
                    <a:lnTo>
                      <a:pt x="21" y="113"/>
                    </a:lnTo>
                    <a:lnTo>
                      <a:pt x="26" y="112"/>
                    </a:lnTo>
                    <a:lnTo>
                      <a:pt x="30" y="114"/>
                    </a:lnTo>
                    <a:lnTo>
                      <a:pt x="34" y="115"/>
                    </a:lnTo>
                    <a:lnTo>
                      <a:pt x="37" y="113"/>
                    </a:lnTo>
                    <a:lnTo>
                      <a:pt x="42" y="113"/>
                    </a:lnTo>
                    <a:lnTo>
                      <a:pt x="49" y="114"/>
                    </a:lnTo>
                    <a:lnTo>
                      <a:pt x="54" y="115"/>
                    </a:lnTo>
                    <a:lnTo>
                      <a:pt x="60" y="114"/>
                    </a:lnTo>
                    <a:lnTo>
                      <a:pt x="64" y="112"/>
                    </a:lnTo>
                    <a:lnTo>
                      <a:pt x="66" y="108"/>
                    </a:lnTo>
                    <a:lnTo>
                      <a:pt x="61" y="108"/>
                    </a:lnTo>
                    <a:lnTo>
                      <a:pt x="57" y="106"/>
                    </a:lnTo>
                    <a:lnTo>
                      <a:pt x="55" y="105"/>
                    </a:lnTo>
                    <a:lnTo>
                      <a:pt x="60" y="105"/>
                    </a:lnTo>
                    <a:lnTo>
                      <a:pt x="62" y="103"/>
                    </a:lnTo>
                    <a:lnTo>
                      <a:pt x="66" y="100"/>
                    </a:lnTo>
                    <a:lnTo>
                      <a:pt x="68" y="97"/>
                    </a:lnTo>
                    <a:lnTo>
                      <a:pt x="69" y="95"/>
                    </a:lnTo>
                    <a:lnTo>
                      <a:pt x="70" y="92"/>
                    </a:lnTo>
                    <a:lnTo>
                      <a:pt x="69" y="89"/>
                    </a:lnTo>
                    <a:lnTo>
                      <a:pt x="66" y="86"/>
                    </a:lnTo>
                    <a:lnTo>
                      <a:pt x="63" y="85"/>
                    </a:lnTo>
                    <a:lnTo>
                      <a:pt x="60" y="85"/>
                    </a:lnTo>
                    <a:lnTo>
                      <a:pt x="59" y="88"/>
                    </a:lnTo>
                    <a:lnTo>
                      <a:pt x="57" y="86"/>
                    </a:lnTo>
                    <a:lnTo>
                      <a:pt x="59" y="83"/>
                    </a:lnTo>
                    <a:lnTo>
                      <a:pt x="59" y="79"/>
                    </a:lnTo>
                    <a:lnTo>
                      <a:pt x="55" y="75"/>
                    </a:lnTo>
                    <a:lnTo>
                      <a:pt x="58" y="75"/>
                    </a:lnTo>
                    <a:lnTo>
                      <a:pt x="57" y="72"/>
                    </a:lnTo>
                    <a:lnTo>
                      <a:pt x="57" y="69"/>
                    </a:lnTo>
                    <a:lnTo>
                      <a:pt x="55" y="65"/>
                    </a:lnTo>
                    <a:lnTo>
                      <a:pt x="53" y="61"/>
                    </a:lnTo>
                    <a:lnTo>
                      <a:pt x="50" y="60"/>
                    </a:lnTo>
                    <a:lnTo>
                      <a:pt x="49" y="54"/>
                    </a:lnTo>
                    <a:lnTo>
                      <a:pt x="48" y="50"/>
                    </a:lnTo>
                    <a:lnTo>
                      <a:pt x="48" y="46"/>
                    </a:lnTo>
                    <a:lnTo>
                      <a:pt x="45" y="42"/>
                    </a:lnTo>
                    <a:lnTo>
                      <a:pt x="42" y="39"/>
                    </a:lnTo>
                    <a:lnTo>
                      <a:pt x="39" y="39"/>
                    </a:lnTo>
                    <a:lnTo>
                      <a:pt x="34" y="38"/>
                    </a:lnTo>
                    <a:lnTo>
                      <a:pt x="33" y="36"/>
                    </a:lnTo>
                    <a:lnTo>
                      <a:pt x="38" y="38"/>
                    </a:lnTo>
                    <a:lnTo>
                      <a:pt x="40" y="36"/>
                    </a:lnTo>
                    <a:lnTo>
                      <a:pt x="42" y="36"/>
                    </a:lnTo>
                    <a:lnTo>
                      <a:pt x="41" y="33"/>
                    </a:lnTo>
                    <a:lnTo>
                      <a:pt x="44" y="30"/>
                    </a:lnTo>
                    <a:lnTo>
                      <a:pt x="46" y="28"/>
                    </a:lnTo>
                    <a:lnTo>
                      <a:pt x="49" y="24"/>
                    </a:lnTo>
                    <a:lnTo>
                      <a:pt x="49" y="22"/>
                    </a:lnTo>
                    <a:lnTo>
                      <a:pt x="51" y="21"/>
                    </a:lnTo>
                    <a:lnTo>
                      <a:pt x="51" y="17"/>
                    </a:lnTo>
                    <a:lnTo>
                      <a:pt x="48" y="16"/>
                    </a:lnTo>
                    <a:lnTo>
                      <a:pt x="44" y="16"/>
                    </a:lnTo>
                    <a:lnTo>
                      <a:pt x="41" y="15"/>
                    </a:lnTo>
                    <a:lnTo>
                      <a:pt x="38" y="15"/>
                    </a:lnTo>
                    <a:lnTo>
                      <a:pt x="34" y="15"/>
                    </a:lnTo>
                    <a:lnTo>
                      <a:pt x="37" y="14"/>
                    </a:lnTo>
                    <a:lnTo>
                      <a:pt x="38" y="12"/>
                    </a:lnTo>
                    <a:lnTo>
                      <a:pt x="34" y="12"/>
                    </a:lnTo>
                    <a:lnTo>
                      <a:pt x="38" y="10"/>
                    </a:lnTo>
                    <a:lnTo>
                      <a:pt x="41" y="8"/>
                    </a:lnTo>
                    <a:lnTo>
                      <a:pt x="44" y="5"/>
                    </a:lnTo>
                    <a:lnTo>
                      <a:pt x="45" y="2"/>
                    </a:lnTo>
                    <a:lnTo>
                      <a:pt x="40" y="2"/>
                    </a:lnTo>
                    <a:lnTo>
                      <a:pt x="34" y="2"/>
                    </a:lnTo>
                    <a:lnTo>
                      <a:pt x="32" y="0"/>
                    </a:lnTo>
                    <a:lnTo>
                      <a:pt x="31" y="0"/>
                    </a:lnTo>
                    <a:lnTo>
                      <a:pt x="29" y="3"/>
                    </a:lnTo>
                    <a:lnTo>
                      <a:pt x="29" y="5"/>
                    </a:lnTo>
                    <a:lnTo>
                      <a:pt x="28" y="5"/>
                    </a:lnTo>
                    <a:lnTo>
                      <a:pt x="26" y="8"/>
                    </a:lnTo>
                    <a:lnTo>
                      <a:pt x="27" y="9"/>
                    </a:lnTo>
                    <a:lnTo>
                      <a:pt x="24" y="10"/>
                    </a:lnTo>
                    <a:lnTo>
                      <a:pt x="22" y="12"/>
                    </a:lnTo>
                    <a:lnTo>
                      <a:pt x="22" y="14"/>
                    </a:lnTo>
                    <a:lnTo>
                      <a:pt x="23" y="16"/>
                    </a:lnTo>
                    <a:lnTo>
                      <a:pt x="22" y="18"/>
                    </a:lnTo>
                    <a:lnTo>
                      <a:pt x="19" y="15"/>
                    </a:lnTo>
                    <a:lnTo>
                      <a:pt x="20" y="12"/>
                    </a:lnTo>
                    <a:lnTo>
                      <a:pt x="19" y="10"/>
                    </a:lnTo>
                    <a:cubicBezTo>
                      <a:pt x="18" y="10"/>
                      <a:pt x="18" y="13"/>
                      <a:pt x="18" y="13"/>
                    </a:cubicBezTo>
                    <a:lnTo>
                      <a:pt x="16" y="12"/>
                    </a:lnTo>
                    <a:lnTo>
                      <a:pt x="15" y="14"/>
                    </a:lnTo>
                    <a:lnTo>
                      <a:pt x="16" y="16"/>
                    </a:lnTo>
                    <a:lnTo>
                      <a:pt x="18" y="18"/>
                    </a:lnTo>
                    <a:lnTo>
                      <a:pt x="19" y="20"/>
                    </a:lnTo>
                    <a:lnTo>
                      <a:pt x="21" y="21"/>
                    </a:lnTo>
                    <a:lnTo>
                      <a:pt x="20" y="23"/>
                    </a:lnTo>
                    <a:lnTo>
                      <a:pt x="17" y="24"/>
                    </a:lnTo>
                    <a:lnTo>
                      <a:pt x="17" y="27"/>
                    </a:lnTo>
                    <a:lnTo>
                      <a:pt x="14" y="28"/>
                    </a:lnTo>
                    <a:lnTo>
                      <a:pt x="15" y="30"/>
                    </a:lnTo>
                    <a:lnTo>
                      <a:pt x="18" y="29"/>
                    </a:lnTo>
                    <a:lnTo>
                      <a:pt x="20" y="28"/>
                    </a:lnTo>
                    <a:lnTo>
                      <a:pt x="23" y="26"/>
                    </a:lnTo>
                    <a:lnTo>
                      <a:pt x="22" y="29"/>
                    </a:lnTo>
                    <a:lnTo>
                      <a:pt x="20" y="31"/>
                    </a:lnTo>
                    <a:lnTo>
                      <a:pt x="19" y="33"/>
                    </a:lnTo>
                    <a:lnTo>
                      <a:pt x="17" y="36"/>
                    </a:lnTo>
                    <a:lnTo>
                      <a:pt x="18" y="38"/>
                    </a:lnTo>
                    <a:lnTo>
                      <a:pt x="16" y="41"/>
                    </a:lnTo>
                    <a:lnTo>
                      <a:pt x="15" y="44"/>
                    </a:lnTo>
                    <a:lnTo>
                      <a:pt x="17" y="45"/>
                    </a:lnTo>
                    <a:lnTo>
                      <a:pt x="18" y="43"/>
                    </a:lnTo>
                    <a:lnTo>
                      <a:pt x="19" y="39"/>
                    </a:lnTo>
                    <a:lnTo>
                      <a:pt x="20" y="37"/>
                    </a:lnTo>
                    <a:lnTo>
                      <a:pt x="22" y="36"/>
                    </a:lnTo>
                    <a:lnTo>
                      <a:pt x="25" y="36"/>
                    </a:lnTo>
                    <a:lnTo>
                      <a:pt x="24" y="38"/>
                    </a:lnTo>
                    <a:lnTo>
                      <a:pt x="24" y="41"/>
                    </a:lnTo>
                    <a:lnTo>
                      <a:pt x="25" y="44"/>
                    </a:lnTo>
                    <a:lnTo>
                      <a:pt x="23" y="46"/>
                    </a:lnTo>
                    <a:lnTo>
                      <a:pt x="20" y="49"/>
                    </a:lnTo>
                    <a:lnTo>
                      <a:pt x="19" y="51"/>
                    </a:lnTo>
                    <a:lnTo>
                      <a:pt x="20" y="53"/>
                    </a:lnTo>
                    <a:lnTo>
                      <a:pt x="21" y="52"/>
                    </a:lnTo>
                    <a:lnTo>
                      <a:pt x="23" y="54"/>
                    </a:lnTo>
                    <a:lnTo>
                      <a:pt x="26" y="54"/>
                    </a:lnTo>
                    <a:lnTo>
                      <a:pt x="28" y="54"/>
                    </a:lnTo>
                    <a:lnTo>
                      <a:pt x="31" y="53"/>
                    </a:lnTo>
                    <a:lnTo>
                      <a:pt x="32" y="52"/>
                    </a:lnTo>
                    <a:lnTo>
                      <a:pt x="35" y="53"/>
                    </a:lnTo>
                    <a:lnTo>
                      <a:pt x="32" y="54"/>
                    </a:lnTo>
                    <a:lnTo>
                      <a:pt x="31" y="56"/>
                    </a:lnTo>
                    <a:lnTo>
                      <a:pt x="29" y="58"/>
                    </a:lnTo>
                    <a:lnTo>
                      <a:pt x="32" y="62"/>
                    </a:lnTo>
                    <a:lnTo>
                      <a:pt x="32" y="64"/>
                    </a:lnTo>
                    <a:lnTo>
                      <a:pt x="36" y="64"/>
                    </a:lnTo>
                    <a:lnTo>
                      <a:pt x="35" y="67"/>
                    </a:lnTo>
                    <a:lnTo>
                      <a:pt x="33" y="68"/>
                    </a:lnTo>
                    <a:lnTo>
                      <a:pt x="34" y="71"/>
                    </a:lnTo>
                    <a:lnTo>
                      <a:pt x="32" y="72"/>
                    </a:lnTo>
                    <a:lnTo>
                      <a:pt x="32" y="75"/>
                    </a:lnTo>
                    <a:lnTo>
                      <a:pt x="31" y="76"/>
                    </a:lnTo>
                    <a:lnTo>
                      <a:pt x="28" y="75"/>
                    </a:lnTo>
                    <a:lnTo>
                      <a:pt x="25" y="75"/>
                    </a:lnTo>
                    <a:lnTo>
                      <a:pt x="22" y="75"/>
                    </a:lnTo>
                    <a:lnTo>
                      <a:pt x="20" y="78"/>
                    </a:lnTo>
                    <a:lnTo>
                      <a:pt x="18" y="79"/>
                    </a:lnTo>
                    <a:lnTo>
                      <a:pt x="17" y="81"/>
                    </a:lnTo>
                    <a:lnTo>
                      <a:pt x="19" y="81"/>
                    </a:lnTo>
                    <a:lnTo>
                      <a:pt x="20" y="80"/>
                    </a:lnTo>
                    <a:lnTo>
                      <a:pt x="22" y="81"/>
                    </a:lnTo>
                    <a:lnTo>
                      <a:pt x="22" y="84"/>
                    </a:lnTo>
                    <a:lnTo>
                      <a:pt x="20" y="87"/>
                    </a:lnTo>
                    <a:lnTo>
                      <a:pt x="18" y="89"/>
                    </a:lnTo>
                    <a:lnTo>
                      <a:pt x="16" y="90"/>
                    </a:lnTo>
                    <a:lnTo>
                      <a:pt x="12" y="91"/>
                    </a:lnTo>
                    <a:lnTo>
                      <a:pt x="9" y="91"/>
                    </a:lnTo>
                    <a:lnTo>
                      <a:pt x="10" y="93"/>
                    </a:lnTo>
                    <a:lnTo>
                      <a:pt x="9" y="94"/>
                    </a:lnTo>
                    <a:lnTo>
                      <a:pt x="11" y="96"/>
                    </a:lnTo>
                    <a:lnTo>
                      <a:pt x="14" y="96"/>
                    </a:lnTo>
                    <a:lnTo>
                      <a:pt x="16" y="95"/>
                    </a:lnTo>
                    <a:lnTo>
                      <a:pt x="18" y="97"/>
                    </a:lnTo>
                    <a:lnTo>
                      <a:pt x="19" y="98"/>
                    </a:lnTo>
                    <a:lnTo>
                      <a:pt x="20" y="98"/>
                    </a:lnTo>
                    <a:lnTo>
                      <a:pt x="22" y="101"/>
                    </a:lnTo>
                    <a:lnTo>
                      <a:pt x="25" y="102"/>
                    </a:lnTo>
                    <a:lnTo>
                      <a:pt x="26" y="101"/>
                    </a:lnTo>
                    <a:lnTo>
                      <a:pt x="28" y="100"/>
                    </a:lnTo>
                    <a:lnTo>
                      <a:pt x="32" y="98"/>
                    </a:lnTo>
                    <a:lnTo>
                      <a:pt x="33" y="98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6" name=""/>
              <p:cNvSpPr/>
              <p:nvPr/>
            </p:nvSpPr>
            <p:spPr>
              <a:xfrm>
                <a:off x="3712320" y="3312000"/>
                <a:ext cx="98280" cy="76320"/>
              </a:xfrm>
              <a:custGeom>
                <a:avLst/>
                <a:gdLst/>
                <a:ahLst/>
                <a:rect l="l" t="t" r="r" b="b"/>
                <a:pathLst>
                  <a:path w="5" h="4">
                    <a:moveTo>
                      <a:pt x="2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5" y="2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tIns="30600" bIns="306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7" name=""/>
              <p:cNvSpPr/>
              <p:nvPr/>
            </p:nvSpPr>
            <p:spPr>
              <a:xfrm>
                <a:off x="3751920" y="3063600"/>
                <a:ext cx="78120" cy="76320"/>
              </a:xfrm>
              <a:custGeom>
                <a:avLst/>
                <a:gdLst/>
                <a:ahLst/>
                <a:rect l="l" t="t" r="r" b="b"/>
                <a:pathLst>
                  <a:path w="4" h="4">
                    <a:moveTo>
                      <a:pt x="2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tIns="30600" bIns="306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8" name=""/>
              <p:cNvSpPr/>
              <p:nvPr/>
            </p:nvSpPr>
            <p:spPr>
              <a:xfrm>
                <a:off x="4106160" y="4114080"/>
                <a:ext cx="78840" cy="57600"/>
              </a:xfrm>
              <a:custGeom>
                <a:avLst/>
                <a:gdLst/>
                <a:ahLst/>
                <a:rect l="l" t="t" r="r" b="b"/>
                <a:pathLst>
                  <a:path w="4" h="3">
                    <a:moveTo>
                      <a:pt x="0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tIns="11880" bIns="1188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9" name=""/>
              <p:cNvSpPr/>
              <p:nvPr/>
            </p:nvSpPr>
            <p:spPr>
              <a:xfrm>
                <a:off x="3554640" y="1917360"/>
                <a:ext cx="216360" cy="344160"/>
              </a:xfrm>
              <a:custGeom>
                <a:avLst/>
                <a:gdLst/>
                <a:ahLst/>
                <a:rect l="l" t="t" r="r" b="b"/>
                <a:pathLst>
                  <a:path w="11" h="18">
                    <a:moveTo>
                      <a:pt x="11" y="4"/>
                    </a:moveTo>
                    <a:lnTo>
                      <a:pt x="11" y="0"/>
                    </a:lnTo>
                    <a:lnTo>
                      <a:pt x="7" y="3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4" y="9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2" y="12"/>
                    </a:lnTo>
                    <a:lnTo>
                      <a:pt x="4" y="10"/>
                    </a:lnTo>
                    <a:lnTo>
                      <a:pt x="8" y="7"/>
                    </a:lnTo>
                    <a:lnTo>
                      <a:pt x="9" y="5"/>
                    </a:lnTo>
                    <a:lnTo>
                      <a:pt x="11" y="4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40" name=""/>
              <p:cNvSpPr/>
              <p:nvPr/>
            </p:nvSpPr>
            <p:spPr>
              <a:xfrm>
                <a:off x="4224600" y="1822320"/>
                <a:ext cx="137520" cy="133200"/>
              </a:xfrm>
              <a:custGeom>
                <a:avLst/>
                <a:gdLst/>
                <a:ahLst/>
                <a:rect l="l" t="t" r="r" b="b"/>
                <a:pathLst>
                  <a:path w="7" h="7">
                    <a:moveTo>
                      <a:pt x="4" y="0"/>
                    </a:moveTo>
                    <a:lnTo>
                      <a:pt x="1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3" y="3"/>
                    </a:lnTo>
                    <a:lnTo>
                      <a:pt x="7" y="1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e2e2e2"/>
              </a:solidFill>
              <a:ln w="9360">
                <a:solidFill>
                  <a:srgbClr val="b2b2b2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rIns="18000" anchor="t">
                <a:noAutofit/>
              </a:bodyPr>
              <a:p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741" name=""/>
          <p:cNvSpPr/>
          <p:nvPr/>
        </p:nvSpPr>
        <p:spPr>
          <a:xfrm>
            <a:off x="1668600" y="1492200"/>
            <a:ext cx="44798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宋体"/>
              </a:rPr>
              <a:t>Total market for office furniture in 2002, index 1998 = 100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2" name=""/>
          <p:cNvSpPr/>
          <p:nvPr/>
        </p:nvSpPr>
        <p:spPr>
          <a:xfrm>
            <a:off x="4402080" y="4921200"/>
            <a:ext cx="476280" cy="476280"/>
          </a:xfrm>
          <a:prstGeom prst="ellipse">
            <a:avLst/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3" name=""/>
          <p:cNvSpPr/>
          <p:nvPr/>
        </p:nvSpPr>
        <p:spPr>
          <a:xfrm>
            <a:off x="5230800" y="4146480"/>
            <a:ext cx="171360" cy="171360"/>
          </a:xfrm>
          <a:prstGeom prst="ellipse">
            <a:avLst/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4" name=""/>
          <p:cNvSpPr/>
          <p:nvPr/>
        </p:nvSpPr>
        <p:spPr>
          <a:xfrm>
            <a:off x="5268960" y="3492360"/>
            <a:ext cx="285840" cy="285840"/>
          </a:xfrm>
          <a:prstGeom prst="ellipse">
            <a:avLst/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5" name=""/>
          <p:cNvSpPr/>
          <p:nvPr/>
        </p:nvSpPr>
        <p:spPr>
          <a:xfrm>
            <a:off x="5979960" y="4330800"/>
            <a:ext cx="667080" cy="666720"/>
          </a:xfrm>
          <a:prstGeom prst="ellipse">
            <a:avLst/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6" name=""/>
          <p:cNvSpPr/>
          <p:nvPr/>
        </p:nvSpPr>
        <p:spPr>
          <a:xfrm>
            <a:off x="4357800" y="3340080"/>
            <a:ext cx="514080" cy="514440"/>
          </a:xfrm>
          <a:prstGeom prst="ellipse">
            <a:avLst/>
          </a:prstGeom>
          <a:solidFill>
            <a:srgbClr val="79a2b3"/>
          </a:solidFill>
          <a:ln w="936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7" name=""/>
          <p:cNvSpPr/>
          <p:nvPr/>
        </p:nvSpPr>
        <p:spPr>
          <a:xfrm>
            <a:off x="2660760" y="3598920"/>
            <a:ext cx="170640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8" name=""/>
          <p:cNvSpPr/>
          <p:nvPr/>
        </p:nvSpPr>
        <p:spPr>
          <a:xfrm>
            <a:off x="5421240" y="2819520"/>
            <a:ext cx="1600200" cy="682560"/>
          </a:xfrm>
          <a:custGeom>
            <a:avLst/>
            <a:gdLst/>
            <a:ahLst/>
            <a:rect l="l" t="t" r="r" b="b"/>
            <a:pathLst>
              <a:path w="1008" h="672">
                <a:moveTo>
                  <a:pt x="1008" y="0"/>
                </a:moveTo>
                <a:lnTo>
                  <a:pt x="0" y="0"/>
                </a:lnTo>
                <a:lnTo>
                  <a:pt x="0" y="672"/>
                </a:lnTo>
              </a:path>
            </a:pathLst>
          </a:custGeom>
          <a:noFill/>
          <a:ln w="12600">
            <a:solidFill>
              <a:srgbClr val="808080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9" name=""/>
          <p:cNvSpPr/>
          <p:nvPr/>
        </p:nvSpPr>
        <p:spPr>
          <a:xfrm>
            <a:off x="5411880" y="4241880"/>
            <a:ext cx="1600200" cy="1440"/>
          </a:xfrm>
          <a:prstGeom prst="line">
            <a:avLst/>
          </a:prstGeom>
          <a:ln w="12600">
            <a:solidFill>
              <a:srgbClr val="808080"/>
            </a:solidFill>
            <a:miter/>
            <a:head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0" name=""/>
          <p:cNvSpPr/>
          <p:nvPr/>
        </p:nvSpPr>
        <p:spPr>
          <a:xfrm>
            <a:off x="6315120" y="4995720"/>
            <a:ext cx="811080" cy="436680"/>
          </a:xfrm>
          <a:custGeom>
            <a:avLst/>
            <a:gdLst/>
            <a:ahLst/>
            <a:rect l="l" t="t" r="r" b="b"/>
            <a:pathLst>
              <a:path w="510" h="528">
                <a:moveTo>
                  <a:pt x="510" y="528"/>
                </a:moveTo>
                <a:lnTo>
                  <a:pt x="0" y="528"/>
                </a:lnTo>
                <a:lnTo>
                  <a:pt x="0" y="0"/>
                </a:lnTo>
              </a:path>
            </a:pathLst>
          </a:custGeom>
          <a:noFill/>
          <a:ln w="12600">
            <a:solidFill>
              <a:srgbClr val="808080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1" name=""/>
          <p:cNvSpPr/>
          <p:nvPr/>
        </p:nvSpPr>
        <p:spPr>
          <a:xfrm>
            <a:off x="3948120" y="3282840"/>
            <a:ext cx="457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1,073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2" name=""/>
          <p:cNvSpPr/>
          <p:nvPr/>
        </p:nvSpPr>
        <p:spPr>
          <a:xfrm>
            <a:off x="5573880" y="3454560"/>
            <a:ext cx="457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507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3" name=""/>
          <p:cNvSpPr/>
          <p:nvPr/>
        </p:nvSpPr>
        <p:spPr>
          <a:xfrm>
            <a:off x="4809960" y="4079880"/>
            <a:ext cx="4590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238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4" name=""/>
          <p:cNvSpPr/>
          <p:nvPr/>
        </p:nvSpPr>
        <p:spPr>
          <a:xfrm>
            <a:off x="5611680" y="4311720"/>
            <a:ext cx="459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1,827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5" name=""/>
          <p:cNvSpPr/>
          <p:nvPr/>
        </p:nvSpPr>
        <p:spPr>
          <a:xfrm>
            <a:off x="4888080" y="4997520"/>
            <a:ext cx="457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1,026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6" name=""/>
          <p:cNvSpPr/>
          <p:nvPr/>
        </p:nvSpPr>
        <p:spPr>
          <a:xfrm>
            <a:off x="7075440" y="3549600"/>
            <a:ext cx="1602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Belgium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57" name=""/>
          <p:cNvGraphicFramePr/>
          <p:nvPr/>
        </p:nvGraphicFramePr>
        <p:xfrm>
          <a:off x="6918480" y="3587760"/>
          <a:ext cx="1979280" cy="1333440"/>
        </p:xfrm>
        <a:graphic>
          <a:graphicData uri="http://schemas.openxmlformats.org/presentationml/2006/ole">
            <p:oleObj r:id="rId1" spid="">
              <p:embed/>
            </p:oleObj>
          </a:graphicData>
        </a:graphic>
      </p:graphicFrame>
      <p:graphicFrame>
        <p:nvGraphicFramePr>
          <p:cNvPr id="2758" name=""/>
          <p:cNvGraphicFramePr/>
          <p:nvPr/>
        </p:nvGraphicFramePr>
        <p:xfrm>
          <a:off x="6921360" y="2158920"/>
          <a:ext cx="1979640" cy="1333440"/>
        </p:xfrm>
        <a:graphic>
          <a:graphicData uri="http://schemas.openxmlformats.org/presentationml/2006/ole">
            <p:oleObj r:id="rId2" spid="">
              <p:embed/>
            </p:oleObj>
          </a:graphicData>
        </a:graphic>
      </p:graphicFrame>
      <p:graphicFrame>
        <p:nvGraphicFramePr>
          <p:cNvPr id="2759" name=""/>
          <p:cNvGraphicFramePr/>
          <p:nvPr/>
        </p:nvGraphicFramePr>
        <p:xfrm>
          <a:off x="7013520" y="4959360"/>
          <a:ext cx="1979640" cy="1333440"/>
        </p:xfrm>
        <a:graphic>
          <a:graphicData uri="http://schemas.openxmlformats.org/presentationml/2006/ole">
            <p:oleObj r:id="rId3" spid="">
              <p:embed/>
            </p:oleObj>
          </a:graphicData>
        </a:graphic>
      </p:graphicFrame>
      <p:sp>
        <p:nvSpPr>
          <p:cNvPr id="2760" name=""/>
          <p:cNvSpPr/>
          <p:nvPr/>
        </p:nvSpPr>
        <p:spPr>
          <a:xfrm>
            <a:off x="7070760" y="2082960"/>
            <a:ext cx="1601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Netherlands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1" name=""/>
          <p:cNvSpPr/>
          <p:nvPr/>
        </p:nvSpPr>
        <p:spPr>
          <a:xfrm>
            <a:off x="7155000" y="4921200"/>
            <a:ext cx="1601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Germany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62" name=""/>
          <p:cNvGraphicFramePr/>
          <p:nvPr/>
        </p:nvGraphicFramePr>
        <p:xfrm>
          <a:off x="947880" y="4578480"/>
          <a:ext cx="1977840" cy="1333440"/>
        </p:xfrm>
        <a:graphic>
          <a:graphicData uri="http://schemas.openxmlformats.org/presentationml/2006/ole">
            <p:oleObj r:id="rId4" spid="">
              <p:embed/>
            </p:oleObj>
          </a:graphicData>
        </a:graphic>
      </p:graphicFrame>
      <p:sp>
        <p:nvSpPr>
          <p:cNvPr id="2763" name=""/>
          <p:cNvSpPr/>
          <p:nvPr/>
        </p:nvSpPr>
        <p:spPr>
          <a:xfrm>
            <a:off x="1146240" y="4464000"/>
            <a:ext cx="16034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France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64" name=""/>
          <p:cNvGraphicFramePr/>
          <p:nvPr/>
        </p:nvGraphicFramePr>
        <p:xfrm>
          <a:off x="770040" y="2673360"/>
          <a:ext cx="1979640" cy="1333440"/>
        </p:xfrm>
        <a:graphic>
          <a:graphicData uri="http://schemas.openxmlformats.org/presentationml/2006/ole">
            <p:oleObj r:id="rId5" spid="">
              <p:embed/>
            </p:oleObj>
          </a:graphicData>
        </a:graphic>
      </p:graphicFrame>
      <p:sp>
        <p:nvSpPr>
          <p:cNvPr id="2765" name=""/>
          <p:cNvSpPr/>
          <p:nvPr/>
        </p:nvSpPr>
        <p:spPr>
          <a:xfrm>
            <a:off x="947880" y="2635200"/>
            <a:ext cx="1601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UK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6" name=""/>
          <p:cNvSpPr/>
          <p:nvPr/>
        </p:nvSpPr>
        <p:spPr>
          <a:xfrm>
            <a:off x="2782800" y="5184720"/>
            <a:ext cx="1622520" cy="0"/>
          </a:xfrm>
          <a:prstGeom prst="line">
            <a:avLst/>
          </a:prstGeom>
          <a:ln w="12600">
            <a:solidFill>
              <a:srgbClr val="80808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7" name="BCG_FootNote_Box"/>
          <p:cNvSpPr/>
          <p:nvPr/>
        </p:nvSpPr>
        <p:spPr>
          <a:xfrm>
            <a:off x="471600" y="6311880"/>
            <a:ext cx="8959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Source: Interconnection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83116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Project timing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Three phased approach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769" name="" hidden="1"/>
          <p:cNvSpPr/>
          <p:nvPr/>
        </p:nvSpPr>
        <p:spPr>
          <a:xfrm>
            <a:off x="0" y="0"/>
            <a:ext cx="1634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0" name=""/>
          <p:cNvSpPr/>
          <p:nvPr/>
        </p:nvSpPr>
        <p:spPr>
          <a:xfrm>
            <a:off x="6146640" y="1706400"/>
            <a:ext cx="1635120" cy="3784680"/>
          </a:xfrm>
          <a:prstGeom prst="rect">
            <a:avLst/>
          </a:prstGeom>
          <a:solidFill>
            <a:srgbClr val="bcdec2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1" name=""/>
          <p:cNvSpPr/>
          <p:nvPr/>
        </p:nvSpPr>
        <p:spPr>
          <a:xfrm>
            <a:off x="3654360" y="2460600"/>
            <a:ext cx="2075040" cy="11448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" name=""/>
          <p:cNvSpPr/>
          <p:nvPr/>
        </p:nvSpPr>
        <p:spPr>
          <a:xfrm>
            <a:off x="5729400" y="2467080"/>
            <a:ext cx="2867040" cy="114120"/>
          </a:xfrm>
          <a:prstGeom prst="rect">
            <a:avLst/>
          </a:prstGeom>
          <a:solidFill>
            <a:srgbClr val="dddddd"/>
          </a:solidFill>
          <a:ln w="9360">
            <a:solidFill>
              <a:srgbClr val="5bad8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3" name=""/>
          <p:cNvSpPr/>
          <p:nvPr/>
        </p:nvSpPr>
        <p:spPr>
          <a:xfrm>
            <a:off x="2832120" y="2181240"/>
            <a:ext cx="1236600" cy="11412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4" name=""/>
          <p:cNvSpPr/>
          <p:nvPr/>
        </p:nvSpPr>
        <p:spPr>
          <a:xfrm>
            <a:off x="4492800" y="2708280"/>
            <a:ext cx="1236600" cy="11412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5" name=""/>
          <p:cNvSpPr/>
          <p:nvPr/>
        </p:nvSpPr>
        <p:spPr>
          <a:xfrm>
            <a:off x="5729400" y="2714760"/>
            <a:ext cx="2867040" cy="114120"/>
          </a:xfrm>
          <a:prstGeom prst="rect">
            <a:avLst/>
          </a:prstGeom>
          <a:solidFill>
            <a:srgbClr val="dddddd"/>
          </a:solidFill>
          <a:ln w="9360">
            <a:solidFill>
              <a:srgbClr val="5bad8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6" name=""/>
          <p:cNvSpPr/>
          <p:nvPr/>
        </p:nvSpPr>
        <p:spPr>
          <a:xfrm>
            <a:off x="2832120" y="3157560"/>
            <a:ext cx="1660680" cy="11412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7" name=""/>
          <p:cNvSpPr/>
          <p:nvPr/>
        </p:nvSpPr>
        <p:spPr>
          <a:xfrm>
            <a:off x="3654360" y="3424320"/>
            <a:ext cx="2075040" cy="11412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8" name=""/>
          <p:cNvSpPr/>
          <p:nvPr/>
        </p:nvSpPr>
        <p:spPr>
          <a:xfrm>
            <a:off x="2832120" y="4100400"/>
            <a:ext cx="807840" cy="11448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9" name=""/>
          <p:cNvSpPr/>
          <p:nvPr/>
        </p:nvSpPr>
        <p:spPr>
          <a:xfrm>
            <a:off x="3654360" y="4381560"/>
            <a:ext cx="4545000" cy="11412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0" name=""/>
          <p:cNvSpPr/>
          <p:nvPr/>
        </p:nvSpPr>
        <p:spPr>
          <a:xfrm>
            <a:off x="4492800" y="4767120"/>
            <a:ext cx="3706560" cy="114480"/>
          </a:xfrm>
          <a:prstGeom prst="rect">
            <a:avLst/>
          </a:prstGeom>
          <a:solidFill>
            <a:srgbClr val="dddddd"/>
          </a:solidFill>
          <a:ln w="9360">
            <a:solidFill>
              <a:srgbClr val="5bad82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1" name=""/>
          <p:cNvSpPr/>
          <p:nvPr/>
        </p:nvSpPr>
        <p:spPr>
          <a:xfrm>
            <a:off x="8199360" y="4767120"/>
            <a:ext cx="1235160" cy="114480"/>
          </a:xfrm>
          <a:prstGeom prst="rect">
            <a:avLst/>
          </a:prstGeom>
          <a:solidFill>
            <a:srgbClr val="5bad82"/>
          </a:solidFill>
          <a:ln w="9360">
            <a:solidFill>
              <a:srgbClr val="8ec6a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2" name=""/>
          <p:cNvSpPr/>
          <p:nvPr/>
        </p:nvSpPr>
        <p:spPr>
          <a:xfrm flipH="1">
            <a:off x="-360" y="1003320"/>
            <a:ext cx="9906120" cy="0"/>
          </a:xfrm>
          <a:prstGeom prst="line">
            <a:avLst/>
          </a:prstGeom>
          <a:ln w="28440">
            <a:solidFill>
              <a:srgbClr val="177b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3" name=""/>
          <p:cNvSpPr/>
          <p:nvPr/>
        </p:nvSpPr>
        <p:spPr>
          <a:xfrm>
            <a:off x="2840040" y="1438200"/>
            <a:ext cx="1652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Fact basis and setup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4" name=""/>
          <p:cNvSpPr/>
          <p:nvPr/>
        </p:nvSpPr>
        <p:spPr>
          <a:xfrm>
            <a:off x="4492800" y="1438200"/>
            <a:ext cx="32972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Customer discovery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5" name=""/>
          <p:cNvSpPr/>
          <p:nvPr/>
        </p:nvSpPr>
        <p:spPr>
          <a:xfrm>
            <a:off x="7777080" y="1438200"/>
            <a:ext cx="16448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Refine &amp; synthesize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6" name=""/>
          <p:cNvSpPr/>
          <p:nvPr/>
        </p:nvSpPr>
        <p:spPr>
          <a:xfrm>
            <a:off x="471600" y="1944720"/>
            <a:ext cx="2361960" cy="3046320"/>
          </a:xfrm>
          <a:prstGeom prst="rect">
            <a:avLst/>
          </a:prstGeom>
          <a:solidFill>
            <a:srgbClr val="e2e2e2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Addressable market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Quantification of addressable market size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Segmentation of spend (products, services, capital, etc.)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High level competitive assessment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Research trend assessment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Identification and evaluation of key trends in research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Quantification of implications on market size/growth and potential McKesson entry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Customer Discovery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Schedule and develop discussion guide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289080" indent="-174600">
              <a:lnSpc>
                <a:spcPct val="100000"/>
              </a:lnSpc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Conduct interviews, document results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Synthesis and recommendations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7" name=""/>
          <p:cNvSpPr/>
          <p:nvPr/>
        </p:nvSpPr>
        <p:spPr>
          <a:xfrm>
            <a:off x="473040" y="4975200"/>
            <a:ext cx="2362320" cy="527040"/>
          </a:xfrm>
          <a:prstGeom prst="rect">
            <a:avLst/>
          </a:prstGeom>
          <a:solidFill>
            <a:srgbClr val="e2e2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Client read-outs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Internal CTM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8" name=""/>
          <p:cNvSpPr/>
          <p:nvPr/>
        </p:nvSpPr>
        <p:spPr>
          <a:xfrm>
            <a:off x="471600" y="1959120"/>
            <a:ext cx="8962920" cy="0"/>
          </a:xfrm>
          <a:prstGeom prst="line">
            <a:avLst/>
          </a:prstGeom>
          <a:ln w="19080">
            <a:solidFill>
              <a:srgbClr val="5bad8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9" name=""/>
          <p:cNvSpPr/>
          <p:nvPr/>
        </p:nvSpPr>
        <p:spPr>
          <a:xfrm>
            <a:off x="473040" y="5504040"/>
            <a:ext cx="2362320" cy="9950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Key deliverables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0" name=""/>
          <p:cNvSpPr/>
          <p:nvPr/>
        </p:nvSpPr>
        <p:spPr>
          <a:xfrm>
            <a:off x="2830680" y="5504040"/>
            <a:ext cx="1650960" cy="772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10–15 scheduled interviews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Discussion guide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Addressable market definition and size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1" name=""/>
          <p:cNvSpPr/>
          <p:nvPr/>
        </p:nvSpPr>
        <p:spPr>
          <a:xfrm>
            <a:off x="4481640" y="5504040"/>
            <a:ext cx="3308400" cy="772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Segmentation and quantification of spend in relevant markets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High level competitive assessment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Projections of future research lab landscape based upon key industry trends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Initial results from Customer Discovery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2" name=""/>
          <p:cNvSpPr/>
          <p:nvPr/>
        </p:nvSpPr>
        <p:spPr>
          <a:xfrm>
            <a:off x="7790040" y="5504040"/>
            <a:ext cx="1650960" cy="7729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Detailed profile of "customer"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68120" indent="-168120">
              <a:buClr>
                <a:srgbClr val="177b5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Synthesized assessment of market attractiveness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3" name=""/>
          <p:cNvSpPr/>
          <p:nvPr/>
        </p:nvSpPr>
        <p:spPr>
          <a:xfrm>
            <a:off x="2833560" y="1724040"/>
            <a:ext cx="825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11/28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4" name=""/>
          <p:cNvSpPr/>
          <p:nvPr/>
        </p:nvSpPr>
        <p:spPr>
          <a:xfrm>
            <a:off x="3659040" y="1724040"/>
            <a:ext cx="825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12/5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5" name=""/>
          <p:cNvSpPr/>
          <p:nvPr/>
        </p:nvSpPr>
        <p:spPr>
          <a:xfrm>
            <a:off x="4484520" y="1724040"/>
            <a:ext cx="824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12/12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6" name=""/>
          <p:cNvSpPr/>
          <p:nvPr/>
        </p:nvSpPr>
        <p:spPr>
          <a:xfrm>
            <a:off x="5308560" y="1724040"/>
            <a:ext cx="825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12/19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7" name=""/>
          <p:cNvSpPr/>
          <p:nvPr/>
        </p:nvSpPr>
        <p:spPr>
          <a:xfrm>
            <a:off x="6137280" y="1724040"/>
            <a:ext cx="825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12/26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8" name=""/>
          <p:cNvSpPr/>
          <p:nvPr/>
        </p:nvSpPr>
        <p:spPr>
          <a:xfrm>
            <a:off x="6962760" y="1724040"/>
            <a:ext cx="824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1/2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9" name=""/>
          <p:cNvSpPr/>
          <p:nvPr/>
        </p:nvSpPr>
        <p:spPr>
          <a:xfrm>
            <a:off x="7786800" y="1724040"/>
            <a:ext cx="8222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1/9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0" name=""/>
          <p:cNvSpPr/>
          <p:nvPr/>
        </p:nvSpPr>
        <p:spPr>
          <a:xfrm>
            <a:off x="8609040" y="1724040"/>
            <a:ext cx="825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宋体"/>
              </a:rPr>
              <a:t>1/16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1" name=""/>
          <p:cNvSpPr/>
          <p:nvPr/>
        </p:nvSpPr>
        <p:spPr>
          <a:xfrm>
            <a:off x="609480" y="2928960"/>
            <a:ext cx="882504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2" name=""/>
          <p:cNvSpPr/>
          <p:nvPr/>
        </p:nvSpPr>
        <p:spPr>
          <a:xfrm>
            <a:off x="609480" y="3892680"/>
            <a:ext cx="882504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3" name=""/>
          <p:cNvSpPr/>
          <p:nvPr/>
        </p:nvSpPr>
        <p:spPr>
          <a:xfrm>
            <a:off x="3178080" y="5262480"/>
            <a:ext cx="150840" cy="152640"/>
          </a:xfrm>
          <a:prstGeom prst="triangle">
            <a:avLst>
              <a:gd name="adj" fmla="val 50000"/>
            </a:avLst>
          </a:prstGeom>
          <a:solidFill>
            <a:srgbClr val="4d4d4d"/>
          </a:solidFill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320" bIns="43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4" name=""/>
          <p:cNvSpPr/>
          <p:nvPr/>
        </p:nvSpPr>
        <p:spPr>
          <a:xfrm>
            <a:off x="5654520" y="5057640"/>
            <a:ext cx="152640" cy="152640"/>
          </a:xfrm>
          <a:prstGeom prst="diamond">
            <a:avLst/>
          </a:prstGeom>
          <a:solidFill>
            <a:srgbClr val="c61000"/>
          </a:solidFill>
          <a:ln w="9360">
            <a:solidFill>
              <a:srgbClr val="c61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5" name=""/>
          <p:cNvSpPr/>
          <p:nvPr/>
        </p:nvSpPr>
        <p:spPr>
          <a:xfrm>
            <a:off x="9198000" y="5057640"/>
            <a:ext cx="152280" cy="152640"/>
          </a:xfrm>
          <a:prstGeom prst="diamond">
            <a:avLst/>
          </a:prstGeom>
          <a:solidFill>
            <a:srgbClr val="c61000"/>
          </a:solidFill>
          <a:ln w="9360">
            <a:solidFill>
              <a:srgbClr val="c61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" name=""/>
          <p:cNvSpPr/>
          <p:nvPr/>
        </p:nvSpPr>
        <p:spPr>
          <a:xfrm>
            <a:off x="4008600" y="5262480"/>
            <a:ext cx="150480" cy="152640"/>
          </a:xfrm>
          <a:prstGeom prst="triangle">
            <a:avLst>
              <a:gd name="adj" fmla="val 50000"/>
            </a:avLst>
          </a:prstGeom>
          <a:solidFill>
            <a:srgbClr val="4d4d4d"/>
          </a:solidFill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320" bIns="43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7" name=""/>
          <p:cNvSpPr/>
          <p:nvPr/>
        </p:nvSpPr>
        <p:spPr>
          <a:xfrm>
            <a:off x="4840200" y="5262480"/>
            <a:ext cx="150840" cy="152640"/>
          </a:xfrm>
          <a:prstGeom prst="triangle">
            <a:avLst>
              <a:gd name="adj" fmla="val 50000"/>
            </a:avLst>
          </a:prstGeom>
          <a:solidFill>
            <a:srgbClr val="4d4d4d"/>
          </a:solidFill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320" bIns="43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8" name=""/>
          <p:cNvSpPr/>
          <p:nvPr/>
        </p:nvSpPr>
        <p:spPr>
          <a:xfrm>
            <a:off x="8123400" y="5262480"/>
            <a:ext cx="150480" cy="152640"/>
          </a:xfrm>
          <a:prstGeom prst="triangle">
            <a:avLst>
              <a:gd name="adj" fmla="val 50000"/>
            </a:avLst>
          </a:prstGeom>
          <a:solidFill>
            <a:srgbClr val="4d4d4d"/>
          </a:solidFill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320" bIns="43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9" name=""/>
          <p:cNvSpPr/>
          <p:nvPr/>
        </p:nvSpPr>
        <p:spPr>
          <a:xfrm>
            <a:off x="8920080" y="5262480"/>
            <a:ext cx="150840" cy="152640"/>
          </a:xfrm>
          <a:prstGeom prst="triangle">
            <a:avLst>
              <a:gd name="adj" fmla="val 50000"/>
            </a:avLst>
          </a:prstGeom>
          <a:solidFill>
            <a:srgbClr val="4d4d4d"/>
          </a:solidFill>
          <a:ln w="9360">
            <a:solidFill>
              <a:srgbClr val="4d4d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320" bIns="43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10" name=""/>
          <p:cNvGrpSpPr/>
          <p:nvPr/>
        </p:nvGrpSpPr>
        <p:grpSpPr>
          <a:xfrm>
            <a:off x="4484520" y="1971720"/>
            <a:ext cx="3296880" cy="4425840"/>
            <a:chOff x="4484520" y="1971720"/>
            <a:chExt cx="3296880" cy="4425840"/>
          </a:xfrm>
        </p:grpSpPr>
        <p:sp>
          <p:nvSpPr>
            <p:cNvPr id="2811" name=""/>
            <p:cNvSpPr/>
            <p:nvPr/>
          </p:nvSpPr>
          <p:spPr>
            <a:xfrm>
              <a:off x="4484520" y="1971720"/>
              <a:ext cx="0" cy="4425840"/>
            </a:xfrm>
            <a:prstGeom prst="line">
              <a:avLst/>
            </a:prstGeom>
            <a:ln w="936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2" name=""/>
            <p:cNvSpPr/>
            <p:nvPr/>
          </p:nvSpPr>
          <p:spPr>
            <a:xfrm>
              <a:off x="7781400" y="1971720"/>
              <a:ext cx="0" cy="4425840"/>
            </a:xfrm>
            <a:prstGeom prst="line">
              <a:avLst/>
            </a:prstGeom>
            <a:ln w="9360">
              <a:solidFill>
                <a:srgbClr val="b2b2b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13" name=""/>
          <p:cNvSpPr/>
          <p:nvPr/>
        </p:nvSpPr>
        <p:spPr>
          <a:xfrm>
            <a:off x="2871720" y="1717560"/>
            <a:ext cx="155088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4" name=""/>
          <p:cNvSpPr/>
          <p:nvPr/>
        </p:nvSpPr>
        <p:spPr>
          <a:xfrm>
            <a:off x="4537080" y="1717560"/>
            <a:ext cx="319716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5" name=""/>
          <p:cNvSpPr/>
          <p:nvPr/>
        </p:nvSpPr>
        <p:spPr>
          <a:xfrm>
            <a:off x="7819920" y="1717560"/>
            <a:ext cx="155124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6" name=""/>
          <p:cNvSpPr/>
          <p:nvPr/>
        </p:nvSpPr>
        <p:spPr>
          <a:xfrm>
            <a:off x="9435960" y="1960560"/>
            <a:ext cx="0" cy="451008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7" name=""/>
          <p:cNvSpPr/>
          <p:nvPr/>
        </p:nvSpPr>
        <p:spPr>
          <a:xfrm>
            <a:off x="5497200" y="5189400"/>
            <a:ext cx="43524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12/16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8" name=""/>
          <p:cNvSpPr/>
          <p:nvPr/>
        </p:nvSpPr>
        <p:spPr>
          <a:xfrm>
            <a:off x="9084600" y="5189400"/>
            <a:ext cx="3787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宋体"/>
              </a:rPr>
              <a:t>1/15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9" name=""/>
          <p:cNvSpPr/>
          <p:nvPr/>
        </p:nvSpPr>
        <p:spPr>
          <a:xfrm>
            <a:off x="3639960" y="1954080"/>
            <a:ext cx="0" cy="30276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0" name=""/>
          <p:cNvSpPr/>
          <p:nvPr/>
        </p:nvSpPr>
        <p:spPr>
          <a:xfrm>
            <a:off x="5315040" y="1954080"/>
            <a:ext cx="0" cy="30276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1" name=""/>
          <p:cNvSpPr/>
          <p:nvPr/>
        </p:nvSpPr>
        <p:spPr>
          <a:xfrm>
            <a:off x="8596440" y="1954080"/>
            <a:ext cx="0" cy="30276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2" name=""/>
          <p:cNvSpPr/>
          <p:nvPr/>
        </p:nvSpPr>
        <p:spPr>
          <a:xfrm>
            <a:off x="458640" y="1438200"/>
            <a:ext cx="235764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Work stream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3" name=""/>
          <p:cNvSpPr/>
          <p:nvPr/>
        </p:nvSpPr>
        <p:spPr>
          <a:xfrm>
            <a:off x="477720" y="4968720"/>
            <a:ext cx="895680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4" name=""/>
          <p:cNvSpPr/>
          <p:nvPr/>
        </p:nvSpPr>
        <p:spPr>
          <a:xfrm>
            <a:off x="477720" y="5495760"/>
            <a:ext cx="8956800" cy="0"/>
          </a:xfrm>
          <a:prstGeom prst="line">
            <a:avLst/>
          </a:prstGeom>
          <a:ln w="936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5" name=""/>
          <p:cNvSpPr/>
          <p:nvPr/>
        </p:nvSpPr>
        <p:spPr>
          <a:xfrm>
            <a:off x="5726160" y="2460600"/>
            <a:ext cx="0" cy="2570040"/>
          </a:xfrm>
          <a:prstGeom prst="line">
            <a:avLst/>
          </a:prstGeom>
          <a:ln w="9360">
            <a:solidFill>
              <a:srgbClr val="80808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PlaceHolder 1"/>
          <p:cNvSpPr>
            <a:spLocks noGrp="1"/>
          </p:cNvSpPr>
          <p:nvPr>
            <p:ph type="title"/>
          </p:nvPr>
        </p:nvSpPr>
        <p:spPr>
          <a:xfrm>
            <a:off x="456840" y="163080"/>
            <a:ext cx="8991720" cy="831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77b57"/>
                </a:solidFill>
                <a:latin typeface="Arial"/>
                <a:ea typeface="宋体"/>
              </a:rPr>
              <a:t>Sales force effectiveness</a:t>
            </a:r>
            <a:br>
              <a:rPr sz="2400"/>
            </a:br>
            <a:r>
              <a:rPr b="0" lang="en-US" sz="1600" spc="-1" strike="noStrike">
                <a:solidFill>
                  <a:srgbClr val="177b57"/>
                </a:solidFill>
                <a:latin typeface="Arial"/>
                <a:ea typeface="宋体"/>
              </a:rPr>
              <a:t>Overview</a:t>
            </a:r>
            <a:endParaRPr b="1" lang="en-US" sz="1600" spc="-1" strike="noStrike">
              <a:solidFill>
                <a:srgbClr val="177b57"/>
              </a:solidFill>
              <a:latin typeface="Arial"/>
            </a:endParaRPr>
          </a:p>
        </p:txBody>
      </p:sp>
      <p:sp>
        <p:nvSpPr>
          <p:cNvPr id="2827" name=""/>
          <p:cNvSpPr/>
          <p:nvPr/>
        </p:nvSpPr>
        <p:spPr>
          <a:xfrm>
            <a:off x="457200" y="1473480"/>
            <a:ext cx="411480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Module objectives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8" name=""/>
          <p:cNvSpPr/>
          <p:nvPr/>
        </p:nvSpPr>
        <p:spPr>
          <a:xfrm>
            <a:off x="455760" y="1866960"/>
            <a:ext cx="41148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Align recruitment, promotion and attrition policies with strategy and goals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 a consistent hierarchy of metrics and management practices to enable best practice sharing and to identify issues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Develop robust targeting approaches to enable more focused selling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Provide reps and managers with key information and tools to enhance effectiveness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9" name=""/>
          <p:cNvSpPr/>
          <p:nvPr/>
        </p:nvSpPr>
        <p:spPr>
          <a:xfrm>
            <a:off x="5334120" y="1473480"/>
            <a:ext cx="4114800" cy="396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12600" dir="5400000" blurRad="0" rotWithShape="0">
              <a:srgbClr val="177b57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Key contacts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0" name=""/>
          <p:cNvSpPr/>
          <p:nvPr/>
        </p:nvSpPr>
        <p:spPr>
          <a:xfrm>
            <a:off x="5334120" y="1870200"/>
            <a:ext cx="41148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Bob Victor (Officer, Washington D.C.)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Andrew Clark (Officer, Singapore)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Ken Keverian (Officer, Boston)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Debbie Lovich (Officer, Boston)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Vaishali Rastogi (Officer, Singapore)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Nikhil Bhojwani (Manager, Boston)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宋体"/>
              </a:rPr>
              <a:t>Matt Diver (Project Leader, Boston)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1" name=""/>
          <p:cNvSpPr/>
          <p:nvPr/>
        </p:nvSpPr>
        <p:spPr>
          <a:xfrm>
            <a:off x="3865680" y="4251240"/>
            <a:ext cx="2122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2440" rIns="8244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宋体"/>
              </a:rPr>
              <a:t>Included materials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2" name=""/>
          <p:cNvSpPr/>
          <p:nvPr/>
        </p:nvSpPr>
        <p:spPr>
          <a:xfrm>
            <a:off x="1636560" y="4599000"/>
            <a:ext cx="978120" cy="584280"/>
          </a:xfrm>
          <a:prstGeom prst="ellipse">
            <a:avLst/>
          </a:prstGeom>
          <a:solidFill>
            <a:srgbClr val="bcdec2"/>
          </a:solidFill>
          <a:ln w="12600">
            <a:solidFill>
              <a:srgbClr val="bcdec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Key Questions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3" name=""/>
          <p:cNvSpPr/>
          <p:nvPr/>
        </p:nvSpPr>
        <p:spPr>
          <a:xfrm>
            <a:off x="1582560" y="5184720"/>
            <a:ext cx="1079640" cy="13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Central questions which define scope of module and areas for further analysis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4" name=""/>
          <p:cNvSpPr/>
          <p:nvPr/>
        </p:nvSpPr>
        <p:spPr>
          <a:xfrm>
            <a:off x="2762280" y="4599000"/>
            <a:ext cx="977760" cy="584280"/>
          </a:xfrm>
          <a:prstGeom prst="ellipse">
            <a:avLst/>
          </a:prstGeom>
          <a:solidFill>
            <a:srgbClr val="79a2b3"/>
          </a:solidFill>
          <a:ln w="12600">
            <a:solidFill>
              <a:srgbClr val="79a2b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Key Analyses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5" name=""/>
          <p:cNvSpPr/>
          <p:nvPr/>
        </p:nvSpPr>
        <p:spPr>
          <a:xfrm>
            <a:off x="270972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Typical analyses performed for this module based on previous BCG casework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6" name=""/>
          <p:cNvSpPr/>
          <p:nvPr/>
        </p:nvSpPr>
        <p:spPr>
          <a:xfrm>
            <a:off x="5018040" y="4584600"/>
            <a:ext cx="978120" cy="584280"/>
          </a:xfrm>
          <a:prstGeom prst="ellipse">
            <a:avLst/>
          </a:prstGeom>
          <a:solidFill>
            <a:srgbClr val="908052"/>
          </a:solidFill>
          <a:ln w="12600">
            <a:solidFill>
              <a:srgbClr val="908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Sample Workplans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7" name=""/>
          <p:cNvSpPr/>
          <p:nvPr/>
        </p:nvSpPr>
        <p:spPr>
          <a:xfrm>
            <a:off x="496404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Sample workplans, timelines, team structure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8" name=""/>
          <p:cNvSpPr/>
          <p:nvPr/>
        </p:nvSpPr>
        <p:spPr>
          <a:xfrm>
            <a:off x="6146640" y="4599000"/>
            <a:ext cx="978120" cy="584280"/>
          </a:xfrm>
          <a:prstGeom prst="ellipse">
            <a:avLst/>
          </a:prstGeom>
          <a:solidFill>
            <a:srgbClr val="d8ceb8"/>
          </a:solidFill>
          <a:ln w="12600">
            <a:solidFill>
              <a:srgbClr val="d8ce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Key Learnings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9" name=""/>
          <p:cNvSpPr/>
          <p:nvPr/>
        </p:nvSpPr>
        <p:spPr>
          <a:xfrm>
            <a:off x="609120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Integrated learnings on key success factors from previous BCG case experience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0" name=""/>
          <p:cNvSpPr/>
          <p:nvPr/>
        </p:nvSpPr>
        <p:spPr>
          <a:xfrm>
            <a:off x="8402760" y="4599000"/>
            <a:ext cx="977760" cy="584280"/>
          </a:xfrm>
          <a:prstGeom prst="ellipse">
            <a:avLst/>
          </a:prstGeom>
          <a:solidFill>
            <a:srgbClr val="f9efbd"/>
          </a:solidFill>
          <a:ln w="12600">
            <a:solidFill>
              <a:srgbClr val="f9ef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Vignettes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1" name=""/>
          <p:cNvSpPr/>
          <p:nvPr/>
        </p:nvSpPr>
        <p:spPr>
          <a:xfrm>
            <a:off x="834696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Highlights from previous case work along this module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2" name=""/>
          <p:cNvSpPr/>
          <p:nvPr/>
        </p:nvSpPr>
        <p:spPr>
          <a:xfrm>
            <a:off x="7273800" y="4599000"/>
            <a:ext cx="978120" cy="584280"/>
          </a:xfrm>
          <a:prstGeom prst="ellipse">
            <a:avLst/>
          </a:prstGeom>
          <a:solidFill>
            <a:srgbClr val="dcc05a"/>
          </a:solidFill>
          <a:ln w="12600">
            <a:solidFill>
              <a:srgbClr val="dcc05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Impact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3" name=""/>
          <p:cNvSpPr/>
          <p:nvPr/>
        </p:nvSpPr>
        <p:spPr>
          <a:xfrm>
            <a:off x="721836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Impact ranges expected along EBIT margin and sales growth based on previous BCG experience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4" name=""/>
          <p:cNvSpPr/>
          <p:nvPr/>
        </p:nvSpPr>
        <p:spPr>
          <a:xfrm>
            <a:off x="509760" y="4599000"/>
            <a:ext cx="973080" cy="588960"/>
          </a:xfrm>
          <a:prstGeom prst="ellipse">
            <a:avLst/>
          </a:prstGeom>
          <a:solidFill>
            <a:srgbClr val="5bad82"/>
          </a:solidFill>
          <a:ln w="12600">
            <a:solidFill>
              <a:srgbClr val="5bad8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Topic Primer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5" name=""/>
          <p:cNvSpPr/>
          <p:nvPr/>
        </p:nvSpPr>
        <p:spPr>
          <a:xfrm>
            <a:off x="455760" y="5184720"/>
            <a:ext cx="107928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Introductory materials that provide basic definitions, key frame-works, and back-ground context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6" name=""/>
          <p:cNvSpPr/>
          <p:nvPr/>
        </p:nvSpPr>
        <p:spPr>
          <a:xfrm>
            <a:off x="3889440" y="4599000"/>
            <a:ext cx="977760" cy="584280"/>
          </a:xfrm>
          <a:prstGeom prst="ellipse">
            <a:avLst/>
          </a:prstGeom>
          <a:solidFill>
            <a:srgbClr val="d2e0e6"/>
          </a:solidFill>
          <a:ln w="12600">
            <a:solidFill>
              <a:srgbClr val="d2e0e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1040" bIns="4104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Tools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7" name=""/>
          <p:cNvSpPr/>
          <p:nvPr/>
        </p:nvSpPr>
        <p:spPr>
          <a:xfrm>
            <a:off x="3836880" y="5184720"/>
            <a:ext cx="10796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宋体"/>
              </a:rPr>
              <a:t>Automated mgmt support tools that can be imple-mented at client to support execution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2007-09-07T07:22:19Z</dcterms:created>
  <dc:creator/>
  <dc:description>A4 Blank templ v1.pot</dc:description>
  <dc:language>en-US</dc:language>
  <cp:lastModifiedBy/>
  <dcterms:modified xsi:type="dcterms:W3CDTF">2009-04-21T03:18:43Z</dcterms:modified>
  <cp:revision>304</cp:revision>
  <dc:subject/>
  <dc:title>Slide 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CG 2007 Template">
    <vt:bool>1</vt:bool>
  </property>
  <property fmtid="{D5CDD505-2E9C-101B-9397-08002B2CF9AE}" pid="3" name="BCG Format Name">
    <vt:lpwstr>BCG Format</vt:lpwstr>
  </property>
  <property fmtid="{D5CDD505-2E9C-101B-9397-08002B2CF9AE}" pid="4" name="Reference">
    <vt:lpwstr>BCGTemplateNew</vt:lpwstr>
  </property>
  <property fmtid="{D5CDD505-2E9C-101B-9397-08002B2CF9AE}" pid="5" name="Version">
    <vt:lpwstr>20041127</vt:lpwstr>
  </property>
</Properties>
</file>